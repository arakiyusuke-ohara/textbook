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600" dirty="0"/>
              <a:t>ゲームプログラマーの１日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ゲーム会社の人ってどんな生活してるの？</a:t>
            </a:r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１日のスケジュール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	</a:t>
            </a:r>
            <a:r>
              <a:rPr lang="ja-JP" altLang="en-US" dirty="0"/>
              <a:t>起床</a:t>
            </a:r>
            <a:endParaRPr lang="en-US" altLang="ja-JP" dirty="0"/>
          </a:p>
          <a:p>
            <a:r>
              <a:rPr kumimoji="1" lang="en-US" altLang="ja-JP" dirty="0"/>
              <a:t>9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	</a:t>
            </a:r>
            <a:r>
              <a:rPr lang="ja-JP" altLang="en-US" dirty="0"/>
              <a:t>通勤開始</a:t>
            </a:r>
            <a:endParaRPr kumimoji="1" lang="en-US" altLang="ja-JP" dirty="0"/>
          </a:p>
          <a:p>
            <a:r>
              <a:rPr lang="en-US" altLang="ja-JP" dirty="0"/>
              <a:t>10</a:t>
            </a:r>
            <a:r>
              <a:rPr lang="ja-JP" altLang="en-US" dirty="0"/>
              <a:t>：</a:t>
            </a:r>
            <a:r>
              <a:rPr lang="en-US" altLang="ja-JP" dirty="0"/>
              <a:t>00	</a:t>
            </a:r>
            <a:r>
              <a:rPr lang="ja-JP" altLang="en-US" dirty="0"/>
              <a:t>出勤</a:t>
            </a:r>
            <a:endParaRPr lang="en-US" altLang="ja-JP" dirty="0"/>
          </a:p>
          <a:p>
            <a:r>
              <a:rPr kumimoji="1" lang="en-US" altLang="ja-JP" dirty="0"/>
              <a:t>13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	</a:t>
            </a:r>
            <a:r>
              <a:rPr kumimoji="1" lang="ja-JP" altLang="en-US" dirty="0"/>
              <a:t>お昼休み</a:t>
            </a:r>
            <a:endParaRPr kumimoji="1" lang="en-US" altLang="ja-JP" dirty="0"/>
          </a:p>
          <a:p>
            <a:r>
              <a:rPr lang="en-US" altLang="ja-JP" dirty="0"/>
              <a:t>18</a:t>
            </a:r>
            <a:r>
              <a:rPr lang="ja-JP" altLang="en-US" dirty="0"/>
              <a:t>：</a:t>
            </a:r>
            <a:r>
              <a:rPr lang="en-US" altLang="ja-JP" dirty="0"/>
              <a:t>00	</a:t>
            </a:r>
            <a:r>
              <a:rPr lang="ja-JP" altLang="en-US" dirty="0"/>
              <a:t>夕会</a:t>
            </a:r>
            <a:endParaRPr lang="en-US" altLang="ja-JP" dirty="0"/>
          </a:p>
          <a:p>
            <a:r>
              <a:rPr kumimoji="1" lang="en-US" altLang="ja-JP" dirty="0"/>
              <a:t>19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	</a:t>
            </a:r>
            <a:r>
              <a:rPr lang="ja-JP" altLang="en-US" dirty="0"/>
              <a:t>退勤</a:t>
            </a:r>
            <a:endParaRPr lang="en-US" altLang="ja-JP" dirty="0"/>
          </a:p>
          <a:p>
            <a:r>
              <a:rPr kumimoji="1" lang="en-US" altLang="ja-JP" dirty="0"/>
              <a:t>20</a:t>
            </a:r>
            <a:r>
              <a:rPr kumimoji="1" lang="ja-JP" altLang="en-US" dirty="0"/>
              <a:t>：</a:t>
            </a:r>
            <a:r>
              <a:rPr kumimoji="1" lang="en-US" altLang="ja-JP" dirty="0"/>
              <a:t>30</a:t>
            </a:r>
            <a:r>
              <a:rPr kumimoji="1" lang="ja-JP" altLang="en-US" dirty="0"/>
              <a:t>　帰宅</a:t>
            </a:r>
            <a:endParaRPr kumimoji="1" lang="en-US" altLang="ja-JP" dirty="0"/>
          </a:p>
          <a:p>
            <a:r>
              <a:rPr lang="en-US" altLang="ja-JP" dirty="0"/>
              <a:t>26</a:t>
            </a:r>
            <a:r>
              <a:rPr lang="ja-JP" altLang="en-US" dirty="0"/>
              <a:t>：</a:t>
            </a:r>
            <a:r>
              <a:rPr lang="en-US" altLang="ja-JP" dirty="0"/>
              <a:t>00</a:t>
            </a:r>
            <a:r>
              <a:rPr lang="ja-JP" altLang="en-US" dirty="0"/>
              <a:t>　就寝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436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ゲーム会社は朝が苦手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ほとんどのゲーム会社は</a:t>
            </a:r>
            <a:r>
              <a:rPr kumimoji="1" lang="ja-JP" altLang="en-US" dirty="0">
                <a:solidFill>
                  <a:srgbClr val="FF0000"/>
                </a:solidFill>
              </a:rPr>
              <a:t>フレックス出社</a:t>
            </a:r>
            <a:r>
              <a:rPr kumimoji="1" lang="ja-JP" altLang="en-US" dirty="0"/>
              <a:t>を採用しています。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フレックス</a:t>
            </a:r>
            <a:r>
              <a:rPr lang="ja-JP" altLang="en-US" dirty="0"/>
              <a:t>出社とは</a:t>
            </a:r>
            <a:r>
              <a:rPr lang="ja-JP" altLang="en-US" dirty="0">
                <a:solidFill>
                  <a:srgbClr val="FF0000"/>
                </a:solidFill>
              </a:rPr>
              <a:t>決められた時間に出勤</a:t>
            </a:r>
            <a:r>
              <a:rPr lang="ja-JP" altLang="en-US" dirty="0"/>
              <a:t>していれば出勤とみなされる制度です。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例えばフレックス時間帯は</a:t>
            </a:r>
            <a:r>
              <a:rPr kumimoji="1" lang="en-US" altLang="ja-JP" dirty="0"/>
              <a:t>11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16</a:t>
            </a:r>
            <a:r>
              <a:rPr kumimoji="1" lang="ja-JP" altLang="en-US" dirty="0"/>
              <a:t>：</a:t>
            </a:r>
            <a:r>
              <a:rPr kumimoji="1" lang="en-US" altLang="ja-JP" dirty="0"/>
              <a:t>00</a:t>
            </a:r>
            <a:r>
              <a:rPr kumimoji="1" lang="ja-JP" altLang="en-US" dirty="0"/>
              <a:t>の場合は、その間に出勤していれば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このように勤務時間に寛容な企業が多く、働きやすい要因の１つになります。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348199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お昼休みは楽しいランチタイム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お昼休みもしっかりと取ります。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ゲーム会社は都会に多い</a:t>
            </a:r>
            <a:r>
              <a:rPr lang="ja-JP" altLang="en-US" dirty="0"/>
              <a:t>ので、お昼休みにランチに行くお店を選ぶのが毎日楽しみです。</a:t>
            </a:r>
            <a:endParaRPr lang="en-US" altLang="ja-JP" dirty="0"/>
          </a:p>
          <a:p>
            <a:r>
              <a:rPr kumimoji="1" lang="ja-JP" altLang="en-US" dirty="0"/>
              <a:t>会社の先輩にも気軽に誘ってくれるので、楽しく過ごすことができます。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15892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午後から本気出す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ゲーム開発には大きく分けて２つの工程があります。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■開発作業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ゲームを作る作業。</a:t>
            </a:r>
            <a:endParaRPr lang="en-US" altLang="ja-JP" dirty="0"/>
          </a:p>
          <a:p>
            <a:r>
              <a:rPr lang="ja-JP" altLang="en-US" dirty="0"/>
              <a:t>プランナーが考えたアイデア（仕様）を実現する作業です。</a:t>
            </a:r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■</a:t>
            </a:r>
            <a:r>
              <a:rPr kumimoji="1" lang="en-US" altLang="ja-JP" dirty="0">
                <a:solidFill>
                  <a:srgbClr val="FF0000"/>
                </a:solidFill>
              </a:rPr>
              <a:t>QA</a:t>
            </a:r>
            <a:r>
              <a:rPr kumimoji="1" lang="ja-JP" altLang="en-US" dirty="0">
                <a:solidFill>
                  <a:srgbClr val="FF0000"/>
                </a:solidFill>
              </a:rPr>
              <a:t>作業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en-US" altLang="ja-JP" dirty="0"/>
              <a:t>QA</a:t>
            </a:r>
            <a:r>
              <a:rPr lang="ja-JP" altLang="en-US" dirty="0"/>
              <a:t>（クオリティアップ）作業。</a:t>
            </a:r>
            <a:endParaRPr lang="en-US" altLang="ja-JP" dirty="0"/>
          </a:p>
          <a:p>
            <a:r>
              <a:rPr kumimoji="1" lang="ja-JP" altLang="en-US" dirty="0"/>
              <a:t>実際に遊んでみて見つかった不具合を直す作業や、</a:t>
            </a:r>
            <a:endParaRPr kumimoji="1" lang="en-US" altLang="ja-JP" dirty="0"/>
          </a:p>
          <a:p>
            <a:r>
              <a:rPr lang="ja-JP" altLang="en-US" dirty="0"/>
              <a:t>遊んでいて不便なところがあれば改善します。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302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スケジュールとの戦い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ゲーム開発は、</a:t>
            </a:r>
            <a:r>
              <a:rPr kumimoji="1" lang="ja-JP" altLang="en-US" dirty="0">
                <a:solidFill>
                  <a:srgbClr val="FF0000"/>
                </a:solidFill>
              </a:rPr>
              <a:t>ゲームが完成する日があらかじめ決まっています。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/>
              <a:t>決められた日に完成するためには、</a:t>
            </a:r>
            <a:r>
              <a:rPr kumimoji="1" lang="ja-JP" altLang="en-US" dirty="0">
                <a:solidFill>
                  <a:srgbClr val="FF0000"/>
                </a:solidFill>
              </a:rPr>
              <a:t>予定通りに作業</a:t>
            </a:r>
            <a:r>
              <a:rPr kumimoji="1" lang="ja-JP" altLang="en-US" dirty="0"/>
              <a:t>を進めないといけません。</a:t>
            </a:r>
            <a:endParaRPr kumimoji="1" lang="en-US" altLang="ja-JP" dirty="0"/>
          </a:p>
          <a:p>
            <a:r>
              <a:rPr lang="ja-JP" altLang="en-US" dirty="0"/>
              <a:t>先の２つの作業を、毎日どこまで終わらせるかを</a:t>
            </a:r>
            <a:r>
              <a:rPr lang="ja-JP" altLang="en-US" dirty="0">
                <a:solidFill>
                  <a:srgbClr val="FF0000"/>
                </a:solidFill>
              </a:rPr>
              <a:t>自分で管理</a:t>
            </a:r>
            <a:r>
              <a:rPr lang="ja-JP" altLang="en-US" dirty="0"/>
              <a:t>して、</a:t>
            </a:r>
            <a:endParaRPr lang="en-US" altLang="ja-JP" dirty="0"/>
          </a:p>
          <a:p>
            <a:r>
              <a:rPr kumimoji="1" lang="ja-JP" altLang="en-US" dirty="0"/>
              <a:t>きちんと終わらせてから退勤します。</a:t>
            </a:r>
            <a:endParaRPr kumimoji="1" lang="en-US" altLang="ja-JP" dirty="0"/>
          </a:p>
          <a:p>
            <a:r>
              <a:rPr lang="ja-JP" altLang="en-US" dirty="0">
                <a:solidFill>
                  <a:schemeClr val="bg1">
                    <a:lumMod val="85000"/>
                  </a:schemeClr>
                </a:solidFill>
              </a:rPr>
              <a:t>終わらない場合は。。。</a:t>
            </a:r>
            <a:endParaRPr kumimoji="1" lang="ja-JP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16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帰ったら家でゲームする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業界人として、トレンドを知っておくことは非常に大事です。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家には常に遊ぶゲームを用意しておいて、遊びながら業界研究をします。</a:t>
            </a:r>
          </a:p>
        </p:txBody>
      </p:sp>
    </p:spTree>
    <p:extLst>
      <p:ext uri="{BB962C8B-B14F-4D97-AF65-F5344CB8AC3E}">
        <p14:creationId xmlns:p14="http://schemas.microsoft.com/office/powerpoint/2010/main" val="2702295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こんな人は向いています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こういったことから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・スケジュール管理が得意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・楽しく仕事がしたい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・ゲームが好き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・モノ作りが好き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・数学が得意</a:t>
            </a:r>
            <a:endParaRPr kumimoji="1" lang="en-US" altLang="ja-JP" dirty="0">
              <a:solidFill>
                <a:schemeClr val="tx1"/>
              </a:solidFill>
            </a:endParaRPr>
          </a:p>
          <a:p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当てはまる人も、そうでない人も是非考えてみてください！！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81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3D282-5336-43E7-BD36-BCC2544B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あくまで参考です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EA93-21A4-45AB-8246-50BF4721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もちろん会社や人によって仕組みや過ごし方はバラバラです。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参考程度に。。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763248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</TotalTime>
  <Words>422</Words>
  <Application>Microsoft Office PowerPoint</Application>
  <PresentationFormat>ワイド画面</PresentationFormat>
  <Paragraphs>50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レトロスペクト</vt:lpstr>
      <vt:lpstr>ゲームプログラマーの１日</vt:lpstr>
      <vt:lpstr>１日のスケジュール</vt:lpstr>
      <vt:lpstr>ゲーム会社は朝が苦手</vt:lpstr>
      <vt:lpstr>お昼休みは楽しいランチタイム</vt:lpstr>
      <vt:lpstr>午後から本気出す</vt:lpstr>
      <vt:lpstr>スケジュールとの戦い</vt:lpstr>
      <vt:lpstr>帰ったら家でゲームする</vt:lpstr>
      <vt:lpstr>こんな人は向いています</vt:lpstr>
      <vt:lpstr>あくまで参考です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北九州校　ゲーム</cp:lastModifiedBy>
  <cp:revision>9</cp:revision>
  <dcterms:created xsi:type="dcterms:W3CDTF">2024-12-06T01:32:32Z</dcterms:created>
  <dcterms:modified xsi:type="dcterms:W3CDTF">2026-05-31T00:17:56Z</dcterms:modified>
</cp:coreProperties>
</file>