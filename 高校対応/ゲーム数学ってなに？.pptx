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ゲーム数学について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ゲーム制作と数学の深い関係とは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数学３大要素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ja-JP" altLang="en-US" sz="2800" dirty="0"/>
              <a:t>ゲーム数学に必要な要素</a:t>
            </a:r>
            <a:endParaRPr lang="en-US" altLang="ja-JP" sz="2800" dirty="0"/>
          </a:p>
          <a:p>
            <a:r>
              <a:rPr lang="ja-JP" altLang="en-US" sz="2800" dirty="0"/>
              <a:t>・幾何学</a:t>
            </a:r>
            <a:endParaRPr lang="en-US" altLang="ja-JP" sz="2800" dirty="0"/>
          </a:p>
          <a:p>
            <a:r>
              <a:rPr lang="ja-JP" altLang="en-US" sz="2800" dirty="0"/>
              <a:t>・物理学</a:t>
            </a:r>
            <a:endParaRPr lang="en-US" altLang="ja-JP" sz="2800" dirty="0"/>
          </a:p>
          <a:p>
            <a:r>
              <a:rPr lang="ja-JP" altLang="en-US" sz="2800" dirty="0"/>
              <a:t>・行列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知ってたら良いくらいのもの</a:t>
            </a:r>
            <a:endParaRPr lang="en-US" altLang="ja-JP" sz="2800" dirty="0"/>
          </a:p>
          <a:p>
            <a:r>
              <a:rPr lang="ja-JP" altLang="en-US" sz="2800" dirty="0"/>
              <a:t>・確率</a:t>
            </a:r>
            <a:endParaRPr lang="en-US" altLang="ja-JP" sz="2800" dirty="0"/>
          </a:p>
          <a:p>
            <a:r>
              <a:rPr lang="ja-JP" altLang="en-US" sz="2800" dirty="0"/>
              <a:t>・統計学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36375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幾何学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ゲームには</a:t>
            </a:r>
            <a:r>
              <a:rPr lang="ja-JP" altLang="en-US" sz="2800" b="1" dirty="0">
                <a:solidFill>
                  <a:srgbClr val="FF0000"/>
                </a:solidFill>
              </a:rPr>
              <a:t>当たり判定</a:t>
            </a:r>
            <a:r>
              <a:rPr lang="ja-JP" altLang="en-US" sz="2800" dirty="0"/>
              <a:t>という、</a:t>
            </a:r>
            <a:endParaRPr lang="en-US" altLang="ja-JP" sz="2800" dirty="0"/>
          </a:p>
          <a:p>
            <a:r>
              <a:rPr lang="ja-JP" altLang="en-US" sz="2800" b="1" dirty="0">
                <a:solidFill>
                  <a:srgbClr val="FF0000"/>
                </a:solidFill>
              </a:rPr>
              <a:t>物体同士が衝突しているかどうかを判定</a:t>
            </a:r>
            <a:r>
              <a:rPr lang="ja-JP" altLang="en-US" sz="2800" dirty="0"/>
              <a:t>する必要があります。</a:t>
            </a:r>
            <a:endParaRPr lang="en-US" altLang="ja-JP" sz="2800" dirty="0"/>
          </a:p>
          <a:p>
            <a:r>
              <a:rPr lang="ja-JP" altLang="en-US" sz="2800" b="1" dirty="0">
                <a:solidFill>
                  <a:srgbClr val="FF0000"/>
                </a:solidFill>
              </a:rPr>
              <a:t>図形を数学的に理解</a:t>
            </a:r>
            <a:r>
              <a:rPr lang="ja-JP" altLang="en-US" sz="2800" dirty="0"/>
              <a:t>しないと、この判定ができません。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　　　　　←ブロックに当たってるから上に乗れる</a:t>
            </a:r>
            <a:endParaRPr lang="en-US" altLang="ja-JP" sz="280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CECF874-79CC-4154-B6CE-4DA148BA2B5A}"/>
              </a:ext>
            </a:extLst>
          </p:cNvPr>
          <p:cNvGrpSpPr/>
          <p:nvPr/>
        </p:nvGrpSpPr>
        <p:grpSpPr>
          <a:xfrm>
            <a:off x="1097280" y="3857414"/>
            <a:ext cx="1138518" cy="2142565"/>
            <a:chOff x="1097280" y="3263152"/>
            <a:chExt cx="1138518" cy="2142565"/>
          </a:xfrm>
        </p:grpSpPr>
        <p:sp>
          <p:nvSpPr>
            <p:cNvPr id="4" name="四角形: 角度付き 3">
              <a:extLst>
                <a:ext uri="{FF2B5EF4-FFF2-40B4-BE49-F238E27FC236}">
                  <a16:creationId xmlns:a16="http://schemas.microsoft.com/office/drawing/2014/main" id="{CAA71489-59B2-49D3-A9E4-E25496CA90E0}"/>
                </a:ext>
              </a:extLst>
            </p:cNvPr>
            <p:cNvSpPr/>
            <p:nvPr/>
          </p:nvSpPr>
          <p:spPr>
            <a:xfrm>
              <a:off x="1097280" y="4276164"/>
              <a:ext cx="1138518" cy="1129553"/>
            </a:xfrm>
            <a:prstGeom prst="bevel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スマイル 4">
              <a:extLst>
                <a:ext uri="{FF2B5EF4-FFF2-40B4-BE49-F238E27FC236}">
                  <a16:creationId xmlns:a16="http://schemas.microsoft.com/office/drawing/2014/main" id="{181C93FC-3BF3-401C-9344-7B67289AE481}"/>
                </a:ext>
              </a:extLst>
            </p:cNvPr>
            <p:cNvSpPr/>
            <p:nvPr/>
          </p:nvSpPr>
          <p:spPr>
            <a:xfrm>
              <a:off x="1146586" y="3263152"/>
              <a:ext cx="1039906" cy="1013012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61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物理学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ゲームでは</a:t>
            </a:r>
            <a:r>
              <a:rPr lang="ja-JP" altLang="en-US" sz="2800" b="1" dirty="0">
                <a:solidFill>
                  <a:srgbClr val="FF0000"/>
                </a:solidFill>
              </a:rPr>
              <a:t>物を投げたり、発射したり</a:t>
            </a:r>
            <a:r>
              <a:rPr lang="ja-JP" altLang="en-US" sz="2800" dirty="0"/>
              <a:t>することも多いです。</a:t>
            </a:r>
            <a:endParaRPr lang="en-US" altLang="ja-JP" sz="2800" dirty="0"/>
          </a:p>
          <a:p>
            <a:r>
              <a:rPr lang="ja-JP" altLang="en-US" sz="2800" dirty="0"/>
              <a:t>宙に放り出されたものは</a:t>
            </a:r>
            <a:r>
              <a:rPr lang="ja-JP" altLang="en-US" sz="2800" b="1" dirty="0">
                <a:solidFill>
                  <a:srgbClr val="FF0000"/>
                </a:solidFill>
              </a:rPr>
              <a:t>抵抗や重力</a:t>
            </a:r>
            <a:r>
              <a:rPr lang="ja-JP" altLang="en-US" sz="2800" dirty="0"/>
              <a:t>に従って移動します。</a:t>
            </a:r>
            <a:endParaRPr lang="en-US" altLang="ja-JP" sz="2800" dirty="0"/>
          </a:p>
          <a:p>
            <a:r>
              <a:rPr lang="ja-JP" altLang="en-US" sz="2800" dirty="0"/>
              <a:t>これらを計算するためにも物理学の知識が必要です。</a:t>
            </a:r>
            <a:endParaRPr lang="en-US" altLang="ja-JP" sz="2800" dirty="0"/>
          </a:p>
        </p:txBody>
      </p:sp>
      <p:sp>
        <p:nvSpPr>
          <p:cNvPr id="10" name="矢印: 下カーブ 9">
            <a:extLst>
              <a:ext uri="{FF2B5EF4-FFF2-40B4-BE49-F238E27FC236}">
                <a16:creationId xmlns:a16="http://schemas.microsoft.com/office/drawing/2014/main" id="{C8423E2C-2B48-4F49-BDC6-2D9E5D547D4B}"/>
              </a:ext>
            </a:extLst>
          </p:cNvPr>
          <p:cNvSpPr/>
          <p:nvPr/>
        </p:nvSpPr>
        <p:spPr>
          <a:xfrm>
            <a:off x="2689412" y="3693459"/>
            <a:ext cx="6364941" cy="166743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28B917C-E5F6-41AE-8344-6F8DAD0FC2D5}"/>
              </a:ext>
            </a:extLst>
          </p:cNvPr>
          <p:cNvSpPr/>
          <p:nvPr/>
        </p:nvSpPr>
        <p:spPr>
          <a:xfrm>
            <a:off x="8328212" y="5414982"/>
            <a:ext cx="726141" cy="70821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74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行列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84B9D21-4D92-4C73-A331-BAC6CD54B8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800" dirty="0"/>
                  <a:t>３</a:t>
                </a:r>
                <a:r>
                  <a:rPr lang="en-US" altLang="ja-JP" sz="2800" dirty="0"/>
                  <a:t>D</a:t>
                </a:r>
                <a:r>
                  <a:rPr lang="ja-JP" altLang="en-US" sz="2800" dirty="0"/>
                  <a:t>のゲームでは</a:t>
                </a:r>
                <a:r>
                  <a:rPr lang="ja-JP" altLang="en-US" sz="2800" b="1" dirty="0">
                    <a:solidFill>
                      <a:srgbClr val="FF0000"/>
                    </a:solidFill>
                  </a:rPr>
                  <a:t>立体的な移動、回転、拡縮</a:t>
                </a:r>
                <a:r>
                  <a:rPr lang="ja-JP" altLang="en-US" sz="2800" dirty="0"/>
                  <a:t>が必要です。</a:t>
                </a:r>
                <a:endParaRPr lang="en-US" altLang="ja-JP" sz="2800" dirty="0"/>
              </a:p>
              <a:p>
                <a:r>
                  <a:rPr lang="ja-JP" altLang="en-US" sz="2800" dirty="0"/>
                  <a:t>それらを計算するためには</a:t>
                </a:r>
                <a:r>
                  <a:rPr lang="ja-JP" altLang="en-US" sz="2800" b="1" dirty="0">
                    <a:solidFill>
                      <a:srgbClr val="FF0000"/>
                    </a:solidFill>
                  </a:rPr>
                  <a:t>行列</a:t>
                </a:r>
                <a:r>
                  <a:rPr lang="ja-JP" altLang="en-US" sz="2800" dirty="0"/>
                  <a:t>の知識が必要です。</a:t>
                </a:r>
                <a:endParaRPr lang="en-US" altLang="ja-JP" sz="2800" dirty="0"/>
              </a:p>
              <a:p>
                <a:endParaRPr lang="en-US" altLang="ja-JP" sz="2800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US" altLang="ja-JP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800" dirty="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84B9D21-4D92-4C73-A331-BAC6CD54B8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0" t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88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3DC0CC0B-2F83-436F-B887-5ABA95BB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入社試験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84B9D21-4D92-4C73-A331-BAC6CD54B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大手ゲーム会社は入社試験に筆記テストがあります。</a:t>
            </a:r>
            <a:endParaRPr lang="en-US" altLang="ja-JP" sz="2800" dirty="0"/>
          </a:p>
          <a:p>
            <a:r>
              <a:rPr lang="ja-JP" altLang="en-US" sz="2800" dirty="0"/>
              <a:t>これまで紹介したものに関する問題が必ず出題されます。</a:t>
            </a:r>
            <a:endParaRPr lang="en-US" altLang="ja-JP" sz="2800" dirty="0"/>
          </a:p>
          <a:p>
            <a:endParaRPr lang="en-US" altLang="ja-JP" sz="2800" dirty="0"/>
          </a:p>
          <a:p>
            <a:r>
              <a:rPr lang="ja-JP" altLang="en-US" sz="2800" dirty="0"/>
              <a:t>■筆記試験のある会社</a:t>
            </a:r>
            <a:endParaRPr lang="en-US" altLang="ja-JP" sz="2800" dirty="0"/>
          </a:p>
          <a:p>
            <a:r>
              <a:rPr lang="ja-JP" altLang="en-US" sz="2800" dirty="0"/>
              <a:t>・任天堂</a:t>
            </a:r>
            <a:endParaRPr lang="en-US" altLang="ja-JP" sz="2800" dirty="0"/>
          </a:p>
          <a:p>
            <a:r>
              <a:rPr lang="ja-JP" altLang="en-US" sz="2800" dirty="0"/>
              <a:t>・セガ</a:t>
            </a:r>
            <a:endParaRPr lang="en-US" altLang="ja-JP" sz="2800" dirty="0"/>
          </a:p>
          <a:p>
            <a:r>
              <a:rPr lang="ja-JP" altLang="en-US" sz="2800" dirty="0"/>
              <a:t>・カプコン　など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141444141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</TotalTime>
  <Words>207</Words>
  <Application>Microsoft Office PowerPoint</Application>
  <PresentationFormat>ワイド画面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レトロスペクト</vt:lpstr>
      <vt:lpstr>ゲーム数学について</vt:lpstr>
      <vt:lpstr>数学３大要素</vt:lpstr>
      <vt:lpstr>幾何学</vt:lpstr>
      <vt:lpstr>物理学</vt:lpstr>
      <vt:lpstr>行列</vt:lpstr>
      <vt:lpstr>入社試験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北九州校　ゲーム</cp:lastModifiedBy>
  <cp:revision>28</cp:revision>
  <dcterms:created xsi:type="dcterms:W3CDTF">2024-12-06T01:32:32Z</dcterms:created>
  <dcterms:modified xsi:type="dcterms:W3CDTF">2026-05-06T01:59:51Z</dcterms:modified>
</cp:coreProperties>
</file>