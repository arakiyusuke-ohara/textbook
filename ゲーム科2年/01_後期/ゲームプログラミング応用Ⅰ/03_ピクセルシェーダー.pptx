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ピクセルシェーダー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前回書いたピクセルシェーダーを解説します。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E0CF21F-5D07-4D43-B50E-462AC3C26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923591" cy="479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ピクセルシェーダー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894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main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には、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画面の１ピクセルごとの処理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  <a:p>
            <a:r>
              <a:rPr lang="ja-JP" altLang="en-US" sz="2400" dirty="0"/>
              <a:t>つまり、</a:t>
            </a:r>
            <a:r>
              <a:rPr lang="en-US" altLang="ja-JP" sz="2400" b="1" dirty="0">
                <a:solidFill>
                  <a:srgbClr val="FF0000"/>
                </a:solidFill>
              </a:rPr>
              <a:t>FHD</a:t>
            </a:r>
            <a:r>
              <a:rPr lang="ja-JP" altLang="en-US" sz="2400" b="1" dirty="0">
                <a:solidFill>
                  <a:srgbClr val="FF0000"/>
                </a:solidFill>
              </a:rPr>
              <a:t>解像度の画面の場合、</a:t>
            </a:r>
            <a:r>
              <a:rPr lang="en-US" altLang="ja-JP" sz="2400" b="1" dirty="0">
                <a:solidFill>
                  <a:srgbClr val="FF0000"/>
                </a:solidFill>
              </a:rPr>
              <a:t>1920×1080</a:t>
            </a:r>
            <a:r>
              <a:rPr lang="ja-JP" altLang="en-US" sz="2400" b="1" dirty="0">
                <a:solidFill>
                  <a:srgbClr val="FF0000"/>
                </a:solidFill>
              </a:rPr>
              <a:t>回処理が通ります。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CAFD7A-5834-46F9-B9B7-B9AB746A0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688542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5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ピクセルシェーダー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Sample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は引数で渡したテクスチャ座標を元に、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テクスチャの色を取得する関数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/>
              <a:t>テクスチャが使われる画像は必須のプログラムになります。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9D2905D-7B59-4F3F-A62B-E65156E58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9459645" cy="58110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F6019C43-83AB-46FD-8FE9-0D781B129B71}"/>
              </a:ext>
            </a:extLst>
          </p:cNvPr>
          <p:cNvGrpSpPr/>
          <p:nvPr/>
        </p:nvGrpSpPr>
        <p:grpSpPr>
          <a:xfrm>
            <a:off x="567542" y="3396481"/>
            <a:ext cx="3726243" cy="2893832"/>
            <a:chOff x="6171566" y="3625501"/>
            <a:chExt cx="3726243" cy="2893832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AD4E65EF-51D2-4648-A85C-A25F0AEBF801}"/>
                </a:ext>
              </a:extLst>
            </p:cNvPr>
            <p:cNvGrpSpPr/>
            <p:nvPr/>
          </p:nvGrpSpPr>
          <p:grpSpPr>
            <a:xfrm>
              <a:off x="7298268" y="4087167"/>
              <a:ext cx="2599541" cy="2432166"/>
              <a:chOff x="719667" y="3581400"/>
              <a:chExt cx="3293533" cy="3090333"/>
            </a:xfrm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5B458547-0791-4A9B-AB49-99EDC3C26B17}"/>
                  </a:ext>
                </a:extLst>
              </p:cNvPr>
              <p:cNvSpPr/>
              <p:nvPr/>
            </p:nvSpPr>
            <p:spPr>
              <a:xfrm>
                <a:off x="719667" y="3581400"/>
                <a:ext cx="3293533" cy="30903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スマイル 6">
                <a:extLst>
                  <a:ext uri="{FF2B5EF4-FFF2-40B4-BE49-F238E27FC236}">
                    <a16:creationId xmlns:a16="http://schemas.microsoft.com/office/drawing/2014/main" id="{937A535C-66CD-41D4-82CC-FDC34A1D50F6}"/>
                  </a:ext>
                </a:extLst>
              </p:cNvPr>
              <p:cNvSpPr/>
              <p:nvPr/>
            </p:nvSpPr>
            <p:spPr>
              <a:xfrm>
                <a:off x="719667" y="3581400"/>
                <a:ext cx="3293532" cy="3090332"/>
              </a:xfrm>
              <a:prstGeom prst="smileyFace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38DF5E11-4370-49D5-AA8B-4EAF0F0F6C1C}"/>
                </a:ext>
              </a:extLst>
            </p:cNvPr>
            <p:cNvCxnSpPr>
              <a:cxnSpLocks/>
            </p:cNvCxnSpPr>
            <p:nvPr/>
          </p:nvCxnSpPr>
          <p:spPr>
            <a:xfrm>
              <a:off x="7298268" y="4699000"/>
              <a:ext cx="1905549" cy="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F5609532-17D1-4C27-A183-57C0820D16E2}"/>
                </a:ext>
              </a:extLst>
            </p:cNvPr>
            <p:cNvCxnSpPr>
              <a:cxnSpLocks/>
            </p:cNvCxnSpPr>
            <p:nvPr/>
          </p:nvCxnSpPr>
          <p:spPr>
            <a:xfrm>
              <a:off x="9203817" y="4087167"/>
              <a:ext cx="0" cy="611833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78044DCB-397A-4CC0-82AD-1B26F2E7AE7A}"/>
                </a:ext>
              </a:extLst>
            </p:cNvPr>
            <p:cNvSpPr txBox="1"/>
            <p:nvPr/>
          </p:nvSpPr>
          <p:spPr>
            <a:xfrm>
              <a:off x="6171566" y="4468167"/>
              <a:ext cx="10310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/>
                <a:t>V=0.3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828077D0-1542-400A-9FB7-E6F8273F9F8A}"/>
                </a:ext>
              </a:extLst>
            </p:cNvPr>
            <p:cNvSpPr txBox="1"/>
            <p:nvPr/>
          </p:nvSpPr>
          <p:spPr>
            <a:xfrm>
              <a:off x="8756691" y="3625501"/>
              <a:ext cx="10583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/>
                <a:t>U=0.7</a:t>
              </a:r>
            </a:p>
          </p:txBody>
        </p:sp>
      </p:grpSp>
      <p:sp>
        <p:nvSpPr>
          <p:cNvPr id="21" name="吹き出し: 折線 20">
            <a:extLst>
              <a:ext uri="{FF2B5EF4-FFF2-40B4-BE49-F238E27FC236}">
                <a16:creationId xmlns:a16="http://schemas.microsoft.com/office/drawing/2014/main" id="{256DB5AB-3E7F-4208-AF8C-C78EFC63EF45}"/>
              </a:ext>
            </a:extLst>
          </p:cNvPr>
          <p:cNvSpPr/>
          <p:nvPr/>
        </p:nvSpPr>
        <p:spPr>
          <a:xfrm>
            <a:off x="4715933" y="4885267"/>
            <a:ext cx="2065867" cy="4826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8070"/>
              <a:gd name="adj6" fmla="val -5363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0000"/>
                </a:solidFill>
              </a:rPr>
              <a:t>ここの色！！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977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ピクセルシェーダー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最後にすべての色を合成して出力します。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E1649C1-F72F-4DCA-BB11-5E61BD5C0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392594" cy="161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8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ピクセルシェーダー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ピクセルシェーダーは、とにかく通る回数が多いです。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重い処理は絶対に書かない</a:t>
            </a:r>
            <a:r>
              <a:rPr lang="ja-JP" altLang="en-US" sz="2400" dirty="0"/>
              <a:t>ようにしましょう。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69126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ピクセルシェーダー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8170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C/C++</a:t>
            </a:r>
            <a:r>
              <a:rPr lang="ja-JP" altLang="en-US" sz="2400" dirty="0"/>
              <a:t>で書いたプログラムは</a:t>
            </a:r>
            <a:r>
              <a:rPr lang="en-US" altLang="ja-JP" sz="2400" b="1" dirty="0">
                <a:solidFill>
                  <a:srgbClr val="FF0000"/>
                </a:solidFill>
              </a:rPr>
              <a:t>CPU</a:t>
            </a:r>
            <a:r>
              <a:rPr lang="ja-JP" altLang="en-US" sz="2400" dirty="0"/>
              <a:t>で処理されますが、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シェーダープログラム</a:t>
            </a:r>
            <a:r>
              <a:rPr lang="ja-JP" altLang="en-US" sz="2400" dirty="0"/>
              <a:t>は</a:t>
            </a:r>
            <a:r>
              <a:rPr lang="en-US" altLang="ja-JP" sz="2400" b="1" dirty="0">
                <a:solidFill>
                  <a:srgbClr val="FF0000"/>
                </a:solidFill>
              </a:rPr>
              <a:t>GPU</a:t>
            </a:r>
            <a:r>
              <a:rPr lang="ja-JP" altLang="en-US" sz="2400" dirty="0"/>
              <a:t>で処理されます。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CPU(Central Processing Unit)</a:t>
            </a:r>
            <a:r>
              <a:rPr lang="ja-JP" altLang="en-US" sz="2400" dirty="0"/>
              <a:t>・・・メイン脳みそ</a:t>
            </a:r>
            <a:endParaRPr lang="en-US" altLang="ja-JP" sz="2400" dirty="0"/>
          </a:p>
          <a:p>
            <a:r>
              <a:rPr lang="en-US" altLang="ja-JP" sz="2400" dirty="0"/>
              <a:t>GPU(Graphics Processing Unit)</a:t>
            </a:r>
            <a:r>
              <a:rPr lang="ja-JP" altLang="en-US" sz="2400" dirty="0"/>
              <a:t>・・・グラフィック用サブ脳みそ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大量の処理はされますが、</a:t>
            </a:r>
            <a:r>
              <a:rPr lang="en-US" altLang="ja-JP" sz="2400" dirty="0"/>
              <a:t>C/C++</a:t>
            </a:r>
            <a:r>
              <a:rPr lang="ja-JP" altLang="en-US" sz="2400" dirty="0"/>
              <a:t>とは</a:t>
            </a:r>
            <a:r>
              <a:rPr lang="ja-JP" altLang="en-US" sz="2400"/>
              <a:t>別で処理して</a:t>
            </a:r>
            <a:r>
              <a:rPr lang="ja-JP" altLang="en-US" sz="2400" dirty="0"/>
              <a:t>くれます。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77984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181</Words>
  <Application>Microsoft Office PowerPoint</Application>
  <PresentationFormat>ワイド画面</PresentationFormat>
  <Paragraphs>25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49</cp:revision>
  <dcterms:created xsi:type="dcterms:W3CDTF">2024-08-27T02:15:54Z</dcterms:created>
  <dcterms:modified xsi:type="dcterms:W3CDTF">2025-07-16T00:40:24Z</dcterms:modified>
</cp:coreProperties>
</file>