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59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4472C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7768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３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なのにアニメみたいな見た目にするシェーダー</a:t>
            </a:r>
            <a:r>
              <a:rPr kumimoji="1" lang="ja-JP" altLang="en-US" sz="2400" dirty="0"/>
              <a:t>を、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トゥーンシェーダー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手法は様々ですが、</a:t>
            </a:r>
            <a:endParaRPr kumimoji="1" lang="en-US" altLang="ja-JP" sz="2400" dirty="0"/>
          </a:p>
          <a:p>
            <a:r>
              <a:rPr lang="ja-JP" altLang="en-US" sz="2400" dirty="0"/>
              <a:t>簡単なものから仕組みの基礎を学びましょう。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トゥーンシェーダーは別名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セルシェーダー、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Stylize Shader</a:t>
            </a:r>
            <a:r>
              <a:rPr kumimoji="1" lang="ja-JP" altLang="en-US" sz="2400" dirty="0"/>
              <a:t>とも呼ばれます</a:t>
            </a:r>
            <a:endParaRPr kumimoji="1"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今回から最新の</a:t>
            </a:r>
            <a:r>
              <a:rPr kumimoji="1" lang="en-US" altLang="ja-JP" sz="2400" dirty="0"/>
              <a:t>URP</a:t>
            </a:r>
            <a:r>
              <a:rPr kumimoji="1" lang="ja-JP" altLang="en-US" sz="2400" dirty="0"/>
              <a:t>でシェーダーを書きます（あまり変わりはありません）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62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SimpleToon.shader</a:t>
            </a:r>
            <a:r>
              <a:rPr kumimoji="1" lang="ja-JP" altLang="en-US" sz="2400" dirty="0"/>
              <a:t>を追加して書きます。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54C533D-24A3-44B5-84BD-C73F4E4DB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6422918" cy="467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842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233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SimpleToon.shader</a:t>
            </a:r>
            <a:r>
              <a:rPr kumimoji="1" lang="ja-JP" altLang="en-US" sz="2400" dirty="0"/>
              <a:t>（その２）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7097797-7BDD-4CC7-88A8-82041D72F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850489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30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233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SimpleToon.shader</a:t>
            </a:r>
            <a:r>
              <a:rPr kumimoji="1" lang="ja-JP" altLang="en-US" sz="2400" dirty="0"/>
              <a:t>（その３）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FF79A3D-DFBE-4586-A935-219670E7D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259032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344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233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SimpleToon.shader</a:t>
            </a:r>
            <a:r>
              <a:rPr kumimoji="1" lang="ja-JP" altLang="en-US" sz="2400" dirty="0"/>
              <a:t>（その４）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120535E-B068-423E-B7CC-C75C84DB9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8675070" cy="468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30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マテリアルを追加して、球やカプセルに適用しましょう。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FEDB1F4-35FE-42F4-9336-5180285F1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223535" cy="414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3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トゥーンシェーダーの基礎は非常にシンプルで、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光の当たり具合から、明るい部分と暗い部分を作るだけ</a:t>
            </a:r>
            <a:r>
              <a:rPr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5232707-C27A-4B7A-923C-A4E11099A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223535" cy="414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477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ノーマルマップと同様に、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光の向きと法線の向きで内積を計算</a:t>
            </a:r>
            <a:r>
              <a:rPr lang="ja-JP" altLang="en-US" sz="2400" dirty="0"/>
              <a:t>すれば、</a:t>
            </a:r>
            <a:r>
              <a:rPr lang="ja-JP" altLang="en-US" sz="2400" b="1" dirty="0">
                <a:solidFill>
                  <a:srgbClr val="FF0000"/>
                </a:solidFill>
              </a:rPr>
              <a:t>光の当たり具合</a:t>
            </a:r>
            <a:r>
              <a:rPr lang="ja-JP" altLang="en-US" sz="2400" dirty="0"/>
              <a:t>がわかります。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72B469E-F61C-49D8-8B71-FA3B18949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630714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403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まとめると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・明るい部分と暗い部分に分ければアニメっぽくなる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・光の当たり具合は法線との内積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これが基礎部分になります。</a:t>
            </a:r>
            <a:endParaRPr kumimoji="1" lang="en-US" altLang="ja-JP" sz="2400" dirty="0"/>
          </a:p>
          <a:p>
            <a:r>
              <a:rPr lang="ja-JP" altLang="en-US" sz="2400" dirty="0"/>
              <a:t>次回はこれを応用してより柔軟なシェーダーにします。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78874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</TotalTime>
  <Words>196</Words>
  <Application>Microsoft Office PowerPoint</Application>
  <PresentationFormat>ワイド画面</PresentationFormat>
  <Paragraphs>33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74</cp:revision>
  <dcterms:created xsi:type="dcterms:W3CDTF">2024-08-27T02:15:54Z</dcterms:created>
  <dcterms:modified xsi:type="dcterms:W3CDTF">2025-07-28T00:58:41Z</dcterms:modified>
</cp:coreProperties>
</file>