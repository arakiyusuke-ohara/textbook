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半透明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見た目を半透明にしたい場合は専用の設定が必要になります。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C1BBD1A-2FB0-418D-BC8D-DD502BE82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850191" cy="426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半透明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6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Tags</a:t>
            </a:r>
            <a:r>
              <a:rPr kumimoji="1" lang="ja-JP" altLang="en-US" sz="2400" dirty="0"/>
              <a:t>を以下のように修正します。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8EA779-71AB-4A2B-875B-2A078D933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94779" cy="11455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CF6F35-321B-4894-8E9C-D4C7FFA2DA54}"/>
              </a:ext>
            </a:extLst>
          </p:cNvPr>
          <p:cNvSpPr txBox="1"/>
          <p:nvPr/>
        </p:nvSpPr>
        <p:spPr>
          <a:xfrm>
            <a:off x="567542" y="3103033"/>
            <a:ext cx="108430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Queue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は描画順の設定</a:t>
            </a:r>
            <a:r>
              <a:rPr kumimoji="1" lang="ja-JP" altLang="en-US" sz="2400" dirty="0"/>
              <a:t>で、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Transparent</a:t>
            </a:r>
            <a:r>
              <a:rPr lang="ja-JP" altLang="en-US" sz="2400" dirty="0"/>
              <a:t>とする</a:t>
            </a:r>
            <a:r>
              <a:rPr lang="ja-JP" altLang="en-US" sz="2400" b="1" dirty="0">
                <a:solidFill>
                  <a:srgbClr val="FF0000"/>
                </a:solidFill>
              </a:rPr>
              <a:t>とかなり後から描画</a:t>
            </a:r>
            <a:r>
              <a:rPr lang="ja-JP" altLang="en-US" sz="2400" dirty="0"/>
              <a:t>されるようになります。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RenderType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描画タイプ</a:t>
            </a:r>
            <a:r>
              <a:rPr lang="ja-JP" altLang="en-US" sz="2400" dirty="0"/>
              <a:t>で、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Transparent</a:t>
            </a:r>
            <a:r>
              <a:rPr kumimoji="1" lang="ja-JP" altLang="en-US" sz="2400" dirty="0"/>
              <a:t>だと透明なので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あまりライトの影響などを受けなくなります。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47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半透明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97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Pass</a:t>
            </a:r>
            <a:r>
              <a:rPr kumimoji="1" lang="ja-JP" altLang="en-US" sz="2400" dirty="0"/>
              <a:t>の冒頭部分を追記します。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7C9297-90DB-4EF3-9A1C-92EDBC85A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4876525" cy="147136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101DBD-38BE-4A8B-8129-C950A408B1F3}"/>
              </a:ext>
            </a:extLst>
          </p:cNvPr>
          <p:cNvSpPr txBox="1"/>
          <p:nvPr/>
        </p:nvSpPr>
        <p:spPr>
          <a:xfrm>
            <a:off x="567542" y="3568843"/>
            <a:ext cx="97770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Blend 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SrcAlpha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 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OneMinusSrcAlpha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アルファブレンドの有効化</a:t>
            </a:r>
            <a:r>
              <a:rPr kumimoji="1" lang="ja-JP" altLang="en-US" sz="2400" dirty="0"/>
              <a:t>、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Zwrite</a:t>
            </a:r>
            <a:r>
              <a:rPr lang="en-US" altLang="ja-JP" sz="2400" b="1" dirty="0">
                <a:solidFill>
                  <a:srgbClr val="00B050"/>
                </a:solidFill>
              </a:rPr>
              <a:t> On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Z</a:t>
            </a:r>
            <a:r>
              <a:rPr lang="ja-JP" altLang="en-US" sz="2400" b="1" dirty="0">
                <a:solidFill>
                  <a:srgbClr val="FF0000"/>
                </a:solidFill>
              </a:rPr>
              <a:t>バッファへの書き込みを</a:t>
            </a:r>
            <a:r>
              <a:rPr lang="en-US" altLang="ja-JP" sz="2400" b="1" dirty="0">
                <a:solidFill>
                  <a:srgbClr val="FF0000"/>
                </a:solidFill>
              </a:rPr>
              <a:t>ON</a:t>
            </a:r>
            <a:r>
              <a:rPr lang="ja-JP" altLang="en-US" sz="2400" dirty="0"/>
              <a:t>にします。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536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半透明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これで色を使う際の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アルファ値（透明度）</a:t>
            </a:r>
            <a:r>
              <a:rPr kumimoji="1" lang="ja-JP" altLang="en-US" sz="2400" dirty="0"/>
              <a:t>が有効になります。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AC80C7-7CED-47C4-AB93-7216E2E87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15639" cy="104789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7318C8-BCF2-446F-AEB2-5E2BDC250429}"/>
              </a:ext>
            </a:extLst>
          </p:cNvPr>
          <p:cNvSpPr txBox="1"/>
          <p:nvPr/>
        </p:nvSpPr>
        <p:spPr>
          <a:xfrm>
            <a:off x="567542" y="3005390"/>
            <a:ext cx="5840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このように透明度</a:t>
            </a:r>
            <a:r>
              <a:rPr kumimoji="1" lang="en-US" altLang="ja-JP" sz="2400" dirty="0"/>
              <a:t>0.2</a:t>
            </a:r>
            <a:r>
              <a:rPr kumimoji="1" lang="ja-JP" altLang="en-US" sz="2400" dirty="0"/>
              <a:t>にしてみましょう。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F6AD663-3D52-480A-98EC-0A33172C7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606755"/>
            <a:ext cx="3411792" cy="24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0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半透明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今回出てきた用語はほかのゲームエンジンやモデリングツールでも使用されます。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ぜひ、言葉は覚えておきましょう。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7C57A09-9616-499F-AE1D-AE2618645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794779" cy="114553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F3D0C83-0B29-4308-B9EA-8C465512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54" y="3525336"/>
            <a:ext cx="4876525" cy="147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2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144</Words>
  <Application>Microsoft Office PowerPoint</Application>
  <PresentationFormat>ワイド画面</PresentationFormat>
  <Paragraphs>19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45</cp:revision>
  <dcterms:created xsi:type="dcterms:W3CDTF">2024-08-27T02:15:54Z</dcterms:created>
  <dcterms:modified xsi:type="dcterms:W3CDTF">2025-07-17T05:30:23Z</dcterms:modified>
</cp:coreProperties>
</file>