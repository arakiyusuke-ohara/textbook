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実際に作ったシェーダーでモデルを描画してみます。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1DA98A9-A5C6-4A6B-A2B0-F7E9E43F8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841352" cy="456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50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シェーダー管理クラス</a:t>
            </a:r>
            <a:r>
              <a:rPr lang="ja-JP" altLang="en-US" sz="2400" dirty="0"/>
              <a:t>を作ります。</a:t>
            </a:r>
            <a:endParaRPr lang="en-US" altLang="ja-JP" sz="2400" dirty="0"/>
          </a:p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Source &gt; Shader</a:t>
            </a:r>
            <a:r>
              <a:rPr kumimoji="1" lang="ja-JP" altLang="en-US" sz="2400" dirty="0"/>
              <a:t>」に以下のファイルを追加しましょう。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51BA386-508A-47C2-88C2-BB60A9122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004202" cy="271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52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697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ShaderManager.h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9E1AFC1-5A34-4A41-AEEE-48034FE40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5098152" cy="466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18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93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ShaderManager.cpp</a:t>
            </a:r>
            <a:r>
              <a:rPr kumimoji="1" lang="ja-JP" altLang="en-US" sz="2400" dirty="0"/>
              <a:t>を書きます。（その１）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5948C8E-81E5-4ABC-A024-587694A39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262693" cy="479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830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93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ShaderManager.cpp</a:t>
            </a:r>
            <a:r>
              <a:rPr kumimoji="1" lang="ja-JP" altLang="en-US" sz="2400" dirty="0"/>
              <a:t>を書きます。（その２）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C85C8BF-DBB4-48D1-BCBA-49EFFF088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135618" cy="44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9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93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ShaderManager.cpp</a:t>
            </a:r>
            <a:r>
              <a:rPr kumimoji="1" lang="ja-JP" altLang="en-US" sz="2400" dirty="0"/>
              <a:t>を書きます。（その３）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03BEA75-D0BE-4A5E-9A20-B5E41E22E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6593471" cy="458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212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618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ゲームではコンパイル後に出力されたファイルをロードして使用します。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頂点シェーダーは</a:t>
            </a:r>
            <a:r>
              <a:rPr lang="en-US" altLang="ja-JP" sz="2400" b="1" dirty="0">
                <a:solidFill>
                  <a:srgbClr val="FF0000"/>
                </a:solidFill>
              </a:rPr>
              <a:t>VSO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ファイル、ピクセルシェーダーは</a:t>
            </a:r>
            <a:r>
              <a:rPr lang="en-US" altLang="ja-JP" sz="2400" b="1" dirty="0">
                <a:solidFill>
                  <a:srgbClr val="FF0000"/>
                </a:solidFill>
              </a:rPr>
              <a:t>PSO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</a:t>
            </a:r>
            <a:r>
              <a:rPr lang="ja-JP" altLang="en-US" sz="2400" dirty="0"/>
              <a:t>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2AC0203-2432-465A-8D47-F06F1AE42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047426"/>
            <a:ext cx="10376713" cy="138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924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シェーダーは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描画する前にセットする必要があります。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47D3AC7-77A9-44AE-BDD2-B4C0820BA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140917" cy="433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202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ロードがあるということは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削除も必要</a:t>
            </a:r>
            <a:r>
              <a:rPr kumimoji="1" lang="ja-JP" altLang="en-US" sz="2400" dirty="0"/>
              <a:t>です。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0ABBBDF-95E8-4303-9C32-921605F1C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6013948" cy="337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977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62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Main.cpp</a:t>
            </a:r>
            <a:r>
              <a:rPr kumimoji="1" lang="ja-JP" altLang="en-US" sz="2400" dirty="0"/>
              <a:t>でシェーダーを使った描画をします。（その１）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43C02A0-2D22-481C-B38F-8CCD72136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598370" cy="426027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9CC8077-69DA-4E59-AFE4-08BA9BFF1CD5}"/>
              </a:ext>
            </a:extLst>
          </p:cNvPr>
          <p:cNvSpPr/>
          <p:nvPr/>
        </p:nvSpPr>
        <p:spPr>
          <a:xfrm>
            <a:off x="2097741" y="2779059"/>
            <a:ext cx="5091953" cy="1524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5785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62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Main.cpp</a:t>
            </a:r>
            <a:r>
              <a:rPr kumimoji="1" lang="ja-JP" altLang="en-US" sz="2400" dirty="0"/>
              <a:t>でシェーダーを使った描画をします。（その２）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48F5BD3-021C-4EC2-9861-13E072327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325863" cy="298728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8D7B58E-BAC2-4D6F-A117-99EEE78137EA}"/>
              </a:ext>
            </a:extLst>
          </p:cNvPr>
          <p:cNvSpPr/>
          <p:nvPr/>
        </p:nvSpPr>
        <p:spPr>
          <a:xfrm>
            <a:off x="2393576" y="2572871"/>
            <a:ext cx="5351930" cy="8561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433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62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Main.cpp</a:t>
            </a:r>
            <a:r>
              <a:rPr kumimoji="1" lang="ja-JP" altLang="en-US" sz="2400" dirty="0"/>
              <a:t>でシェーダーを使った描画をします。（その３）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5095303-9065-46D3-8B0F-C31DAB23B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138372" cy="3964441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CF11CFB-1100-4E1A-A984-2B480D161CA5}"/>
              </a:ext>
            </a:extLst>
          </p:cNvPr>
          <p:cNvSpPr/>
          <p:nvPr/>
        </p:nvSpPr>
        <p:spPr>
          <a:xfrm>
            <a:off x="2259105" y="2683218"/>
            <a:ext cx="7637930" cy="8561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4395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62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Main.cpp</a:t>
            </a:r>
            <a:r>
              <a:rPr kumimoji="1" lang="ja-JP" altLang="en-US" sz="2400" dirty="0"/>
              <a:t>でシェーダーを使った描画をします。（その４）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805320E-C850-4976-8469-5D7A754EE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18840" cy="224321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B5F3D3-A1A6-4437-901D-3CAFB441C9CC}"/>
              </a:ext>
            </a:extLst>
          </p:cNvPr>
          <p:cNvSpPr/>
          <p:nvPr/>
        </p:nvSpPr>
        <p:spPr>
          <a:xfrm>
            <a:off x="2356141" y="3000935"/>
            <a:ext cx="5344541" cy="8561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535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実行すると以下のように描画されます。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1DA98A9-A5C6-4A6B-A2B0-F7E9E43F8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841352" cy="456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265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頂点カラーが何も設定されてないのでこのような色になります。</a:t>
            </a:r>
            <a:endParaRPr lang="en-US" altLang="ja-JP" sz="2400" dirty="0"/>
          </a:p>
          <a:p>
            <a:r>
              <a:rPr lang="ja-JP" altLang="en-US" sz="2400" dirty="0"/>
              <a:t>（</a:t>
            </a:r>
            <a:r>
              <a:rPr lang="en-US" altLang="ja-JP" sz="2400" dirty="0"/>
              <a:t>Blender</a:t>
            </a:r>
            <a:r>
              <a:rPr lang="ja-JP" altLang="en-US" sz="2400" dirty="0"/>
              <a:t>側が適当につけてるみたい。。）</a:t>
            </a:r>
            <a:endParaRPr lang="en-US" altLang="ja-JP" sz="2400" dirty="0"/>
          </a:p>
          <a:p>
            <a:r>
              <a:rPr lang="ja-JP" altLang="en-US" sz="2400" dirty="0"/>
              <a:t>試しに頂点シェーダーで色を付けてみましょう。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1DA98A9-A5C6-4A6B-A2B0-F7E9E43F8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556458"/>
            <a:ext cx="6532505" cy="380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43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98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NormalMesh_NoLight_VS.hlsl</a:t>
            </a:r>
            <a:r>
              <a:rPr lang="ja-JP" altLang="en-US" sz="2400" dirty="0"/>
              <a:t>を書き足します。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F667F18-65A0-41B5-8BD8-F52F20F4E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893171" cy="331898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BDBBB89-C0E3-470C-86A6-1818FEE8F9D1}"/>
              </a:ext>
            </a:extLst>
          </p:cNvPr>
          <p:cNvSpPr txBox="1"/>
          <p:nvPr/>
        </p:nvSpPr>
        <p:spPr>
          <a:xfrm>
            <a:off x="567542" y="5276476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頂点カラーを</a:t>
            </a:r>
            <a:r>
              <a:rPr lang="ja-JP" altLang="en-US" sz="2400" b="1" dirty="0">
                <a:solidFill>
                  <a:srgbClr val="FF0000"/>
                </a:solidFill>
              </a:rPr>
              <a:t>赤</a:t>
            </a:r>
            <a:r>
              <a:rPr lang="ja-JP" altLang="en-US" sz="2400" dirty="0"/>
              <a:t>にしてます。</a:t>
            </a:r>
            <a:endParaRPr lang="en-US" altLang="ja-JP" sz="2400" dirty="0"/>
          </a:p>
          <a:p>
            <a:r>
              <a:rPr lang="ja-JP" altLang="en-US" sz="2400" dirty="0"/>
              <a:t>コンパイルして実行してみると。。。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43997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シェーダー実装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モデルが赤く表示されます。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01C7848-00E4-4832-88CD-F259AC3BD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5369"/>
            <a:ext cx="7874148" cy="458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47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289</Words>
  <Application>Microsoft Office PowerPoint</Application>
  <PresentationFormat>ワイド画面</PresentationFormat>
  <Paragraphs>40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56</cp:revision>
  <dcterms:created xsi:type="dcterms:W3CDTF">2024-08-27T02:15:54Z</dcterms:created>
  <dcterms:modified xsi:type="dcterms:W3CDTF">2025-07-16T05:49:59Z</dcterms:modified>
</cp:coreProperties>
</file>