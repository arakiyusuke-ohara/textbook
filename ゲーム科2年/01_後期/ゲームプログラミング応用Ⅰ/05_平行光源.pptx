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00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2025/7/16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平行光源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最低限のプログラムだと、影が一切表示されません。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3DED577-9D1C-405A-8A92-C5CBDDB1F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20946"/>
            <a:ext cx="7812501" cy="454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平行光源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412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影を表示するには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光源</a:t>
            </a:r>
            <a:r>
              <a:rPr kumimoji="1" lang="ja-JP" altLang="en-US" sz="2400" dirty="0"/>
              <a:t>が必要です。</a:t>
            </a:r>
            <a:endParaRPr kumimoji="1" lang="en-US" altLang="ja-JP" sz="2400" dirty="0"/>
          </a:p>
          <a:p>
            <a:r>
              <a:rPr lang="ja-JP" altLang="en-US" sz="2400" dirty="0"/>
              <a:t>ゲームで最も一般的な光源は</a:t>
            </a:r>
            <a:r>
              <a:rPr lang="ja-JP" altLang="en-US" sz="2400" b="1" dirty="0">
                <a:solidFill>
                  <a:srgbClr val="FF0000"/>
                </a:solidFill>
              </a:rPr>
              <a:t>平行光源（ディレクショナルライト）</a:t>
            </a:r>
            <a:r>
              <a:rPr lang="ja-JP" altLang="en-US" sz="2400" dirty="0"/>
              <a:t>です。</a:t>
            </a:r>
            <a:endParaRPr lang="en-US" altLang="ja-JP" sz="2400" dirty="0"/>
          </a:p>
          <a:p>
            <a:r>
              <a:rPr lang="ja-JP" altLang="en-US" sz="2400" dirty="0"/>
              <a:t>いわゆる、太陽光になります。</a:t>
            </a:r>
            <a:endParaRPr lang="en-US" altLang="ja-JP" sz="2400" dirty="0"/>
          </a:p>
        </p:txBody>
      </p:sp>
      <p:sp>
        <p:nvSpPr>
          <p:cNvPr id="2" name="太陽 1">
            <a:extLst>
              <a:ext uri="{FF2B5EF4-FFF2-40B4-BE49-F238E27FC236}">
                <a16:creationId xmlns:a16="http://schemas.microsoft.com/office/drawing/2014/main" id="{B72E81FC-5556-4A73-85EF-0E34860AAA99}"/>
              </a:ext>
            </a:extLst>
          </p:cNvPr>
          <p:cNvSpPr/>
          <p:nvPr/>
        </p:nvSpPr>
        <p:spPr>
          <a:xfrm>
            <a:off x="567542" y="2556458"/>
            <a:ext cx="1541930" cy="1459730"/>
          </a:xfrm>
          <a:prstGeom prst="sun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415AF4E8-7885-4D19-BD94-ABC88A73D609}"/>
              </a:ext>
            </a:extLst>
          </p:cNvPr>
          <p:cNvCxnSpPr>
            <a:cxnSpLocks/>
          </p:cNvCxnSpPr>
          <p:nvPr/>
        </p:nvCxnSpPr>
        <p:spPr>
          <a:xfrm>
            <a:off x="2196353" y="3576918"/>
            <a:ext cx="2043953" cy="1340223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5ACC4DB9-9394-43C8-9B44-3C4E7D6E2CB3}"/>
              </a:ext>
            </a:extLst>
          </p:cNvPr>
          <p:cNvCxnSpPr>
            <a:cxnSpLocks/>
          </p:cNvCxnSpPr>
          <p:nvPr/>
        </p:nvCxnSpPr>
        <p:spPr>
          <a:xfrm>
            <a:off x="2109472" y="3836125"/>
            <a:ext cx="2043953" cy="1340223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B35BA6A1-570D-446E-BB59-14B3BEB23B4D}"/>
              </a:ext>
            </a:extLst>
          </p:cNvPr>
          <p:cNvCxnSpPr>
            <a:cxnSpLocks/>
          </p:cNvCxnSpPr>
          <p:nvPr/>
        </p:nvCxnSpPr>
        <p:spPr>
          <a:xfrm>
            <a:off x="1885354" y="4095332"/>
            <a:ext cx="2043953" cy="1340223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166208B-E985-4685-B4CD-765CBC78196E}"/>
              </a:ext>
            </a:extLst>
          </p:cNvPr>
          <p:cNvSpPr txBox="1"/>
          <p:nvPr/>
        </p:nvSpPr>
        <p:spPr>
          <a:xfrm>
            <a:off x="361353" y="5994350"/>
            <a:ext cx="7702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Unity</a:t>
            </a:r>
            <a:r>
              <a:rPr kumimoji="1" lang="ja-JP" altLang="en-US" sz="2400" dirty="0"/>
              <a:t>の新規プロジェクトでも最初からありますよね。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10223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690</TotalTime>
  <Words>59</Words>
  <Application>Microsoft Office PowerPoint</Application>
  <PresentationFormat>ワイド画面</PresentationFormat>
  <Paragraphs>7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58</cp:revision>
  <dcterms:created xsi:type="dcterms:W3CDTF">2024-08-27T02:15:54Z</dcterms:created>
  <dcterms:modified xsi:type="dcterms:W3CDTF">2025-07-16T08:03:05Z</dcterms:modified>
</cp:coreProperties>
</file>