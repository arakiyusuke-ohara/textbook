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テクスチャ座標（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UV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座標）</a:t>
            </a:r>
            <a:r>
              <a:rPr kumimoji="1" lang="ja-JP" altLang="en-US" sz="2400" dirty="0"/>
              <a:t>とは、</a:t>
            </a:r>
            <a:endParaRPr kumimoji="1" lang="en-US" altLang="ja-JP" sz="2400" dirty="0"/>
          </a:p>
          <a:p>
            <a:r>
              <a:rPr lang="ja-JP" altLang="en-US" sz="2400" dirty="0"/>
              <a:t>テクスチャーのどの部分の色を表示するかを指定する座標です。</a:t>
            </a:r>
            <a:endParaRPr lang="en-US" altLang="ja-JP" sz="2400" dirty="0"/>
          </a:p>
          <a:p>
            <a:r>
              <a:rPr kumimoji="1" lang="ja-JP" altLang="en-US" sz="2400" dirty="0"/>
              <a:t>シェーダーではテクスチャ座標も書き換えることができます。</a:t>
            </a:r>
            <a:endParaRPr kumimoji="1" lang="en-US" altLang="ja-JP" sz="2400" dirty="0"/>
          </a:p>
        </p:txBody>
      </p: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63BD783A-8339-4928-BEEC-EFDE51AC990F}"/>
              </a:ext>
            </a:extLst>
          </p:cNvPr>
          <p:cNvGrpSpPr/>
          <p:nvPr/>
        </p:nvGrpSpPr>
        <p:grpSpPr>
          <a:xfrm>
            <a:off x="567542" y="2556458"/>
            <a:ext cx="4671479" cy="4072495"/>
            <a:chOff x="2337255" y="2416758"/>
            <a:chExt cx="4671479" cy="4072495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DE14A88E-C28D-413D-BFE2-276BB897B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4789" y="2854897"/>
              <a:ext cx="3172691" cy="3172691"/>
            </a:xfrm>
            <a:prstGeom prst="rect">
              <a:avLst/>
            </a:prstGeom>
          </p:spPr>
        </p:pic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B1850EF1-01A7-4B43-B8D9-8569853CFA92}"/>
                </a:ext>
              </a:extLst>
            </p:cNvPr>
            <p:cNvCxnSpPr>
              <a:cxnSpLocks/>
            </p:cNvCxnSpPr>
            <p:nvPr/>
          </p:nvCxnSpPr>
          <p:spPr>
            <a:xfrm>
              <a:off x="3624789" y="3657600"/>
              <a:ext cx="2838764" cy="0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EDFD72F9-AE66-45A6-9C71-DBA21D83EE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3553" y="2854898"/>
              <a:ext cx="0" cy="802702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B84EF3A-FC00-40EA-8AB9-D42D99280DD3}"/>
                </a:ext>
              </a:extLst>
            </p:cNvPr>
            <p:cNvSpPr txBox="1"/>
            <p:nvPr/>
          </p:nvSpPr>
          <p:spPr>
            <a:xfrm>
              <a:off x="5918371" y="2416758"/>
              <a:ext cx="10903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U=0.9</a:t>
              </a:r>
              <a:endParaRPr kumimoji="1" lang="en-US" altLang="ja-JP" sz="2400" dirty="0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D75BEF68-BC82-4962-8163-2D6AD3CDAE98}"/>
                </a:ext>
              </a:extLst>
            </p:cNvPr>
            <p:cNvSpPr txBox="1"/>
            <p:nvPr/>
          </p:nvSpPr>
          <p:spPr>
            <a:xfrm>
              <a:off x="2534425" y="3429000"/>
              <a:ext cx="10903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V=0.7</a:t>
              </a: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51064290-1AF5-4155-B11D-CB8BFAD817CC}"/>
                </a:ext>
              </a:extLst>
            </p:cNvPr>
            <p:cNvSpPr txBox="1"/>
            <p:nvPr/>
          </p:nvSpPr>
          <p:spPr>
            <a:xfrm>
              <a:off x="2337255" y="6027588"/>
              <a:ext cx="14847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rgbClr val="FF0000"/>
                  </a:solidFill>
                </a:rPr>
                <a:t>(0.0, 0.0)</a:t>
              </a:r>
            </a:p>
          </p:txBody>
        </p:sp>
        <p:sp>
          <p:nvSpPr>
            <p:cNvPr id="17" name="楕円 16">
              <a:extLst>
                <a:ext uri="{FF2B5EF4-FFF2-40B4-BE49-F238E27FC236}">
                  <a16:creationId xmlns:a16="http://schemas.microsoft.com/office/drawing/2014/main" id="{83673881-9684-4524-91F0-9999170BF461}"/>
                </a:ext>
              </a:extLst>
            </p:cNvPr>
            <p:cNvSpPr/>
            <p:nvPr/>
          </p:nvSpPr>
          <p:spPr>
            <a:xfrm>
              <a:off x="6385111" y="3564594"/>
              <a:ext cx="156883" cy="18601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115C8CA-FA2F-418F-A7C0-4AC89BFC03F9}"/>
              </a:ext>
            </a:extLst>
          </p:cNvPr>
          <p:cNvSpPr txBox="1"/>
          <p:nvPr/>
        </p:nvSpPr>
        <p:spPr>
          <a:xfrm>
            <a:off x="5239021" y="5813199"/>
            <a:ext cx="67681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今回は最もシンプルな</a:t>
            </a:r>
            <a:r>
              <a:rPr kumimoji="1" lang="en-US" altLang="ja-JP" sz="2400" dirty="0"/>
              <a:t>UV</a:t>
            </a:r>
            <a:r>
              <a:rPr kumimoji="1" lang="ja-JP" altLang="en-US" sz="2400" dirty="0"/>
              <a:t>スクロールを作ります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82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UVScroll.shader</a:t>
            </a:r>
            <a:r>
              <a:rPr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F765D06-DE4E-4569-B75E-2E4952C1C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007634" cy="466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3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82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UVScroll.shader</a:t>
            </a:r>
            <a:r>
              <a:rPr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C70043-3668-46CD-B6B6-17E06F4F9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413103" cy="279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050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982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UVScroll.shader</a:t>
            </a:r>
            <a:r>
              <a:rPr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569CA2-4C39-48F0-9EE9-D8E06F5D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9202434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851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マテリアルを追加してシェーダーを設定します。</a:t>
            </a:r>
            <a:endParaRPr kumimoji="1" lang="en-US" altLang="ja-JP" sz="2400" dirty="0"/>
          </a:p>
          <a:p>
            <a:r>
              <a:rPr lang="ja-JP" altLang="en-US" sz="2400" dirty="0"/>
              <a:t>テクスチャーには配布した水のテクスチャーを設定しましょう。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5C6FAAF-9444-4A98-8C9A-40F61345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089187" cy="41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03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テクスチャ座標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070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シーンに</a:t>
            </a:r>
            <a:r>
              <a:rPr kumimoji="1" lang="en-US" altLang="ja-JP" sz="2400" dirty="0"/>
              <a:t>Plane</a:t>
            </a:r>
            <a:r>
              <a:rPr kumimoji="1" lang="ja-JP" altLang="en-US" sz="2400" dirty="0"/>
              <a:t>を配置してマテリアルを適用しましょう。</a:t>
            </a:r>
            <a:endParaRPr kumimoji="1" lang="en-US" altLang="ja-JP" sz="2400" dirty="0"/>
          </a:p>
          <a:p>
            <a:r>
              <a:rPr lang="ja-JP" altLang="en-US" sz="2400" dirty="0"/>
              <a:t>時間経過で</a:t>
            </a:r>
            <a:r>
              <a:rPr lang="en-US" altLang="ja-JP" sz="2400" dirty="0"/>
              <a:t>UV</a:t>
            </a:r>
            <a:r>
              <a:rPr lang="ja-JP" altLang="en-US" sz="2400" dirty="0"/>
              <a:t>座標がずれていき、水がスクロールします。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16F5F0F-C4E7-487D-8023-A637F58B0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975823" cy="428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181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/>
              <a:t>テクスチャ座標 補足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_Time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経過時間</a:t>
            </a:r>
            <a:r>
              <a:rPr kumimoji="1" lang="ja-JP" altLang="en-US" sz="2400" dirty="0"/>
              <a:t>が格納された変数で、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Unity</a:t>
            </a:r>
            <a:r>
              <a:rPr lang="ja-JP" altLang="en-US" sz="2400" b="1" dirty="0">
                <a:solidFill>
                  <a:srgbClr val="FF0000"/>
                </a:solidFill>
              </a:rPr>
              <a:t>シェーダーでは最初から用意されている変数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シェーダーで動きを付ける場合に便利です</a:t>
            </a:r>
            <a:r>
              <a:rPr kumimoji="1" lang="ja-JP" altLang="en-US" sz="2400" dirty="0"/>
              <a:t>ので覚えておきましょう。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683CF76-3F6C-4322-9046-5F6A3E5BF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556458"/>
            <a:ext cx="10447303" cy="120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157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183</Words>
  <Application>Microsoft Office PowerPoint</Application>
  <PresentationFormat>ワイド画面</PresentationFormat>
  <Paragraphs>24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48</cp:revision>
  <dcterms:created xsi:type="dcterms:W3CDTF">2024-08-27T02:15:54Z</dcterms:created>
  <dcterms:modified xsi:type="dcterms:W3CDTF">2025-07-23T05:03:37Z</dcterms:modified>
</cp:coreProperties>
</file>