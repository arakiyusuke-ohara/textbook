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4472C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トゥーンシェーダー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前回のトゥーンシェーダーには問題が１つあります。</a:t>
            </a:r>
            <a:endParaRPr kumimoji="1" lang="en-US" altLang="ja-JP" sz="2400" dirty="0"/>
          </a:p>
          <a:p>
            <a:r>
              <a:rPr lang="ja-JP" altLang="en-US" sz="2400" dirty="0"/>
              <a:t>それは、</a:t>
            </a:r>
            <a:r>
              <a:rPr lang="ja-JP" altLang="en-US" sz="2400" b="1" dirty="0">
                <a:solidFill>
                  <a:srgbClr val="FF0000"/>
                </a:solidFill>
              </a:rPr>
              <a:t>明るさの段階が２段階しかなく</a:t>
            </a:r>
            <a:r>
              <a:rPr lang="ja-JP" altLang="en-US" sz="2400" dirty="0"/>
              <a:t>、</a:t>
            </a:r>
            <a:endParaRPr lang="en-US" altLang="ja-JP" sz="2400" dirty="0"/>
          </a:p>
          <a:p>
            <a:r>
              <a:rPr kumimoji="1" lang="ja-JP" altLang="en-US" sz="2400" dirty="0"/>
              <a:t>また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段階を増やすのが大変</a:t>
            </a:r>
            <a:r>
              <a:rPr kumimoji="1" lang="ja-JP" altLang="en-US" sz="2400" dirty="0"/>
              <a:t>なことです。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02AE7CF-63EF-4D06-8513-424EEC33C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4324943" cy="324370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2592F81-70BE-4B7F-9F97-4E6AE30DC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969" y="2556458"/>
            <a:ext cx="5191850" cy="257210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ECAD3C9-C4DE-46A9-B20B-C3C9C9608A87}"/>
              </a:ext>
            </a:extLst>
          </p:cNvPr>
          <p:cNvSpPr txBox="1"/>
          <p:nvPr/>
        </p:nvSpPr>
        <p:spPr>
          <a:xfrm>
            <a:off x="944909" y="5954059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影の段階を増やしたい時</a:t>
            </a:r>
            <a:endParaRPr kumimoji="1" lang="en-US" altLang="ja-JP" sz="24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29BABEA-C7FD-4C55-AC50-77D42F2F3467}"/>
              </a:ext>
            </a:extLst>
          </p:cNvPr>
          <p:cNvSpPr txBox="1"/>
          <p:nvPr/>
        </p:nvSpPr>
        <p:spPr>
          <a:xfrm>
            <a:off x="5332628" y="5954058"/>
            <a:ext cx="5612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i</a:t>
            </a:r>
            <a:r>
              <a:rPr kumimoji="1" lang="en-US" altLang="ja-JP" sz="2400" dirty="0"/>
              <a:t>f</a:t>
            </a:r>
            <a:r>
              <a:rPr kumimoji="1" lang="ja-JP" altLang="en-US" sz="2400" dirty="0"/>
              <a:t>文をいい感じに増やさないといけない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トゥーンシェーダー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0077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この問題は</a:t>
            </a:r>
            <a:r>
              <a:rPr lang="en-US" altLang="ja-JP" sz="2400" b="1" dirty="0">
                <a:solidFill>
                  <a:srgbClr val="FF0000"/>
                </a:solidFill>
              </a:rPr>
              <a:t>Ramp</a:t>
            </a:r>
            <a:r>
              <a:rPr lang="ja-JP" altLang="en-US" sz="2400" b="1" dirty="0">
                <a:solidFill>
                  <a:srgbClr val="FF0000"/>
                </a:solidFill>
              </a:rPr>
              <a:t>テクスチャ</a:t>
            </a:r>
            <a:r>
              <a:rPr lang="ja-JP" altLang="en-US" sz="2400" dirty="0"/>
              <a:t>を使うと解決します。</a:t>
            </a:r>
            <a:endParaRPr lang="en-US" altLang="ja-JP" sz="2400" dirty="0"/>
          </a:p>
          <a:p>
            <a:r>
              <a:rPr kumimoji="1" lang="en-US" altLang="ja-JP" sz="2400" dirty="0"/>
              <a:t>Ramp</a:t>
            </a:r>
            <a:r>
              <a:rPr kumimoji="1" lang="ja-JP" altLang="en-US" sz="2400" dirty="0"/>
              <a:t>テクスチャとは、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明るさ加減を１</a:t>
            </a:r>
            <a:r>
              <a:rPr lang="en-US" altLang="ja-JP" sz="2400" b="1" dirty="0">
                <a:solidFill>
                  <a:srgbClr val="FF0000"/>
                </a:solidFill>
              </a:rPr>
              <a:t>D</a:t>
            </a:r>
            <a:r>
              <a:rPr lang="ja-JP" altLang="en-US" sz="2400" b="1" dirty="0">
                <a:solidFill>
                  <a:srgbClr val="FF0000"/>
                </a:solidFill>
              </a:rPr>
              <a:t>にまとめたテクスチャ</a:t>
            </a:r>
            <a:r>
              <a:rPr lang="ja-JP" altLang="en-US" sz="2400" dirty="0"/>
              <a:t>のことです。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■イメージ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06ED21DA-ACA8-4EB9-833B-71AFA3111E21}"/>
              </a:ext>
            </a:extLst>
          </p:cNvPr>
          <p:cNvGrpSpPr/>
          <p:nvPr/>
        </p:nvGrpSpPr>
        <p:grpSpPr>
          <a:xfrm>
            <a:off x="567542" y="3227293"/>
            <a:ext cx="10408023" cy="779931"/>
            <a:chOff x="567542" y="2556458"/>
            <a:chExt cx="10408023" cy="779931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900CF49D-2F92-4077-B4BF-17C907345C7E}"/>
                </a:ext>
              </a:extLst>
            </p:cNvPr>
            <p:cNvSpPr/>
            <p:nvPr/>
          </p:nvSpPr>
          <p:spPr>
            <a:xfrm>
              <a:off x="567542" y="2556460"/>
              <a:ext cx="3469341" cy="77992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7C903B8B-FCFC-413C-911A-27BEBA2631DC}"/>
                </a:ext>
              </a:extLst>
            </p:cNvPr>
            <p:cNvSpPr/>
            <p:nvPr/>
          </p:nvSpPr>
          <p:spPr>
            <a:xfrm>
              <a:off x="4036883" y="2556459"/>
              <a:ext cx="3469341" cy="77992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3B01EF0B-71AF-4EB1-8F90-ED1E7C417684}"/>
                </a:ext>
              </a:extLst>
            </p:cNvPr>
            <p:cNvSpPr/>
            <p:nvPr/>
          </p:nvSpPr>
          <p:spPr>
            <a:xfrm>
              <a:off x="7506224" y="2556458"/>
              <a:ext cx="3469341" cy="7799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7518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トゥーンシェーダー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95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RampToon.shader</a:t>
            </a:r>
            <a:r>
              <a:rPr kumimoji="1" lang="ja-JP" altLang="en-US" sz="2400" dirty="0"/>
              <a:t>を追加して書きます。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8DC513D-F1E0-4593-93B3-E52A3923A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625329" cy="460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117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トゥーンシェーダー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56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RampToon.shader</a:t>
            </a:r>
            <a:r>
              <a:rPr kumimoji="1" lang="ja-JP" altLang="en-US" sz="2400" dirty="0"/>
              <a:t>（その２）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640F417-3347-4350-92AB-93C02E196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8971302" cy="442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067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トゥーンシェーダー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56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RampToon.shader</a:t>
            </a:r>
            <a:r>
              <a:rPr kumimoji="1" lang="ja-JP" altLang="en-US" sz="2400" dirty="0"/>
              <a:t>（その３）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FFB6F4D-7D1B-4445-92D7-396D6D880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830731" cy="341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26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トゥーンシェーダー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56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RampToon.shader</a:t>
            </a:r>
            <a:r>
              <a:rPr kumimoji="1" lang="ja-JP" altLang="en-US" sz="2400" dirty="0"/>
              <a:t>（その４）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E439916-E02D-405F-A139-A30B2B945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935962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442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トゥーンシェーダー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球やカプセルに適用しましょう。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DA6246C-1D19-43BF-9258-36245AD1F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324943" cy="3243707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9A7E52F8-F3CC-4A7B-B702-4A704463E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238" y="1817794"/>
            <a:ext cx="4785559" cy="324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049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トゥーンシェーダー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光の当たり具合から</a:t>
            </a:r>
            <a:r>
              <a:rPr lang="ja-JP" altLang="en-US" sz="2400" dirty="0"/>
              <a:t>テクスチャ座標を計算することにより、</a:t>
            </a:r>
            <a:endParaRPr lang="en-US" altLang="ja-JP" sz="2400" dirty="0"/>
          </a:p>
          <a:p>
            <a:r>
              <a:rPr kumimoji="1" lang="en-US" altLang="ja-JP" sz="2400" dirty="0"/>
              <a:t>Ramp</a:t>
            </a:r>
            <a:r>
              <a:rPr kumimoji="1" lang="ja-JP" altLang="en-US" sz="2400" dirty="0"/>
              <a:t>テクスチャに沿った明るさで描画されます。</a:t>
            </a:r>
            <a:endParaRPr kumimoji="1" lang="en-US" altLang="ja-JP" sz="2400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7EBFA63-AD9C-4682-B30C-07273A04FED4}"/>
              </a:ext>
            </a:extLst>
          </p:cNvPr>
          <p:cNvGrpSpPr/>
          <p:nvPr/>
        </p:nvGrpSpPr>
        <p:grpSpPr>
          <a:xfrm>
            <a:off x="567542" y="4624103"/>
            <a:ext cx="8101329" cy="252724"/>
            <a:chOff x="567542" y="2556458"/>
            <a:chExt cx="10408023" cy="779931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DCD81C56-531B-48AD-BC68-E76EDD2EDEE8}"/>
                </a:ext>
              </a:extLst>
            </p:cNvPr>
            <p:cNvSpPr/>
            <p:nvPr/>
          </p:nvSpPr>
          <p:spPr>
            <a:xfrm>
              <a:off x="567542" y="2556460"/>
              <a:ext cx="3469341" cy="77992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4FFC377F-3BFE-4969-8480-20C99AD67CA7}"/>
                </a:ext>
              </a:extLst>
            </p:cNvPr>
            <p:cNvSpPr/>
            <p:nvPr/>
          </p:nvSpPr>
          <p:spPr>
            <a:xfrm>
              <a:off x="4036883" y="2556459"/>
              <a:ext cx="3469341" cy="77992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4858F45A-11A3-46C0-9886-CB51D38F9907}"/>
                </a:ext>
              </a:extLst>
            </p:cNvPr>
            <p:cNvSpPr/>
            <p:nvPr/>
          </p:nvSpPr>
          <p:spPr>
            <a:xfrm>
              <a:off x="7506224" y="2556458"/>
              <a:ext cx="3469341" cy="7799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5" name="図 4">
            <a:extLst>
              <a:ext uri="{FF2B5EF4-FFF2-40B4-BE49-F238E27FC236}">
                <a16:creationId xmlns:a16="http://schemas.microsoft.com/office/drawing/2014/main" id="{1153A278-3C7C-4A8F-9BC1-B63877027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201905" cy="2133898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88D44D-B62B-4A04-8AA5-278E2DDAE87E}"/>
              </a:ext>
            </a:extLst>
          </p:cNvPr>
          <p:cNvSpPr txBox="1"/>
          <p:nvPr/>
        </p:nvSpPr>
        <p:spPr>
          <a:xfrm>
            <a:off x="0" y="4949074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当たってない</a:t>
            </a:r>
            <a:endParaRPr kumimoji="1" lang="en-US" altLang="ja-JP" sz="2400" dirty="0"/>
          </a:p>
          <a:p>
            <a:pPr algn="ctr"/>
            <a:r>
              <a:rPr lang="en-US" altLang="ja-JP" sz="2400" dirty="0"/>
              <a:t>(dot=</a:t>
            </a:r>
            <a:r>
              <a:rPr lang="ja-JP" altLang="en-US" sz="2400" dirty="0"/>
              <a:t>ー</a:t>
            </a:r>
            <a:r>
              <a:rPr lang="en-US" altLang="ja-JP" sz="2400" dirty="0"/>
              <a:t>1)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A04A561-A643-48E9-9A5D-3FD7792C79CF}"/>
              </a:ext>
            </a:extLst>
          </p:cNvPr>
          <p:cNvSpPr txBox="1"/>
          <p:nvPr/>
        </p:nvSpPr>
        <p:spPr>
          <a:xfrm>
            <a:off x="7906871" y="4922727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当たってる</a:t>
            </a:r>
            <a:endParaRPr kumimoji="1" lang="en-US" altLang="ja-JP" sz="2400" dirty="0"/>
          </a:p>
          <a:p>
            <a:pPr algn="ctr"/>
            <a:r>
              <a:rPr lang="en-US" altLang="ja-JP" sz="2400" dirty="0"/>
              <a:t>(dot=1)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95114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トゥーンシェーダー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293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これにより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影の段階数や幅はすべて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Ramp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テクスチャに委ねられます。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実際のプロジェクトではデザイナーが</a:t>
            </a:r>
            <a:r>
              <a:rPr kumimoji="1" lang="en-US" altLang="ja-JP" sz="2400" dirty="0"/>
              <a:t>Ramp</a:t>
            </a:r>
            <a:r>
              <a:rPr kumimoji="1" lang="ja-JP" altLang="en-US" sz="2400" dirty="0"/>
              <a:t>テクスチャを調整して、</a:t>
            </a:r>
            <a:endParaRPr kumimoji="1" lang="en-US" altLang="ja-JP" sz="2400" dirty="0"/>
          </a:p>
          <a:p>
            <a:r>
              <a:rPr kumimoji="1" lang="ja-JP" altLang="en-US" sz="2400" dirty="0"/>
              <a:t>見た目を作りこむことも多いです。</a:t>
            </a:r>
            <a:endParaRPr kumimoji="1" lang="en-US" altLang="ja-JP" sz="24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E2DB1497-12E2-4F17-8970-22308634C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5079451" cy="380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31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196</Words>
  <Application>Microsoft Office PowerPoint</Application>
  <PresentationFormat>ワイド画面</PresentationFormat>
  <Paragraphs>33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77</cp:revision>
  <dcterms:created xsi:type="dcterms:W3CDTF">2024-08-27T02:15:54Z</dcterms:created>
  <dcterms:modified xsi:type="dcterms:W3CDTF">2025-07-31T06:18:00Z</dcterms:modified>
</cp:coreProperties>
</file>