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F00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496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シェーダーのプログラムは</a:t>
            </a:r>
            <a:r>
              <a:rPr lang="en-US" altLang="ja-JP" sz="2400" b="1" dirty="0">
                <a:solidFill>
                  <a:srgbClr val="FF0000"/>
                </a:solidFill>
              </a:rPr>
              <a:t>HLSL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High Level Shader Language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r>
              <a:rPr lang="ja-JP" altLang="en-US" sz="2400" dirty="0"/>
              <a:t>という</a:t>
            </a:r>
            <a:endParaRPr lang="en-US" altLang="ja-JP" sz="2400" dirty="0"/>
          </a:p>
          <a:p>
            <a:r>
              <a:rPr lang="ja-JP" altLang="en-US" sz="2400" dirty="0"/>
              <a:t>言語を使用します。</a:t>
            </a:r>
            <a:endParaRPr lang="en-US" altLang="ja-JP" sz="2400" dirty="0"/>
          </a:p>
          <a:p>
            <a:r>
              <a:rPr kumimoji="1" lang="ja-JP" altLang="en-US" sz="2400" dirty="0"/>
              <a:t>ほとんど</a:t>
            </a:r>
            <a:r>
              <a:rPr kumimoji="1" lang="en-US" altLang="ja-JP" sz="2400" dirty="0"/>
              <a:t>C</a:t>
            </a:r>
            <a:r>
              <a:rPr kumimoji="1" lang="ja-JP" altLang="en-US" sz="2400" dirty="0"/>
              <a:t>言語と同じなので、細かい使い方は割愛していきます。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2A6958F-F4A5-42A8-B8E0-DE53E6035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10779727" cy="3632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4454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まずは最低限のシェーダーファイルを作ります。</a:t>
            </a:r>
            <a:endParaRPr lang="en-US" altLang="ja-JP" sz="2400" dirty="0"/>
          </a:p>
          <a:p>
            <a:r>
              <a:rPr kumimoji="1" lang="ja-JP" altLang="en-US" sz="2400" dirty="0"/>
              <a:t>「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Resource &gt; Shader</a:t>
            </a:r>
            <a:r>
              <a:rPr kumimoji="1" lang="ja-JP" altLang="en-US" sz="2400" dirty="0"/>
              <a:t>」の中に以下の２つのファイルを追加しましょう。</a:t>
            </a:r>
            <a:endParaRPr kumimoji="1"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F8229FD-450C-4250-BA8D-9B7810C750C0}"/>
              </a:ext>
            </a:extLst>
          </p:cNvPr>
          <p:cNvSpPr txBox="1"/>
          <p:nvPr/>
        </p:nvSpPr>
        <p:spPr>
          <a:xfrm>
            <a:off x="567541" y="4516965"/>
            <a:ext cx="866775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VS</a:t>
            </a:r>
            <a:r>
              <a:rPr kumimoji="1" lang="ja-JP" altLang="en-US" sz="2400" dirty="0"/>
              <a:t>は</a:t>
            </a:r>
            <a:r>
              <a:rPr kumimoji="1" lang="en-US" altLang="ja-JP" sz="2400" dirty="0"/>
              <a:t>Vertex Shader</a:t>
            </a:r>
            <a:r>
              <a:rPr kumimoji="1" lang="ja-JP" altLang="en-US" sz="2400" dirty="0"/>
              <a:t>（頂点シェーダー）の略</a:t>
            </a:r>
            <a:endParaRPr kumimoji="1" lang="en-US" altLang="ja-JP" sz="2400" dirty="0"/>
          </a:p>
          <a:p>
            <a:r>
              <a:rPr lang="en-US" altLang="ja-JP" sz="2400" dirty="0"/>
              <a:t>PS</a:t>
            </a:r>
            <a:r>
              <a:rPr lang="ja-JP" altLang="en-US" sz="2400" dirty="0"/>
              <a:t>は</a:t>
            </a:r>
            <a:r>
              <a:rPr lang="en-US" altLang="ja-JP" sz="2400" dirty="0"/>
              <a:t>Pixel Shader</a:t>
            </a:r>
            <a:r>
              <a:rPr lang="ja-JP" altLang="en-US" sz="2400" dirty="0"/>
              <a:t>（ピクセルシェーダー）の略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en-US" altLang="ja-JP" sz="2400" dirty="0"/>
              <a:t>HLSL</a:t>
            </a:r>
            <a:r>
              <a:rPr lang="ja-JP" altLang="en-US" sz="2400" dirty="0"/>
              <a:t>自体は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ゲームでロードしないので</a:t>
            </a:r>
            <a:r>
              <a:rPr lang="en-US" altLang="ja-JP" sz="2400" b="1" dirty="0">
                <a:solidFill>
                  <a:srgbClr val="FF0000"/>
                </a:solidFill>
              </a:rPr>
              <a:t>Resource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ファイルに入れてます。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5FF8AE23-8E4C-459F-BE42-59391E05D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5"/>
            <a:ext cx="3243094" cy="2190141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342D200-B9FC-445C-A66D-86AB70829889}"/>
              </a:ext>
            </a:extLst>
          </p:cNvPr>
          <p:cNvSpPr/>
          <p:nvPr/>
        </p:nvSpPr>
        <p:spPr>
          <a:xfrm>
            <a:off x="567541" y="2480733"/>
            <a:ext cx="3243094" cy="9482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97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0217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NormalMesh_NoLight_VS.hlsl</a:t>
            </a:r>
            <a:r>
              <a:rPr kumimoji="1" lang="ja-JP" altLang="en-US" sz="2400" dirty="0"/>
              <a:t>から書きます（その１）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5BEAE1E-A2B2-495B-9BDF-F250E2A30C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315201" cy="4705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2568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0217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NormalMesh_NoLight_VS.hlsl</a:t>
            </a:r>
            <a:r>
              <a:rPr kumimoji="1" lang="ja-JP" altLang="en-US" sz="2400" dirty="0"/>
              <a:t>から書きます（その２）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A1DD721-154E-4466-9362-F6AECE114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11284824" cy="357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9024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0217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NormalMesh_NoLight_VS.hlsl</a:t>
            </a:r>
            <a:r>
              <a:rPr kumimoji="1" lang="ja-JP" altLang="en-US" sz="2400" dirty="0"/>
              <a:t>から書きます（その３）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936C593-FC74-453B-8986-F362EF0CBE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7322424" cy="4645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181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0217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NormalMesh_NoLight_VS.hlsl</a:t>
            </a:r>
            <a:r>
              <a:rPr kumimoji="1" lang="ja-JP" altLang="en-US" sz="2400" dirty="0"/>
              <a:t>から書きます（その４）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46113A1-8571-4AD8-8814-46CA4DD729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842133" cy="4329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361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0217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NormalMesh_NoLight_VS.hlsl</a:t>
            </a:r>
            <a:r>
              <a:rPr kumimoji="1" lang="ja-JP" altLang="en-US" sz="2400" dirty="0"/>
              <a:t>から書きます（その５）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F468C0FF-8428-4C49-9A57-A38211FA4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11345058" cy="2051694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067389-962F-41D2-8DE0-34BD4E2DBB0E}"/>
              </a:ext>
            </a:extLst>
          </p:cNvPr>
          <p:cNvSpPr txBox="1"/>
          <p:nvPr/>
        </p:nvSpPr>
        <p:spPr>
          <a:xfrm>
            <a:off x="567542" y="4015118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後程、何を書いたか説明します。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614748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715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NormalMesh_NoLight_PS.hlsl</a:t>
            </a:r>
            <a:r>
              <a:rPr kumimoji="1" lang="ja-JP" altLang="en-US" sz="2400" dirty="0"/>
              <a:t>を書きます（その１）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FEB944C-2225-4F8E-BBA1-E6ECF039B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9211458" cy="4627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534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715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NormalMesh_NoLight_PS.hlsl</a:t>
            </a:r>
            <a:r>
              <a:rPr kumimoji="1" lang="ja-JP" altLang="en-US" sz="2400" dirty="0"/>
              <a:t>を書きます（その２）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9194488-1E20-4357-A144-92F769401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652658" cy="4569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716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0142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シェーダーのコンパイルには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DxLib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専用のツール</a:t>
            </a:r>
            <a:r>
              <a:rPr kumimoji="1" lang="ja-JP" altLang="en-US" sz="2400" dirty="0"/>
              <a:t>を使います。</a:t>
            </a:r>
            <a:endParaRPr kumimoji="1"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 err="1">
                <a:solidFill>
                  <a:srgbClr val="FF0000"/>
                </a:solidFill>
              </a:rPr>
              <a:t>DxLib_VC</a:t>
            </a:r>
            <a:r>
              <a:rPr lang="en-US" altLang="ja-JP" sz="2400" b="1" dirty="0">
                <a:solidFill>
                  <a:srgbClr val="FF0000"/>
                </a:solidFill>
              </a:rPr>
              <a:t> &gt; Tool &gt; </a:t>
            </a:r>
            <a:r>
              <a:rPr lang="en-US" altLang="ja-JP" sz="2400" b="1" dirty="0" err="1">
                <a:solidFill>
                  <a:srgbClr val="FF0000"/>
                </a:solidFill>
              </a:rPr>
              <a:t>ShaderCompiler</a:t>
            </a:r>
            <a:r>
              <a:rPr lang="ja-JP" altLang="en-US" sz="2400" dirty="0"/>
              <a:t>」にある、</a:t>
            </a:r>
            <a:r>
              <a:rPr lang="en-US" altLang="ja-JP" sz="2400" dirty="0"/>
              <a:t> </a:t>
            </a:r>
          </a:p>
          <a:p>
            <a:r>
              <a:rPr lang="en-US" altLang="ja-JP" sz="2400" b="1" dirty="0">
                <a:solidFill>
                  <a:srgbClr val="FF0000"/>
                </a:solidFill>
              </a:rPr>
              <a:t>ShaderCompiler.exe</a:t>
            </a:r>
            <a:r>
              <a:rPr lang="ja-JP" altLang="en-US" sz="2400" dirty="0"/>
              <a:t>を使います。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今回はすでに</a:t>
            </a:r>
            <a:r>
              <a:rPr lang="en-US" altLang="ja-JP" sz="2400" dirty="0"/>
              <a:t>Resource</a:t>
            </a:r>
            <a:r>
              <a:rPr lang="ja-JP" altLang="en-US" sz="2400" dirty="0"/>
              <a:t>フォルダに用意しています。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1F7A298-7514-46F6-B53D-4C25AC24F2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295121"/>
            <a:ext cx="4170055" cy="2750079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7C78F36-9B5D-451F-B336-1E230BED7BCE}"/>
              </a:ext>
            </a:extLst>
          </p:cNvPr>
          <p:cNvSpPr/>
          <p:nvPr/>
        </p:nvSpPr>
        <p:spPr>
          <a:xfrm>
            <a:off x="694541" y="5236633"/>
            <a:ext cx="2565126" cy="6561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77630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6049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ShaderCompiler.exe</a:t>
            </a:r>
            <a:r>
              <a:rPr lang="ja-JP" altLang="en-US" sz="2400" dirty="0"/>
              <a:t>を正しく起動するにはバッチが必要です。</a:t>
            </a:r>
            <a:endParaRPr lang="en-US" altLang="ja-JP" sz="2400" dirty="0"/>
          </a:p>
          <a:p>
            <a:r>
              <a:rPr lang="ja-JP" altLang="en-US" sz="2400" dirty="0"/>
              <a:t>今回はすでに用意しています。</a:t>
            </a:r>
            <a:endParaRPr lang="en-US" altLang="ja-JP" sz="2400" dirty="0"/>
          </a:p>
          <a:p>
            <a:r>
              <a:rPr lang="ja-JP" altLang="en-US" sz="2400" dirty="0"/>
              <a:t>興味がある方は</a:t>
            </a:r>
            <a:r>
              <a:rPr lang="en-US" altLang="ja-JP" sz="2400" b="1" dirty="0">
                <a:solidFill>
                  <a:srgbClr val="7030A0"/>
                </a:solidFill>
              </a:rPr>
              <a:t>Visual Studio</a:t>
            </a:r>
            <a:r>
              <a:rPr lang="ja-JP" altLang="en-US" sz="2400" dirty="0"/>
              <a:t>で中身を見てください。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89D946E-9456-4600-8E64-03118F734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556458"/>
            <a:ext cx="2844525" cy="2074992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667ED39-2806-4BEC-9BF7-A6DA531CED34}"/>
              </a:ext>
            </a:extLst>
          </p:cNvPr>
          <p:cNvSpPr/>
          <p:nvPr/>
        </p:nvSpPr>
        <p:spPr>
          <a:xfrm>
            <a:off x="572511" y="3678768"/>
            <a:ext cx="2565126" cy="5545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DACCAC1-3A8E-4F80-8751-20F89878C020}"/>
              </a:ext>
            </a:extLst>
          </p:cNvPr>
          <p:cNvSpPr txBox="1"/>
          <p:nvPr/>
        </p:nvSpPr>
        <p:spPr>
          <a:xfrm>
            <a:off x="567541" y="4771150"/>
            <a:ext cx="816281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ShaderCompile.bat</a:t>
            </a:r>
            <a:r>
              <a:rPr lang="ja-JP" altLang="en-US" sz="2400" dirty="0"/>
              <a:t>をダブルクリックすると、</a:t>
            </a:r>
            <a:endParaRPr lang="en-US" altLang="ja-JP" sz="2400" dirty="0"/>
          </a:p>
          <a:p>
            <a:r>
              <a:rPr lang="ja-JP" altLang="en-US" sz="2400" dirty="0"/>
              <a:t>フォルダ内の</a:t>
            </a:r>
            <a:r>
              <a:rPr lang="en-US" altLang="ja-JP" sz="2400" dirty="0"/>
              <a:t>HLSL</a:t>
            </a:r>
            <a:r>
              <a:rPr lang="ja-JP" altLang="en-US" sz="2400" dirty="0"/>
              <a:t>がコンパイルされます。</a:t>
            </a:r>
            <a:endParaRPr lang="en-US" altLang="ja-JP" sz="2400" dirty="0"/>
          </a:p>
          <a:p>
            <a:r>
              <a:rPr lang="ja-JP" altLang="en-US" sz="2400" dirty="0"/>
              <a:t>エラーがあればログに出力され、</a:t>
            </a:r>
            <a:endParaRPr lang="en-US" altLang="ja-JP" sz="2400" dirty="0"/>
          </a:p>
          <a:p>
            <a:r>
              <a:rPr lang="ja-JP" altLang="en-US" sz="2400" dirty="0"/>
              <a:t>エラーがなければ、「</a:t>
            </a:r>
            <a:r>
              <a:rPr lang="en-US" altLang="ja-JP" sz="2400" b="1" dirty="0">
                <a:solidFill>
                  <a:srgbClr val="FF0000"/>
                </a:solidFill>
              </a:rPr>
              <a:t>Project &gt; Data &gt; Shader</a:t>
            </a:r>
            <a:r>
              <a:rPr lang="ja-JP" altLang="en-US" sz="2400" dirty="0"/>
              <a:t>」の中に</a:t>
            </a:r>
            <a:endParaRPr lang="en-US" altLang="ja-JP" sz="2400" dirty="0"/>
          </a:p>
          <a:p>
            <a:r>
              <a:rPr lang="ja-JP" altLang="en-US" sz="2400" dirty="0"/>
              <a:t>ゲームに使用するデータが出力されます。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498208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2502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コンパイル後に、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Project &gt; Data &gt; Shader</a:t>
            </a:r>
            <a:r>
              <a:rPr lang="ja-JP" altLang="en-US" sz="2400" dirty="0"/>
              <a:t>」に以下のファイルがあるか確認しましょう。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36E95C8-3440-4C42-9CB0-46ACC4F537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5047714" cy="2461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498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2875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HLSL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7874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今回作った</a:t>
            </a:r>
            <a:r>
              <a:rPr lang="en-US" altLang="ja-JP" sz="2400" dirty="0"/>
              <a:t>HLSL</a:t>
            </a:r>
            <a:r>
              <a:rPr lang="ja-JP" altLang="en-US" sz="2400" dirty="0"/>
              <a:t>ファイルが、最低限のプログラムになります。</a:t>
            </a:r>
            <a:endParaRPr lang="en-US" altLang="ja-JP" sz="2400" dirty="0"/>
          </a:p>
          <a:p>
            <a:r>
              <a:rPr lang="ja-JP" altLang="en-US" sz="2400" dirty="0"/>
              <a:t>今後はこれから様々なプログラムを書きますので、</a:t>
            </a:r>
            <a:endParaRPr lang="en-US" altLang="ja-JP" sz="2400" dirty="0"/>
          </a:p>
          <a:p>
            <a:r>
              <a:rPr lang="ja-JP" altLang="en-US" sz="2400" dirty="0"/>
              <a:t>大事に保管しておきましょう。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6C5841A-D78B-4AD1-9355-2BEABBD27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3243094" cy="2190141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5D601EE-2B7F-47F3-A459-ED03DD790401}"/>
              </a:ext>
            </a:extLst>
          </p:cNvPr>
          <p:cNvSpPr/>
          <p:nvPr/>
        </p:nvSpPr>
        <p:spPr>
          <a:xfrm>
            <a:off x="567542" y="2850066"/>
            <a:ext cx="3243094" cy="9482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FA4DA02-31D3-45B6-A47C-E21E0E33C2AA}"/>
              </a:ext>
            </a:extLst>
          </p:cNvPr>
          <p:cNvSpPr txBox="1"/>
          <p:nvPr/>
        </p:nvSpPr>
        <p:spPr>
          <a:xfrm>
            <a:off x="567542" y="5031265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これらのコピペから新しいシェーダーを作ります。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47688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381</Words>
  <Application>Microsoft Office PowerPoint</Application>
  <PresentationFormat>ワイド画面</PresentationFormat>
  <Paragraphs>50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36</cp:revision>
  <dcterms:created xsi:type="dcterms:W3CDTF">2024-08-27T02:15:54Z</dcterms:created>
  <dcterms:modified xsi:type="dcterms:W3CDTF">2025-07-15T06:03:43Z</dcterms:modified>
</cp:coreProperties>
</file>