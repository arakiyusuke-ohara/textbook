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警告は絶対消す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警告は必ず</a:t>
            </a:r>
            <a:r>
              <a:rPr kumimoji="1" lang="en-US" altLang="ja-JP" sz="2400" dirty="0"/>
              <a:t>0</a:t>
            </a:r>
            <a:r>
              <a:rPr kumimoji="1" lang="ja-JP" altLang="en-US" sz="2400" dirty="0"/>
              <a:t>にしましょう。（</a:t>
            </a:r>
            <a:r>
              <a:rPr kumimoji="1" lang="en-US" altLang="ja-JP" sz="2400" dirty="0" err="1"/>
              <a:t>Effekseer</a:t>
            </a:r>
            <a:r>
              <a:rPr kumimoji="1" lang="ja-JP" altLang="en-US" sz="2400" dirty="0"/>
              <a:t>のものは無理）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kumimoji="1" lang="ja-JP" altLang="en-US" sz="2400" dirty="0"/>
              <a:t>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リビルド</a:t>
            </a:r>
            <a:r>
              <a:rPr kumimoji="1" lang="ja-JP" altLang="en-US" sz="2400" dirty="0"/>
              <a:t>を実行すると、</a:t>
            </a:r>
            <a:endParaRPr kumimoji="1" lang="en-US" altLang="ja-JP" sz="2400" dirty="0"/>
          </a:p>
          <a:p>
            <a:r>
              <a:rPr lang="ja-JP" altLang="en-US" sz="2400" dirty="0"/>
              <a:t>プロジェクト内の警告が洗い出されます。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警告は１つでもあると採用されないと思ってください。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初期化リスト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コンストラクタに初期化処理を書くことは、</a:t>
            </a:r>
            <a:endParaRPr kumimoji="1" lang="en-US" altLang="ja-JP" sz="2400" dirty="0"/>
          </a:p>
          <a:p>
            <a:r>
              <a:rPr lang="ja-JP" altLang="en-US" sz="2400" dirty="0"/>
              <a:t>実はあまり効率が良くありません。</a:t>
            </a:r>
            <a:endParaRPr kumimoji="1" lang="en-US" altLang="ja-JP" sz="2400" dirty="0"/>
          </a:p>
          <a:p>
            <a:r>
              <a:rPr kumimoji="1" lang="ja-JP" altLang="en-US" sz="2400" dirty="0"/>
              <a:t>メンバ変数の初期化は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初期化リスト</a:t>
            </a:r>
            <a:r>
              <a:rPr kumimoji="1" lang="ja-JP" altLang="en-US" sz="2400" dirty="0"/>
              <a:t>に書くことが推奨されています。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452711-4E56-482E-AAAC-37CE269EE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018124"/>
            <a:ext cx="4102907" cy="183247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C35FBED-2EAC-46B9-88F3-4C6A25D427D1}"/>
              </a:ext>
            </a:extLst>
          </p:cNvPr>
          <p:cNvSpPr txBox="1"/>
          <p:nvPr/>
        </p:nvSpPr>
        <p:spPr>
          <a:xfrm>
            <a:off x="567542" y="2556459"/>
            <a:ext cx="1491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70C0"/>
                </a:solidFill>
              </a:rPr>
              <a:t>■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Before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55FCDA7-2F06-4ADB-AC47-564D0E6AE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864" y="3018124"/>
            <a:ext cx="3941556" cy="183247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D92146-2843-44BA-88E8-AF7811C0D680}"/>
              </a:ext>
            </a:extLst>
          </p:cNvPr>
          <p:cNvSpPr txBox="1"/>
          <p:nvPr/>
        </p:nvSpPr>
        <p:spPr>
          <a:xfrm>
            <a:off x="5604445" y="2556458"/>
            <a:ext cx="1237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After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4ADC4B7-6E49-48C7-BF29-A7D56FA8C8F9}"/>
              </a:ext>
            </a:extLst>
          </p:cNvPr>
          <p:cNvSpPr txBox="1"/>
          <p:nvPr/>
        </p:nvSpPr>
        <p:spPr>
          <a:xfrm>
            <a:off x="567541" y="4933295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クラス生成時の処理の流れは、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デフォルト初期化（初期化リスト）→コンストラクタ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となっているため、初期化リストで済ませればコンストラクタが軽くなります。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92521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114</Words>
  <Application>Microsoft Office PowerPoint</Application>
  <PresentationFormat>ワイド画面</PresentationFormat>
  <Paragraphs>16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21</cp:revision>
  <dcterms:created xsi:type="dcterms:W3CDTF">2024-08-27T02:15:54Z</dcterms:created>
  <dcterms:modified xsi:type="dcterms:W3CDTF">2026-03-10T06:52:19Z</dcterms:modified>
</cp:coreProperties>
</file>