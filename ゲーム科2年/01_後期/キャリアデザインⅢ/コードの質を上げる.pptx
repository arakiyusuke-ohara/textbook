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警告は絶対消す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警告は必ず</a:t>
            </a:r>
            <a:r>
              <a:rPr kumimoji="1" lang="en-US" altLang="ja-JP" sz="2400" dirty="0"/>
              <a:t>0</a:t>
            </a:r>
            <a:r>
              <a:rPr kumimoji="1" lang="ja-JP" altLang="en-US" sz="2400" dirty="0"/>
              <a:t>にしましょう。（</a:t>
            </a:r>
            <a:r>
              <a:rPr kumimoji="1" lang="en-US" altLang="ja-JP" sz="2400" dirty="0" err="1"/>
              <a:t>Effekseer</a:t>
            </a:r>
            <a:r>
              <a:rPr kumimoji="1" lang="ja-JP" altLang="en-US" sz="2400" dirty="0"/>
              <a:t>のものは無理）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kumimoji="1" lang="ja-JP" altLang="en-US" sz="2400" dirty="0"/>
              <a:t>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リビルド</a:t>
            </a:r>
            <a:r>
              <a:rPr kumimoji="1" lang="ja-JP" altLang="en-US" sz="2400" dirty="0"/>
              <a:t>を実行すると、</a:t>
            </a:r>
            <a:endParaRPr kumimoji="1" lang="en-US" altLang="ja-JP" sz="2400" dirty="0"/>
          </a:p>
          <a:p>
            <a:r>
              <a:rPr lang="ja-JP" altLang="en-US" sz="2400" dirty="0"/>
              <a:t>プロジェクト内の警告が洗い出されます。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警告は１つでもあると企業からは採用されないと思ってください。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説明以外のコメントは消す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説明文以外のコメントは消しましょう。</a:t>
            </a:r>
            <a:endParaRPr kumimoji="1"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■消すコメントの例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・後程復活させるかもしれない処理</a:t>
            </a:r>
            <a:endParaRPr kumimoji="1" lang="en-US" altLang="ja-JP" sz="2400" dirty="0"/>
          </a:p>
          <a:p>
            <a:r>
              <a:rPr kumimoji="1" lang="ja-JP" altLang="en-US" sz="2400" dirty="0"/>
              <a:t>・テスト用に書いていた処理</a:t>
            </a:r>
            <a:endParaRPr kumimoji="1" lang="en-US" altLang="ja-JP" sz="2400" dirty="0"/>
          </a:p>
          <a:p>
            <a:r>
              <a:rPr lang="ja-JP" altLang="en-US" sz="2400" dirty="0"/>
              <a:t>・消すのが怖いけどとりあえずコメントしてる処理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コメントはプログラムを読む人を混乱させる要因になります。</a:t>
            </a:r>
            <a:endParaRPr lang="en-US" altLang="ja-JP" sz="2400" dirty="0"/>
          </a:p>
          <a:p>
            <a:r>
              <a:rPr kumimoji="1" lang="ja-JP" altLang="en-US" sz="2400" dirty="0"/>
              <a:t>必要のない記述は消しましょう。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34904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261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_DEBUG</a:t>
            </a:r>
            <a:r>
              <a:rPr kumimoji="1" lang="ja-JP" altLang="en-US" sz="3200" b="1" u="sng" dirty="0"/>
              <a:t>マクロ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9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デバッグ用の処理は</a:t>
            </a:r>
            <a:r>
              <a:rPr kumimoji="1" lang="en-US" altLang="ja-JP" sz="2400" b="1" dirty="0">
                <a:solidFill>
                  <a:srgbClr val="7030A0"/>
                </a:solidFill>
              </a:rPr>
              <a:t>_DEBUG</a:t>
            </a:r>
            <a:r>
              <a:rPr lang="ja-JP" altLang="en-US" sz="2400" dirty="0"/>
              <a:t>で括りましょう。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1A03A9-DCAE-4268-951B-6D95A499A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10934176" cy="138454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176D749-358E-4412-A847-E7BE131AD67D}"/>
              </a:ext>
            </a:extLst>
          </p:cNvPr>
          <p:cNvSpPr txBox="1"/>
          <p:nvPr/>
        </p:nvSpPr>
        <p:spPr>
          <a:xfrm>
            <a:off x="567542" y="3655660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これで</a:t>
            </a:r>
            <a:r>
              <a:rPr kumimoji="1" lang="en-US" altLang="ja-JP" sz="2400" dirty="0"/>
              <a:t>Release</a:t>
            </a:r>
            <a:r>
              <a:rPr kumimoji="1" lang="ja-JP" altLang="en-US" sz="2400" dirty="0"/>
              <a:t>ビルド時に処理が無視されます。</a:t>
            </a:r>
            <a:endParaRPr kumimoji="1" lang="en-US" altLang="ja-JP" sz="2400" dirty="0"/>
          </a:p>
          <a:p>
            <a:r>
              <a:rPr lang="ja-JP" altLang="en-US" sz="2400"/>
              <a:t>デバッグ用の表示（当たり判定表示や座標表示）はこれで括りましょう。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45844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初期化リスト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コンストラクタに初期化処理を書くことは、</a:t>
            </a:r>
            <a:endParaRPr kumimoji="1" lang="en-US" altLang="ja-JP" sz="2400" dirty="0"/>
          </a:p>
          <a:p>
            <a:r>
              <a:rPr lang="ja-JP" altLang="en-US" sz="2400" dirty="0"/>
              <a:t>実はあまり効率が良くありません。</a:t>
            </a:r>
            <a:endParaRPr kumimoji="1" lang="en-US" altLang="ja-JP" sz="2400" dirty="0"/>
          </a:p>
          <a:p>
            <a:r>
              <a:rPr kumimoji="1" lang="ja-JP" altLang="en-US" sz="2400" dirty="0"/>
              <a:t>メンバ変数の初期化は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初期化リスト</a:t>
            </a:r>
            <a:r>
              <a:rPr kumimoji="1" lang="ja-JP" altLang="en-US" sz="2400" dirty="0"/>
              <a:t>に書くことが推奨されています。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4452711-4E56-482E-AAAC-37CE269EE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018124"/>
            <a:ext cx="4102907" cy="183247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35FBED-2EAC-46B9-88F3-4C6A25D427D1}"/>
              </a:ext>
            </a:extLst>
          </p:cNvPr>
          <p:cNvSpPr txBox="1"/>
          <p:nvPr/>
        </p:nvSpPr>
        <p:spPr>
          <a:xfrm>
            <a:off x="567542" y="2556459"/>
            <a:ext cx="1491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■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Before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55FCDA7-2F06-4ADB-AC47-564D0E6AE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864" y="3018124"/>
            <a:ext cx="3941556" cy="183247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AD92146-2843-44BA-88E8-AF7811C0D680}"/>
              </a:ext>
            </a:extLst>
          </p:cNvPr>
          <p:cNvSpPr txBox="1"/>
          <p:nvPr/>
        </p:nvSpPr>
        <p:spPr>
          <a:xfrm>
            <a:off x="5604445" y="2556458"/>
            <a:ext cx="123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After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4ADC4B7-6E49-48C7-BF29-A7D56FA8C8F9}"/>
              </a:ext>
            </a:extLst>
          </p:cNvPr>
          <p:cNvSpPr txBox="1"/>
          <p:nvPr/>
        </p:nvSpPr>
        <p:spPr>
          <a:xfrm>
            <a:off x="567541" y="4933295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クラス生成時の処理の流れは、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デフォルト初期化（初期化リスト）→コンストラクタ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となっているため、初期化リストで済ませればコンストラクタが軽くなります。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92521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参照渡し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クラスや構造体など大きな変数の受け渡しは、</a:t>
            </a:r>
            <a:endParaRPr kumimoji="1" lang="en-US" altLang="ja-JP" sz="2400" dirty="0"/>
          </a:p>
          <a:p>
            <a:r>
              <a:rPr kumimoji="1" lang="ja-JP" altLang="en-US" sz="2400" dirty="0"/>
              <a:t>値渡し（代入）ではなく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参照渡し</a:t>
            </a:r>
            <a:r>
              <a:rPr kumimoji="1" lang="ja-JP" altLang="en-US" sz="2400" dirty="0"/>
              <a:t>にすると処理が軽くなります。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49CAE3A-0F83-4056-8B9C-9AE87FA0C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018122"/>
            <a:ext cx="4202191" cy="168087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D27A7880-FFD5-4D23-8618-9BB0CA470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445" y="3018122"/>
            <a:ext cx="4202191" cy="1432565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ADD7FEA-5C9B-4EB5-B16E-D46B5C61E910}"/>
              </a:ext>
            </a:extLst>
          </p:cNvPr>
          <p:cNvSpPr txBox="1"/>
          <p:nvPr/>
        </p:nvSpPr>
        <p:spPr>
          <a:xfrm>
            <a:off x="567542" y="2556459"/>
            <a:ext cx="1491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■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Before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DA9B379-29EC-4B0D-9D91-642EA2716537}"/>
              </a:ext>
            </a:extLst>
          </p:cNvPr>
          <p:cNvSpPr txBox="1"/>
          <p:nvPr/>
        </p:nvSpPr>
        <p:spPr>
          <a:xfrm>
            <a:off x="5604445" y="2556458"/>
            <a:ext cx="123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After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002F28B-F1DB-4DEC-ADA2-509B77126F97}"/>
              </a:ext>
            </a:extLst>
          </p:cNvPr>
          <p:cNvSpPr txBox="1"/>
          <p:nvPr/>
        </p:nvSpPr>
        <p:spPr>
          <a:xfrm>
            <a:off x="567541" y="4933295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値渡しはすべてのメンバ変数に対してコピー</a:t>
            </a:r>
            <a:r>
              <a:rPr lang="ja-JP" altLang="en-US" sz="2400" dirty="0"/>
              <a:t>が実行されますが、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参照渡しだと、アドレス１つのコピー</a:t>
            </a:r>
            <a:r>
              <a:rPr lang="ja-JP" altLang="en-US" sz="2400" dirty="0"/>
              <a:t>で完結します。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※</a:t>
            </a:r>
            <a:r>
              <a:rPr lang="ja-JP" altLang="en-US" sz="2400" b="1" dirty="0">
                <a:solidFill>
                  <a:srgbClr val="00B050"/>
                </a:solidFill>
              </a:rPr>
              <a:t>ただの</a:t>
            </a:r>
            <a:r>
              <a:rPr lang="en-US" altLang="ja-JP" sz="2400" b="1" dirty="0">
                <a:solidFill>
                  <a:srgbClr val="00B050"/>
                </a:solidFill>
              </a:rPr>
              <a:t>int</a:t>
            </a:r>
            <a:r>
              <a:rPr lang="ja-JP" altLang="en-US" sz="2400" b="1" dirty="0">
                <a:solidFill>
                  <a:srgbClr val="00B050"/>
                </a:solidFill>
              </a:rPr>
              <a:t>型などを参照渡しにしても効果はありません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101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619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</a:t>
            </a:r>
            <a:r>
              <a:rPr kumimoji="1" lang="en-US" altLang="ja-JP" sz="3200" b="1" u="sng" dirty="0"/>
              <a:t>onst</a:t>
            </a:r>
            <a:r>
              <a:rPr lang="ja-JP" altLang="en-US" sz="3200" b="1" u="sng" dirty="0"/>
              <a:t>修飾子 その１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4190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参照先を書き換えてはいけないポインタ変数には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const</a:t>
            </a:r>
            <a:r>
              <a:rPr kumimoji="1" lang="ja-JP" altLang="en-US" sz="2400" dirty="0"/>
              <a:t>をつけましょう。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・当たり判定対象の引数</a:t>
            </a:r>
            <a:endParaRPr lang="en-US" altLang="ja-JP" sz="2400" dirty="0"/>
          </a:p>
          <a:p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・ファイルパスなどの文字列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2BFECCF-8A02-4579-BD6C-002F1A14C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413555"/>
            <a:ext cx="5054325" cy="1301413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BADC767C-0ED0-42CF-908F-663B594E6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632749"/>
            <a:ext cx="4537858" cy="160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62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619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</a:t>
            </a:r>
            <a:r>
              <a:rPr kumimoji="1" lang="en-US" altLang="ja-JP" sz="3200" b="1" u="sng" dirty="0"/>
              <a:t>onst</a:t>
            </a:r>
            <a:r>
              <a:rPr lang="ja-JP" altLang="en-US" sz="3200" b="1" u="sng" dirty="0"/>
              <a:t>修飾子 その２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5745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呼び出してもメンバ変数が変わらないメンバ関数には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const</a:t>
            </a:r>
            <a:r>
              <a:rPr kumimoji="1" lang="ja-JP" altLang="en-US" sz="2400" dirty="0"/>
              <a:t>をつけましょう。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・各ゲッター関数など</a:t>
            </a:r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or</a:t>
            </a:r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F936FF4E-DDDD-4C76-A279-B5F9D4B0C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33076"/>
            <a:ext cx="4534533" cy="64779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4C37AE9D-370F-44DF-9A57-05C2C309B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567529"/>
            <a:ext cx="6620799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654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044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 err="1"/>
              <a:t>constexpr</a:t>
            </a:r>
            <a:r>
              <a:rPr lang="ja-JP" altLang="en-US" sz="3200" b="1" u="sng" dirty="0"/>
              <a:t>修飾子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847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#define</a:t>
            </a:r>
            <a:r>
              <a:rPr kumimoji="1" lang="ja-JP" altLang="en-US" sz="2400" dirty="0"/>
              <a:t>は</a:t>
            </a:r>
            <a:r>
              <a:rPr lang="en-US" altLang="ja-JP" sz="2400" b="1" dirty="0" err="1">
                <a:solidFill>
                  <a:srgbClr val="0070C0"/>
                </a:solidFill>
              </a:rPr>
              <a:t>constexpr</a:t>
            </a:r>
            <a:r>
              <a:rPr lang="ja-JP" altLang="en-US" sz="2400" dirty="0"/>
              <a:t>に置き換えましょう。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BF47D07-8A73-4A0C-B833-42B9558F2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258269" cy="103837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2F7338D-6712-4D6B-8D73-9FAB2FC54B94}"/>
              </a:ext>
            </a:extLst>
          </p:cNvPr>
          <p:cNvSpPr txBox="1"/>
          <p:nvPr/>
        </p:nvSpPr>
        <p:spPr>
          <a:xfrm>
            <a:off x="491342" y="2967335"/>
            <a:ext cx="787908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constexpr</a:t>
            </a:r>
            <a:r>
              <a:rPr lang="ja-JP" altLang="en-US" sz="2400" b="1" dirty="0">
                <a:solidFill>
                  <a:srgbClr val="FF0000"/>
                </a:solidFill>
              </a:rPr>
              <a:t>を使う理由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・型が明確</a:t>
            </a:r>
            <a:endParaRPr kumimoji="1" lang="en-US" altLang="ja-JP" sz="2400" dirty="0"/>
          </a:p>
          <a:p>
            <a:r>
              <a:rPr lang="ja-JP" altLang="en-US" sz="2400" dirty="0"/>
              <a:t>・スコープが違えば同名が使える</a:t>
            </a:r>
            <a:endParaRPr lang="en-US" altLang="ja-JP" sz="2400" dirty="0"/>
          </a:p>
          <a:p>
            <a:r>
              <a:rPr kumimoji="1" lang="ja-JP" altLang="en-US" sz="2400" dirty="0"/>
              <a:t>・デバッグ中に値が見える</a:t>
            </a:r>
            <a:endParaRPr kumimoji="1"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b="1" dirty="0">
                <a:solidFill>
                  <a:srgbClr val="0070C0"/>
                </a:solidFill>
              </a:rPr>
              <a:t>namespace</a:t>
            </a:r>
            <a:r>
              <a:rPr lang="ja-JP" altLang="en-US" sz="2400" dirty="0"/>
              <a:t>で括れる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必要に合わせて書く場所を考えられるとなお良いです。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12343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61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switch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文</a:t>
            </a:r>
            <a:r>
              <a:rPr kumimoji="1" lang="ja-JP" altLang="en-US" sz="2400" dirty="0"/>
              <a:t>による呼び出し関数の分岐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関数ポインタ</a:t>
            </a:r>
            <a:r>
              <a:rPr lang="ja-JP" altLang="en-US" sz="2400" dirty="0"/>
              <a:t>を使いましょう。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2F0D37C-DC7D-4807-9AE2-A2A99A2D0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018123"/>
            <a:ext cx="1783913" cy="329911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C5E03B9-8E77-4611-915B-4071866591F9}"/>
              </a:ext>
            </a:extLst>
          </p:cNvPr>
          <p:cNvSpPr txBox="1"/>
          <p:nvPr/>
        </p:nvSpPr>
        <p:spPr>
          <a:xfrm>
            <a:off x="567542" y="2556459"/>
            <a:ext cx="1491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■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Before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B803806-C77D-46AD-92D4-A4D4316C3408}"/>
              </a:ext>
            </a:extLst>
          </p:cNvPr>
          <p:cNvSpPr txBox="1"/>
          <p:nvPr/>
        </p:nvSpPr>
        <p:spPr>
          <a:xfrm>
            <a:off x="5604445" y="2556458"/>
            <a:ext cx="123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After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1B3E935D-84CB-46EA-83A2-D6DD8AE40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8867" y="3018123"/>
            <a:ext cx="6008139" cy="3140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877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413</Words>
  <Application>Microsoft Office PowerPoint</Application>
  <PresentationFormat>ワイド画面</PresentationFormat>
  <Paragraphs>69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30</cp:revision>
  <dcterms:created xsi:type="dcterms:W3CDTF">2024-08-27T02:15:54Z</dcterms:created>
  <dcterms:modified xsi:type="dcterms:W3CDTF">2026-03-11T06:19:38Z</dcterms:modified>
</cp:coreProperties>
</file>