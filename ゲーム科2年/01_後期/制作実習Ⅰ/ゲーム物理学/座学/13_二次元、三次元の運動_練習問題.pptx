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5B5B"/>
    <a:srgbClr val="000000"/>
    <a:srgbClr val="FFFFFF"/>
    <a:srgbClr val="8C4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2025/7/29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0513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2</a:t>
            </a:r>
            <a:r>
              <a:rPr kumimoji="1" lang="ja-JP" altLang="en-US" sz="3200" b="1" u="sng" dirty="0"/>
              <a:t>次元、３次元の運動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310836" cy="267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１．ボールを崖の上から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25°</m:t>
                    </m:r>
                  </m:oMath>
                </a14:m>
                <a:r>
                  <a:rPr lang="ja-JP" altLang="en-US" sz="2400" dirty="0"/>
                  <a:t>の向きに</a:t>
                </a:r>
                <a:r>
                  <a:rPr lang="en-US" altLang="ja-JP" sz="2400" dirty="0"/>
                  <a:t>15m/</a:t>
                </a:r>
                <a:r>
                  <a:rPr lang="ja-JP" altLang="en-US" sz="2400" dirty="0"/>
                  <a:t>秒の速さで投げました。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　　</a:t>
                </a:r>
                <a:r>
                  <a:rPr lang="en-US" altLang="ja-JP" sz="2400" dirty="0"/>
                  <a:t>3</a:t>
                </a:r>
                <a:r>
                  <a:rPr lang="ja-JP" altLang="en-US" sz="2400" dirty="0"/>
                  <a:t>秒後にまだ落下している場合、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　　ボールは崖の高さから何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低い位置にあるでしょう。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２．テーブルの上を</a:t>
                </a:r>
                <a:r>
                  <a:rPr lang="en-US" altLang="ja-JP" sz="2400" dirty="0"/>
                  <a:t>5m/</a:t>
                </a:r>
                <a:r>
                  <a:rPr lang="ja-JP" altLang="en-US" sz="2400" dirty="0"/>
                  <a:t>秒で転がるボールが、テーブルから落ちました。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　　テーブルの高さが</a:t>
                </a:r>
                <a:r>
                  <a:rPr lang="en-US" altLang="ja-JP" sz="2400" dirty="0"/>
                  <a:t>1.5m</a:t>
                </a:r>
                <a:r>
                  <a:rPr lang="ja-JP" altLang="en-US" sz="2400" dirty="0"/>
                  <a:t>の場合、</a:t>
                </a:r>
                <a:endParaRPr lang="en-US" altLang="ja-JP" sz="2400" dirty="0"/>
              </a:p>
              <a:p>
                <a:r>
                  <a:rPr lang="ja-JP" altLang="en-US" sz="2400" dirty="0"/>
                  <a:t>　　テーブルの端から落下地点までの水平距離は何</a:t>
                </a:r>
                <a:r>
                  <a:rPr lang="en-US" altLang="ja-JP" sz="2400" dirty="0"/>
                  <a:t>m</a:t>
                </a:r>
                <a:r>
                  <a:rPr lang="ja-JP" altLang="en-US" sz="2400" dirty="0"/>
                  <a:t>でしょう</a:t>
                </a:r>
                <a:r>
                  <a:rPr lang="ja-JP" altLang="en-US" sz="2400"/>
                  <a:t>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310836" cy="2677656"/>
              </a:xfrm>
              <a:prstGeom prst="rect">
                <a:avLst/>
              </a:prstGeom>
              <a:blipFill>
                <a:blip r:embed="rId2"/>
                <a:stretch>
                  <a:fillRect l="-887" t="-1822" b="-432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692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1126</TotalTime>
  <Words>100</Words>
  <Application>Microsoft Office PowerPoint</Application>
  <PresentationFormat>ワイド画面</PresentationFormat>
  <Paragraphs>8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133</cp:revision>
  <dcterms:created xsi:type="dcterms:W3CDTF">2024-08-27T02:15:54Z</dcterms:created>
  <dcterms:modified xsi:type="dcterms:W3CDTF">2025-07-29T02:17:41Z</dcterms:modified>
</cp:coreProperties>
</file>