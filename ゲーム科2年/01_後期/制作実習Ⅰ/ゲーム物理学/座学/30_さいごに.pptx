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さいごに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ゲーム物理学の授業、おつかれさまでした。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ここまで学習した内容は、実際に市販のゲームでも使用されています。</a:t>
            </a:r>
            <a:endParaRPr lang="en-US" altLang="ja-JP" sz="2400" dirty="0"/>
          </a:p>
          <a:p>
            <a:r>
              <a:rPr lang="ja-JP" altLang="en-US" sz="2400" dirty="0"/>
              <a:t>しかし、現在はゲームエンジンの普及もあり、</a:t>
            </a:r>
            <a:endParaRPr lang="en-US" altLang="ja-JP" sz="2400" dirty="0"/>
          </a:p>
          <a:p>
            <a:r>
              <a:rPr lang="ja-JP" altLang="en-US" sz="2400" dirty="0"/>
              <a:t>実際に物理計算をプログラミングすることはあまりないです。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実際に仕事で使うとなると、、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・自社エンジンの制作、改良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・簡単な物理演算ミニゲームを作る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くらいかもです。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じゃあなぜここまで学習したのか。。。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さいごに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就職試験対策というのもありますが、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実際に数学、物理学を知っていたらより良い実装ができた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というケースが、実はゲーム会社でも多いです。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案外、ベクトル、行列、物理学はゲーム会社の人たち全員が</a:t>
            </a:r>
            <a:endParaRPr lang="en-US" altLang="ja-JP" sz="2400" dirty="0"/>
          </a:p>
          <a:p>
            <a:r>
              <a:rPr lang="ja-JP" altLang="en-US" sz="2400" dirty="0"/>
              <a:t>詳しいわけでもないんですね。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つまり数学、物理学に詳しいと</a:t>
            </a:r>
            <a:r>
              <a:rPr lang="ja-JP" altLang="en-US" sz="2400" b="1" dirty="0">
                <a:solidFill>
                  <a:srgbClr val="FF0000"/>
                </a:solidFill>
              </a:rPr>
              <a:t>就職後に活躍できる機会が増える</a:t>
            </a:r>
            <a:r>
              <a:rPr lang="ja-JP" altLang="en-US" sz="2400" dirty="0"/>
              <a:t>と思います。</a:t>
            </a:r>
            <a:endParaRPr lang="en-US" altLang="ja-JP" sz="2400" dirty="0"/>
          </a:p>
          <a:p>
            <a:r>
              <a:rPr lang="ja-JP" altLang="en-US" sz="2400" dirty="0"/>
              <a:t>（荒木も実際、これでいろんな仕事を任されました）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2120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さいごに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ここまでの学習はあくまでも基礎的な知識です。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ここから様々な分野に応用することができます。</a:t>
            </a:r>
            <a:endParaRPr lang="en-US" altLang="ja-JP" sz="2400" dirty="0"/>
          </a:p>
          <a:p>
            <a:r>
              <a:rPr lang="ja-JP" altLang="en-US" sz="2400" dirty="0"/>
              <a:t>・流体力学</a:t>
            </a:r>
            <a:endParaRPr lang="en-US" altLang="ja-JP" sz="2400" dirty="0"/>
          </a:p>
          <a:p>
            <a:r>
              <a:rPr lang="ja-JP" altLang="en-US" sz="2400" dirty="0"/>
              <a:t>・空気抵抗</a:t>
            </a:r>
            <a:endParaRPr lang="en-US" altLang="ja-JP" sz="2400" dirty="0"/>
          </a:p>
          <a:p>
            <a:r>
              <a:rPr lang="ja-JP" altLang="en-US" sz="2400" dirty="0"/>
              <a:t>・鏡面反射、ガラス反射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ゲームの動作からシェーダーまであらゆる制作に必要な数学です。</a:t>
            </a:r>
            <a:endParaRPr lang="en-US" altLang="ja-JP" sz="2400" dirty="0"/>
          </a:p>
          <a:p>
            <a:r>
              <a:rPr lang="ja-JP" altLang="en-US" sz="2400" dirty="0"/>
              <a:t>ぜひ興味がある方は研究していきましょう。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66100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</TotalTime>
  <Words>247</Words>
  <Application>Microsoft Office PowerPoint</Application>
  <PresentationFormat>ワイド画面</PresentationFormat>
  <Paragraphs>34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326</cp:revision>
  <dcterms:created xsi:type="dcterms:W3CDTF">2024-08-27T02:15:54Z</dcterms:created>
  <dcterms:modified xsi:type="dcterms:W3CDTF">2025-11-18T05:29:05Z</dcterms:modified>
</cp:coreProperties>
</file>