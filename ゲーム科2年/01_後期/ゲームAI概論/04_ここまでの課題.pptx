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近くにアイテムが落ちていたら拾いに行くように、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AIPlayCPU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を改造しましょう。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アイテムがないときのみ、他プレイヤーに近づくようにしましょう。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注意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 err="1"/>
              <a:t>AIPlayCPU</a:t>
            </a:r>
            <a:r>
              <a:rPr lang="ja-JP" altLang="en-US" sz="2400" dirty="0"/>
              <a:t>以外には手を入れないこと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46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</cp:revision>
  <dcterms:created xsi:type="dcterms:W3CDTF">2024-08-27T02:15:54Z</dcterms:created>
  <dcterms:modified xsi:type="dcterms:W3CDTF">2025-07-09T07:33:12Z</dcterms:modified>
</cp:coreProperties>
</file>