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68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AI</a:t>
            </a:r>
            <a:r>
              <a:rPr kumimoji="1" lang="ja-JP" altLang="en-US" sz="2400" dirty="0"/>
              <a:t>の戦略処理を実装します。</a:t>
            </a:r>
            <a:endParaRPr kumimoji="1" lang="en-US" altLang="ja-JP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09B028-B280-490E-AAD4-751A3ECDF151}"/>
              </a:ext>
            </a:extLst>
          </p:cNvPr>
          <p:cNvSpPr/>
          <p:nvPr/>
        </p:nvSpPr>
        <p:spPr>
          <a:xfrm>
            <a:off x="567542" y="1817794"/>
            <a:ext cx="6400801" cy="2214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戦略</a:t>
            </a:r>
            <a:r>
              <a:rPr lang="en-US" altLang="ja-JP" b="1" dirty="0"/>
              <a:t>A</a:t>
            </a:r>
          </a:p>
          <a:p>
            <a:endParaRPr lang="en-US" altLang="ja-JP" b="1" dirty="0"/>
          </a:p>
          <a:p>
            <a:r>
              <a:rPr lang="ja-JP" altLang="en-US" b="1" dirty="0"/>
              <a:t>・プレイヤーとの距離が遠ければ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プレイヤーに近づく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・近くにアイテムが落ちていれば</a:t>
            </a:r>
            <a:r>
              <a:rPr lang="ja-JP" altLang="en-US" b="1" dirty="0">
                <a:solidFill>
                  <a:srgbClr val="FFFF00"/>
                </a:solidFill>
              </a:rPr>
              <a:t>アイテムを取りに行く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・プレイヤーとの距離が近ければ</a:t>
            </a:r>
            <a:r>
              <a:rPr lang="ja-JP" altLang="en-US" b="1" dirty="0">
                <a:solidFill>
                  <a:srgbClr val="FFFF00"/>
                </a:solidFill>
              </a:rPr>
              <a:t>攻撃する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/>
              <a:t>・残りの</a:t>
            </a:r>
            <a:r>
              <a:rPr lang="en-US" altLang="ja-JP" b="1" dirty="0"/>
              <a:t>HP</a:t>
            </a:r>
            <a:r>
              <a:rPr lang="ja-JP" altLang="en-US" b="1" dirty="0"/>
              <a:t>が少なければ</a:t>
            </a:r>
            <a:r>
              <a:rPr lang="ja-JP" altLang="en-US" b="1" dirty="0">
                <a:solidFill>
                  <a:srgbClr val="FFFF00"/>
                </a:solidFill>
              </a:rPr>
              <a:t>プレイヤーから逃げる</a:t>
            </a:r>
            <a:endParaRPr lang="en-US" altLang="ja-JP" b="1" dirty="0">
              <a:solidFill>
                <a:srgbClr val="FFFF00"/>
              </a:solidFill>
            </a:endParaRPr>
          </a:p>
          <a:p>
            <a:r>
              <a:rPr lang="ja-JP" altLang="en-US" b="1" dirty="0">
                <a:solidFill>
                  <a:schemeClr val="bg1"/>
                </a:solidFill>
              </a:rPr>
              <a:t>・強さレベルが高いほど</a:t>
            </a:r>
            <a:r>
              <a:rPr lang="ja-JP" altLang="en-US" b="1" dirty="0">
                <a:solidFill>
                  <a:srgbClr val="FFFF00"/>
                </a:solidFill>
              </a:rPr>
              <a:t>行動</a:t>
            </a:r>
            <a:r>
              <a:rPr lang="ja-JP" altLang="en-US" b="1" dirty="0">
                <a:solidFill>
                  <a:schemeClr val="bg1"/>
                </a:solidFill>
              </a:rPr>
              <a:t>の切り替えが早くなる</a:t>
            </a:r>
            <a:endParaRPr lang="en-US" altLang="ja-JP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77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まずは戦略を定義します。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AIParameter.h</a:t>
            </a:r>
            <a:r>
              <a:rPr lang="ja-JP" altLang="en-US" sz="2400" dirty="0"/>
              <a:t>を書きましょう。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F49ECA0-A1A0-4879-8B75-4D8889434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849431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18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10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Source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AI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に以下の２つのファイルを追加しましょう。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63C19AC-1398-4C75-A31F-7AD3D0262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3409039" cy="350724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D38293A-418E-4821-AF48-56C5F70D01A7}"/>
              </a:ext>
            </a:extLst>
          </p:cNvPr>
          <p:cNvSpPr/>
          <p:nvPr/>
        </p:nvSpPr>
        <p:spPr>
          <a:xfrm>
            <a:off x="654424" y="3571413"/>
            <a:ext cx="2151529" cy="9950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36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935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AIPlayCPU.h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329B83C-994C-4F2B-9F92-C20B7F4DF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7298832" cy="468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85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32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AIPlayCPU.cpp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FD9EA0E-B777-4F65-AB34-CE872DAF3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957893" cy="468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51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32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AIPlayCPU.cpp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783D130-77FA-42A8-8DBF-646B57A0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172227" cy="465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33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32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AIPlayCPU.cpp</a:t>
            </a:r>
            <a:r>
              <a:rPr lang="ja-JP" altLang="en-US" sz="2400" dirty="0"/>
              <a:t>を書きます。（その３）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458B1F8-B0D8-4FEB-BA4B-7812557C8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538530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60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248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ThinkStrategy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が</a:t>
            </a:r>
            <a:r>
              <a:rPr lang="ja-JP" altLang="en-US" sz="2400" b="1" dirty="0">
                <a:solidFill>
                  <a:srgbClr val="FF0000"/>
                </a:solidFill>
              </a:rPr>
              <a:t>戦略のメインとなる処理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この処理で</a:t>
            </a:r>
            <a:r>
              <a:rPr lang="en-US" altLang="ja-JP" sz="2400" dirty="0"/>
              <a:t>AI</a:t>
            </a:r>
            <a:r>
              <a:rPr lang="ja-JP" altLang="en-US" sz="2400" dirty="0"/>
              <a:t>の行動を決めることになります。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72EFACC-0F2B-4EDE-80E0-3AF1B4A4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533376" cy="437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6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85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PlayScene.cpp</a:t>
            </a:r>
            <a:r>
              <a:rPr lang="ja-JP" altLang="en-US" sz="2400" dirty="0"/>
              <a:t>で</a:t>
            </a:r>
            <a:r>
              <a:rPr lang="en-US" altLang="ja-JP" sz="2400" dirty="0"/>
              <a:t>CPU</a:t>
            </a:r>
            <a:r>
              <a:rPr lang="ja-JP" altLang="en-US" sz="2400" dirty="0"/>
              <a:t>プレイヤーを生成し、</a:t>
            </a:r>
            <a:r>
              <a:rPr lang="en-US" altLang="ja-JP" sz="2400" dirty="0"/>
              <a:t>AI</a:t>
            </a:r>
            <a:r>
              <a:rPr lang="ja-JP" altLang="en-US" sz="2400" dirty="0"/>
              <a:t>をセットしましょう。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42F6666-3F9D-499A-A35D-D536D9234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100487" cy="426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69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70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AIManager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70C0"/>
                </a:solidFill>
              </a:rPr>
              <a:t>Draw</a:t>
            </a:r>
            <a:r>
              <a:rPr lang="ja-JP" altLang="en-US" sz="2400" dirty="0"/>
              <a:t>と</a:t>
            </a:r>
            <a:r>
              <a:rPr lang="en-US" altLang="ja-JP" sz="2400" b="1" dirty="0" err="1">
                <a:solidFill>
                  <a:srgbClr val="0070C0"/>
                </a:solidFill>
              </a:rPr>
              <a:t>DeleteInstance</a:t>
            </a:r>
            <a:r>
              <a:rPr lang="ja-JP" altLang="en-US" sz="2400" dirty="0"/>
              <a:t>を呼びましょう。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905DC9D-1A1C-401F-BC21-55B8F52BC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76065"/>
            <a:ext cx="6106377" cy="113363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DDFE4BD-1561-4A8E-A2F7-E2B8FB26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76" y="3735400"/>
            <a:ext cx="5544324" cy="1162212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06710A5-6795-4E2B-9ECF-091DCFC7435F}"/>
              </a:ext>
            </a:extLst>
          </p:cNvPr>
          <p:cNvSpPr/>
          <p:nvPr/>
        </p:nvSpPr>
        <p:spPr>
          <a:xfrm>
            <a:off x="1918447" y="2307389"/>
            <a:ext cx="3792071" cy="5075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F4EED77-D0D4-4609-8249-8B29E6F2ADD8}"/>
              </a:ext>
            </a:extLst>
          </p:cNvPr>
          <p:cNvSpPr/>
          <p:nvPr/>
        </p:nvSpPr>
        <p:spPr>
          <a:xfrm>
            <a:off x="1724694" y="4390083"/>
            <a:ext cx="3792071" cy="5075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301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528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AIPlayer.cpp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70C0"/>
                </a:solidFill>
              </a:rPr>
              <a:t>Step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</a:t>
            </a:r>
            <a:r>
              <a:rPr lang="en-US" altLang="ja-JP" sz="2400" b="1" dirty="0" err="1">
                <a:solidFill>
                  <a:srgbClr val="0070C0"/>
                </a:solidFill>
              </a:rPr>
              <a:t>ThinkStrategy</a:t>
            </a:r>
            <a:r>
              <a:rPr lang="ja-JP" altLang="en-US" sz="2400" dirty="0"/>
              <a:t>を呼び出し、</a:t>
            </a:r>
            <a:endParaRPr lang="en-US" altLang="ja-JP" sz="2400" dirty="0"/>
          </a:p>
          <a:p>
            <a:r>
              <a:rPr lang="ja-JP" altLang="en-US" sz="2400" dirty="0"/>
              <a:t>戦略に合わせた行動関数を呼びましょう。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982337D-EEAF-4457-966A-B36A06BF2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02117" cy="402963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B29C2AE-8BE4-418D-B9C4-DAA9424758A7}"/>
              </a:ext>
            </a:extLst>
          </p:cNvPr>
          <p:cNvSpPr/>
          <p:nvPr/>
        </p:nvSpPr>
        <p:spPr>
          <a:xfrm>
            <a:off x="2303929" y="3926541"/>
            <a:ext cx="6373906" cy="17150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42C7924-6482-4910-8415-13AE14473F78}"/>
              </a:ext>
            </a:extLst>
          </p:cNvPr>
          <p:cNvSpPr/>
          <p:nvPr/>
        </p:nvSpPr>
        <p:spPr>
          <a:xfrm>
            <a:off x="2303929" y="2554941"/>
            <a:ext cx="5181600" cy="6185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0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ターゲット座標など必要な情報はアクセサから取得しましょう。</a:t>
            </a:r>
            <a:endParaRPr lang="en-US" altLang="ja-JP" sz="2400" dirty="0"/>
          </a:p>
          <a:p>
            <a:r>
              <a:rPr lang="ja-JP" altLang="en-US" sz="2400" dirty="0"/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AIPlayer.cpp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792A7F0-6718-44CA-82D3-745248AF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91608"/>
            <a:ext cx="6782747" cy="68589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1CFB9EB-E95D-4DC0-BC59-6B6DCF933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429000"/>
            <a:ext cx="5887272" cy="67636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2D40AB2-3D84-48A2-88D8-C8B557D42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42" y="4442522"/>
            <a:ext cx="5992061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310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戦略処理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92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CPU</a:t>
            </a:r>
            <a:r>
              <a:rPr lang="ja-JP" altLang="en-US" sz="2400" dirty="0"/>
              <a:t>プレイヤーが</a:t>
            </a:r>
            <a:r>
              <a:rPr lang="en-US" altLang="ja-JP" sz="2400" b="1" dirty="0" err="1">
                <a:solidFill>
                  <a:srgbClr val="00B050"/>
                </a:solidFill>
              </a:rPr>
              <a:t>AIPlayCPU</a:t>
            </a:r>
            <a:r>
              <a:rPr lang="ja-JP" altLang="en-US" sz="2400" dirty="0"/>
              <a:t>の戦略通りに行動します。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62D87C5-7C98-4414-99FD-3678336E1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72411" cy="440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245</Words>
  <Application>Microsoft Office PowerPoint</Application>
  <PresentationFormat>ワイド画面</PresentationFormat>
  <Paragraphs>37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21</cp:revision>
  <dcterms:created xsi:type="dcterms:W3CDTF">2024-08-27T02:15:54Z</dcterms:created>
  <dcterms:modified xsi:type="dcterms:W3CDTF">2025-07-09T07:04:19Z</dcterms:modified>
</cp:coreProperties>
</file>