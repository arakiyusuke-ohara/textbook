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行動処理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081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AI</a:t>
            </a:r>
            <a:r>
              <a:rPr kumimoji="1" lang="ja-JP" altLang="en-US" sz="2400" dirty="0"/>
              <a:t>の設計について復習しましょう。</a:t>
            </a:r>
            <a:endParaRPr kumimoji="1" lang="en-US" altLang="ja-JP" sz="2400" dirty="0"/>
          </a:p>
          <a:p>
            <a:r>
              <a:rPr lang="en-US" altLang="ja-JP" sz="2400" dirty="0"/>
              <a:t>AI</a:t>
            </a:r>
            <a:r>
              <a:rPr lang="ja-JP" altLang="en-US" sz="2400" dirty="0"/>
              <a:t>の実装には</a:t>
            </a:r>
            <a:r>
              <a:rPr lang="ja-JP" altLang="en-US" sz="2400" b="1" dirty="0">
                <a:solidFill>
                  <a:srgbClr val="FF0000"/>
                </a:solidFill>
              </a:rPr>
              <a:t>設計</a:t>
            </a:r>
            <a:r>
              <a:rPr lang="ja-JP" altLang="en-US" sz="2400" dirty="0"/>
              <a:t>や</a:t>
            </a:r>
            <a:r>
              <a:rPr lang="ja-JP" altLang="en-US" sz="2400" b="1" dirty="0">
                <a:solidFill>
                  <a:srgbClr val="FF0000"/>
                </a:solidFill>
              </a:rPr>
              <a:t>仕様を明確にする</a:t>
            </a:r>
            <a:r>
              <a:rPr lang="ja-JP" altLang="en-US" sz="2400" dirty="0"/>
              <a:t>ことが大事だったと思います。</a:t>
            </a:r>
            <a:endParaRPr kumimoji="1"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CF768A-6A86-4408-9599-917559891D06}"/>
              </a:ext>
            </a:extLst>
          </p:cNvPr>
          <p:cNvSpPr/>
          <p:nvPr/>
        </p:nvSpPr>
        <p:spPr>
          <a:xfrm>
            <a:off x="4565801" y="2047426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A</a:t>
            </a:r>
          </a:p>
          <a:p>
            <a:endParaRPr lang="en-US" altLang="ja-JP" b="1" dirty="0"/>
          </a:p>
          <a:p>
            <a:r>
              <a:rPr lang="ja-JP" altLang="en-US" b="1" dirty="0"/>
              <a:t>・プレイヤーとの距離が遠ければ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プレイヤーに近づく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・近くにアイテムが落ちていれば</a:t>
            </a:r>
            <a:r>
              <a:rPr lang="ja-JP" altLang="en-US" b="1" dirty="0">
                <a:solidFill>
                  <a:srgbClr val="FFFF00"/>
                </a:solidFill>
              </a:rPr>
              <a:t>アイテムを取りに行く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・プレイヤーとの距離が近ければ</a:t>
            </a:r>
            <a:r>
              <a:rPr lang="ja-JP" altLang="en-US" b="1" dirty="0">
                <a:solidFill>
                  <a:srgbClr val="FFFF00"/>
                </a:solidFill>
              </a:rPr>
              <a:t>攻撃する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・残りの</a:t>
            </a:r>
            <a:r>
              <a:rPr lang="en-US" altLang="ja-JP" b="1" dirty="0"/>
              <a:t>HP</a:t>
            </a:r>
            <a:r>
              <a:rPr lang="ja-JP" altLang="en-US" b="1" dirty="0"/>
              <a:t>が少なければ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プレイヤーから逃げる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>
                <a:solidFill>
                  <a:schemeClr val="bg1"/>
                </a:solidFill>
              </a:rPr>
              <a:t>の切り替えが早くなる</a:t>
            </a:r>
            <a:endParaRPr lang="en-US" altLang="ja-JP" b="1" dirty="0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0A5B3E0-0B23-421A-B083-39235D2964DF}"/>
              </a:ext>
            </a:extLst>
          </p:cNvPr>
          <p:cNvSpPr/>
          <p:nvPr/>
        </p:nvSpPr>
        <p:spPr>
          <a:xfrm>
            <a:off x="567542" y="2047426"/>
            <a:ext cx="3487271" cy="22142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行動</a:t>
            </a:r>
            <a:endParaRPr lang="en-US" altLang="ja-JP" b="1" dirty="0"/>
          </a:p>
          <a:p>
            <a:r>
              <a:rPr lang="ja-JP" altLang="en-US" b="1" dirty="0"/>
              <a:t>・プレイヤーに近づく</a:t>
            </a:r>
            <a:endParaRPr lang="en-US" altLang="ja-JP" b="1" dirty="0"/>
          </a:p>
          <a:p>
            <a:r>
              <a:rPr lang="ja-JP" altLang="en-US" b="1" dirty="0"/>
              <a:t>・アイテムを取りに行く</a:t>
            </a:r>
            <a:endParaRPr lang="en-US" altLang="ja-JP" b="1" dirty="0"/>
          </a:p>
          <a:p>
            <a:r>
              <a:rPr lang="ja-JP" altLang="en-US" b="1" dirty="0"/>
              <a:t>・プレイヤーから逃げる</a:t>
            </a:r>
            <a:endParaRPr lang="en-US" altLang="ja-JP" b="1" dirty="0"/>
          </a:p>
          <a:p>
            <a:r>
              <a:rPr lang="ja-JP" altLang="en-US" b="1" dirty="0"/>
              <a:t>・攻撃する</a:t>
            </a:r>
            <a:endParaRPr lang="en-US" altLang="ja-JP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48F063-C498-4BEE-8ECD-2FB2CD69FC96}"/>
              </a:ext>
            </a:extLst>
          </p:cNvPr>
          <p:cNvSpPr/>
          <p:nvPr/>
        </p:nvSpPr>
        <p:spPr>
          <a:xfrm>
            <a:off x="4565801" y="4512720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B</a:t>
            </a:r>
          </a:p>
          <a:p>
            <a:endParaRPr lang="en-US" altLang="ja-JP" b="1" dirty="0"/>
          </a:p>
          <a:p>
            <a:r>
              <a:rPr lang="ja-JP" altLang="en-US" b="1" dirty="0"/>
              <a:t>・５秒ごとに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/>
              <a:t>の中からランダムな行動をとる</a:t>
            </a:r>
            <a:endParaRPr lang="en-US" altLang="ja-JP" b="1" dirty="0"/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攻撃する行動</a:t>
            </a:r>
            <a:r>
              <a:rPr lang="ja-JP" altLang="en-US" b="1" dirty="0">
                <a:solidFill>
                  <a:schemeClr val="bg1"/>
                </a:solidFill>
              </a:rPr>
              <a:t>を選びやすくなる</a:t>
            </a:r>
            <a:endParaRPr lang="en-US" altLang="ja-JP" b="1" dirty="0">
              <a:solidFill>
                <a:schemeClr val="bg1"/>
              </a:solidFill>
            </a:endParaRPr>
          </a:p>
          <a:p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行動処理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今回は行動について学習します。</a:t>
            </a:r>
            <a:endParaRPr kumimoji="1" lang="en-US" altLang="ja-JP" sz="2400" dirty="0"/>
          </a:p>
          <a:p>
            <a:r>
              <a:rPr lang="ja-JP" altLang="en-US" sz="2400" dirty="0"/>
              <a:t>プログラムは既に組まれているので確認していきます。</a:t>
            </a:r>
            <a:endParaRPr lang="en-US" altLang="ja-JP" sz="2400" dirty="0"/>
          </a:p>
          <a:p>
            <a:r>
              <a:rPr kumimoji="1" lang="ja-JP" altLang="en-US" sz="2400" dirty="0"/>
              <a:t>前回の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AIStrategy</a:t>
            </a:r>
            <a:r>
              <a:rPr kumimoji="1" lang="ja-JP" altLang="en-US" sz="2400" dirty="0"/>
              <a:t>については一旦保留します。</a:t>
            </a:r>
            <a:endParaRPr kumimoji="1" lang="en-US" altLang="ja-JP" sz="2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0A5B3E0-0B23-421A-B083-39235D2964DF}"/>
              </a:ext>
            </a:extLst>
          </p:cNvPr>
          <p:cNvSpPr/>
          <p:nvPr/>
        </p:nvSpPr>
        <p:spPr>
          <a:xfrm>
            <a:off x="4198248" y="3194908"/>
            <a:ext cx="3487271" cy="22142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行動</a:t>
            </a:r>
            <a:endParaRPr lang="en-US" altLang="ja-JP" b="1" dirty="0"/>
          </a:p>
          <a:p>
            <a:r>
              <a:rPr lang="ja-JP" altLang="en-US" b="1" dirty="0"/>
              <a:t>・プレイヤーに近づく</a:t>
            </a:r>
            <a:endParaRPr lang="en-US" altLang="ja-JP" b="1" dirty="0"/>
          </a:p>
          <a:p>
            <a:r>
              <a:rPr lang="ja-JP" altLang="en-US" b="1" dirty="0"/>
              <a:t>・アイテムを取りに行く</a:t>
            </a:r>
            <a:endParaRPr lang="en-US" altLang="ja-JP" b="1" dirty="0"/>
          </a:p>
          <a:p>
            <a:r>
              <a:rPr lang="ja-JP" altLang="en-US" b="1" dirty="0"/>
              <a:t>・プレイヤーから逃げる</a:t>
            </a:r>
            <a:endParaRPr lang="en-US" altLang="ja-JP" b="1" dirty="0"/>
          </a:p>
          <a:p>
            <a:r>
              <a:rPr lang="ja-JP" altLang="en-US" b="1" dirty="0"/>
              <a:t>・攻撃する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3224325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行動処理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88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AIPlayer.h</a:t>
            </a:r>
            <a:r>
              <a:rPr kumimoji="1" lang="ja-JP" altLang="en-US" sz="2400" dirty="0"/>
              <a:t>を確認しましょう。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B8FDBD6-B69D-4EF6-9614-D9DCBE04D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58529" cy="46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1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行動処理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902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AIPlayer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戦略クラス</a:t>
            </a:r>
            <a:r>
              <a:rPr kumimoji="1" lang="ja-JP" altLang="en-US" sz="2400" dirty="0"/>
              <a:t>が導いた戦略に合わせた行動が書かれています。</a:t>
            </a:r>
            <a:endParaRPr kumimoji="1" lang="en-US" altLang="ja-JP" sz="2400" dirty="0"/>
          </a:p>
          <a:p>
            <a:r>
              <a:rPr lang="ja-JP" altLang="en-US" sz="2400" dirty="0"/>
              <a:t>つまり、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戦略を決めるクラスと、実際に行動するクラスは別々</a:t>
            </a:r>
            <a:r>
              <a:rPr kumimoji="1" lang="ja-JP" altLang="en-US" sz="2400" dirty="0"/>
              <a:t>に作られています。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D8AEBD-3C4C-474D-9067-87D150CD0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963218" cy="1057423"/>
          </a:xfrm>
          <a:prstGeom prst="rect">
            <a:avLst/>
          </a:prstGeom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BAC2085-2851-4057-AE00-D6BEA81F303A}"/>
              </a:ext>
            </a:extLst>
          </p:cNvPr>
          <p:cNvGrpSpPr/>
          <p:nvPr/>
        </p:nvGrpSpPr>
        <p:grpSpPr>
          <a:xfrm>
            <a:off x="5008504" y="2680823"/>
            <a:ext cx="5814660" cy="3930631"/>
            <a:chOff x="4847140" y="2779434"/>
            <a:chExt cx="5814660" cy="3930631"/>
          </a:xfrm>
        </p:grpSpPr>
        <p:sp>
          <p:nvSpPr>
            <p:cNvPr id="5" name="思考の吹き出し: 雲形 4">
              <a:extLst>
                <a:ext uri="{FF2B5EF4-FFF2-40B4-BE49-F238E27FC236}">
                  <a16:creationId xmlns:a16="http://schemas.microsoft.com/office/drawing/2014/main" id="{4597EFB3-65D0-4FED-BF6C-6242896F45AE}"/>
                </a:ext>
              </a:extLst>
            </p:cNvPr>
            <p:cNvSpPr/>
            <p:nvPr/>
          </p:nvSpPr>
          <p:spPr>
            <a:xfrm>
              <a:off x="7533118" y="2779434"/>
              <a:ext cx="3128682" cy="2052918"/>
            </a:xfrm>
            <a:prstGeom prst="cloudCallou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b="1" dirty="0" err="1"/>
                <a:t>AIStrategy</a:t>
              </a:r>
              <a:endParaRPr kumimoji="1" lang="en-US" altLang="ja-JP" b="1" dirty="0"/>
            </a:p>
            <a:p>
              <a:pPr algn="ctr"/>
              <a:r>
                <a:rPr kumimoji="1" lang="ja-JP" altLang="en-US" b="1" dirty="0"/>
                <a:t>攻撃しろ！！</a:t>
              </a:r>
              <a:endParaRPr kumimoji="1" lang="en-US" altLang="ja-JP" b="1" dirty="0"/>
            </a:p>
          </p:txBody>
        </p:sp>
        <p:sp>
          <p:nvSpPr>
            <p:cNvPr id="7" name="スマイル 6">
              <a:extLst>
                <a:ext uri="{FF2B5EF4-FFF2-40B4-BE49-F238E27FC236}">
                  <a16:creationId xmlns:a16="http://schemas.microsoft.com/office/drawing/2014/main" id="{08EEAF3F-6E85-4726-B142-C9D33BB3487F}"/>
                </a:ext>
              </a:extLst>
            </p:cNvPr>
            <p:cNvSpPr/>
            <p:nvPr/>
          </p:nvSpPr>
          <p:spPr>
            <a:xfrm>
              <a:off x="6920752" y="4706470"/>
              <a:ext cx="1667436" cy="154193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E5206D1-44A4-444E-B27F-84F56A38E35A}"/>
                </a:ext>
              </a:extLst>
            </p:cNvPr>
            <p:cNvSpPr txBox="1"/>
            <p:nvPr/>
          </p:nvSpPr>
          <p:spPr>
            <a:xfrm>
              <a:off x="7046584" y="6248400"/>
              <a:ext cx="1441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b="1" dirty="0" err="1">
                  <a:solidFill>
                    <a:srgbClr val="00B050"/>
                  </a:solidFill>
                </a:rPr>
                <a:t>AIPlayer</a:t>
              </a:r>
              <a:endParaRPr kumimoji="1" lang="en-US" altLang="ja-JP" sz="2400" b="1" dirty="0">
                <a:solidFill>
                  <a:srgbClr val="00B050"/>
                </a:solidFill>
              </a:endParaRPr>
            </a:p>
          </p:txBody>
        </p:sp>
        <p:sp>
          <p:nvSpPr>
            <p:cNvPr id="9" name="吹き出し: 角を丸めた四角形 8">
              <a:extLst>
                <a:ext uri="{FF2B5EF4-FFF2-40B4-BE49-F238E27FC236}">
                  <a16:creationId xmlns:a16="http://schemas.microsoft.com/office/drawing/2014/main" id="{02E77E86-44CB-46BF-BF42-E9773C00AD51}"/>
                </a:ext>
              </a:extLst>
            </p:cNvPr>
            <p:cNvSpPr/>
            <p:nvPr/>
          </p:nvSpPr>
          <p:spPr>
            <a:xfrm>
              <a:off x="4847140" y="4706470"/>
              <a:ext cx="1667436" cy="612648"/>
            </a:xfrm>
            <a:prstGeom prst="wedgeRoundRectCallout">
              <a:avLst>
                <a:gd name="adj1" fmla="val 64461"/>
                <a:gd name="adj2" fmla="val 84449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攻撃します！</a:t>
              </a: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79A5A65-9B5F-42B0-84B7-0FE7FE711722}"/>
              </a:ext>
            </a:extLst>
          </p:cNvPr>
          <p:cNvSpPr txBox="1"/>
          <p:nvPr/>
        </p:nvSpPr>
        <p:spPr>
          <a:xfrm>
            <a:off x="559728" y="3689352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これらの関数でゲームに干渉します。</a:t>
            </a:r>
            <a:endParaRPr kumimoji="1" lang="en-US" altLang="ja-JP" dirty="0"/>
          </a:p>
          <a:p>
            <a:r>
              <a:rPr kumimoji="1" lang="ja-JP" altLang="en-US" dirty="0"/>
              <a:t>処理も見てみましょう。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33095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85A87DF-4A9E-46EF-AA4C-191B65DE3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915586" cy="120984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行動処理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別々にすることにより、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戦略の切り替えが容易</a:t>
            </a:r>
            <a:r>
              <a:rPr kumimoji="1" lang="ja-JP" altLang="en-US" sz="2400" dirty="0"/>
              <a:t>となります。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AIPlayer</a:t>
            </a:r>
            <a:r>
              <a:rPr lang="ja-JP" altLang="en-US" sz="2400" dirty="0"/>
              <a:t>に戦略クラスを持たせれば、</a:t>
            </a:r>
            <a:endParaRPr lang="en-US" altLang="ja-JP" sz="2400" dirty="0"/>
          </a:p>
          <a:p>
            <a:r>
              <a:rPr kumimoji="1" lang="ja-JP" altLang="en-US" sz="2400" dirty="0"/>
              <a:t>これを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切り替えるだけで戦略を変えることができます。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9" name="思考の吹き出し: 雲形 18">
            <a:extLst>
              <a:ext uri="{FF2B5EF4-FFF2-40B4-BE49-F238E27FC236}">
                <a16:creationId xmlns:a16="http://schemas.microsoft.com/office/drawing/2014/main" id="{6E3F716B-ED5D-4A1C-BBE2-6DF3C950FC8C}"/>
              </a:ext>
            </a:extLst>
          </p:cNvPr>
          <p:cNvSpPr/>
          <p:nvPr/>
        </p:nvSpPr>
        <p:spPr>
          <a:xfrm>
            <a:off x="6073929" y="4324294"/>
            <a:ext cx="2494951" cy="1409000"/>
          </a:xfrm>
          <a:prstGeom prst="cloud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逃げ腰戦略</a:t>
            </a:r>
            <a:endParaRPr kumimoji="1" lang="en-US" altLang="ja-JP" b="1" dirty="0"/>
          </a:p>
        </p:txBody>
      </p:sp>
      <p:sp>
        <p:nvSpPr>
          <p:cNvPr id="20" name="思考の吹き出し: 雲形 19">
            <a:extLst>
              <a:ext uri="{FF2B5EF4-FFF2-40B4-BE49-F238E27FC236}">
                <a16:creationId xmlns:a16="http://schemas.microsoft.com/office/drawing/2014/main" id="{105B6806-1A30-4E49-BF2F-0F209C4C9AA4}"/>
              </a:ext>
            </a:extLst>
          </p:cNvPr>
          <p:cNvSpPr/>
          <p:nvPr/>
        </p:nvSpPr>
        <p:spPr>
          <a:xfrm>
            <a:off x="3567382" y="5145813"/>
            <a:ext cx="2494951" cy="1307891"/>
          </a:xfrm>
          <a:prstGeom prst="cloudCallo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ランダム戦略</a:t>
            </a:r>
            <a:endParaRPr kumimoji="1" lang="en-US" altLang="ja-JP" b="1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AF00D95-E4F6-4715-A6F7-AC6C4E653A0F}"/>
              </a:ext>
            </a:extLst>
          </p:cNvPr>
          <p:cNvGrpSpPr/>
          <p:nvPr/>
        </p:nvGrpSpPr>
        <p:grpSpPr>
          <a:xfrm>
            <a:off x="708210" y="3543480"/>
            <a:ext cx="6276107" cy="3027244"/>
            <a:chOff x="708210" y="3543480"/>
            <a:chExt cx="6276107" cy="3027244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A4D08B29-4DEC-40C3-8BE8-136BD30E8C69}"/>
                </a:ext>
              </a:extLst>
            </p:cNvPr>
            <p:cNvGrpSpPr/>
            <p:nvPr/>
          </p:nvGrpSpPr>
          <p:grpSpPr>
            <a:xfrm>
              <a:off x="708210" y="3543480"/>
              <a:ext cx="6276107" cy="3027244"/>
              <a:chOff x="6571128" y="2871532"/>
              <a:chExt cx="6276107" cy="3027244"/>
            </a:xfrm>
          </p:grpSpPr>
          <p:sp>
            <p:nvSpPr>
              <p:cNvPr id="15" name="思考の吹き出し: 雲形 14">
                <a:extLst>
                  <a:ext uri="{FF2B5EF4-FFF2-40B4-BE49-F238E27FC236}">
                    <a16:creationId xmlns:a16="http://schemas.microsoft.com/office/drawing/2014/main" id="{A8BA4CCB-978B-4DC7-B5A9-CEFBF67281F3}"/>
                  </a:ext>
                </a:extLst>
              </p:cNvPr>
              <p:cNvSpPr/>
              <p:nvPr/>
            </p:nvSpPr>
            <p:spPr>
              <a:xfrm>
                <a:off x="10581930" y="2871532"/>
                <a:ext cx="2265305" cy="1274093"/>
              </a:xfrm>
              <a:prstGeom prst="cloudCallou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b="1" dirty="0"/>
                  <a:t>攻撃的戦略</a:t>
                </a:r>
                <a:endParaRPr kumimoji="1" lang="en-US" altLang="ja-JP" b="1" dirty="0"/>
              </a:p>
            </p:txBody>
          </p:sp>
          <p:sp>
            <p:nvSpPr>
              <p:cNvPr id="16" name="スマイル 15">
                <a:extLst>
                  <a:ext uri="{FF2B5EF4-FFF2-40B4-BE49-F238E27FC236}">
                    <a16:creationId xmlns:a16="http://schemas.microsoft.com/office/drawing/2014/main" id="{748D791A-0AB6-465E-BB0F-1CABAEE177BD}"/>
                  </a:ext>
                </a:extLst>
              </p:cNvPr>
              <p:cNvSpPr/>
              <p:nvPr/>
            </p:nvSpPr>
            <p:spPr>
              <a:xfrm>
                <a:off x="6571128" y="4356846"/>
                <a:ext cx="1667436" cy="1541930"/>
              </a:xfrm>
              <a:prstGeom prst="smileyFac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A37EC14-0EE2-4CAF-9B0E-BF8BE57F5E44}"/>
                </a:ext>
              </a:extLst>
            </p:cNvPr>
            <p:cNvSpPr txBox="1"/>
            <p:nvPr/>
          </p:nvSpPr>
          <p:spPr>
            <a:xfrm>
              <a:off x="708210" y="4403009"/>
              <a:ext cx="29546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どれにしようかな？</a:t>
              </a:r>
              <a:endParaRPr kumimoji="1" lang="en-US" altLang="ja-JP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81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行動処理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つまりは、</a:t>
            </a:r>
            <a:r>
              <a:rPr lang="ja-JP" altLang="en-US" sz="2400" b="1" dirty="0">
                <a:solidFill>
                  <a:srgbClr val="FF0000"/>
                </a:solidFill>
              </a:rPr>
              <a:t>予め設計しておくということが重要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行動と戦略を連携させなければ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AI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は完成できません。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CF768A-6A86-4408-9599-917559891D06}"/>
              </a:ext>
            </a:extLst>
          </p:cNvPr>
          <p:cNvSpPr/>
          <p:nvPr/>
        </p:nvSpPr>
        <p:spPr>
          <a:xfrm>
            <a:off x="4565801" y="2047426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A</a:t>
            </a:r>
          </a:p>
          <a:p>
            <a:endParaRPr lang="en-US" altLang="ja-JP" b="1" dirty="0"/>
          </a:p>
          <a:p>
            <a:r>
              <a:rPr lang="ja-JP" altLang="en-US" b="1" dirty="0"/>
              <a:t>・プレイヤーとの距離が遠ければ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プレイヤーに近づく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・近くにアイテムが落ちていれば</a:t>
            </a:r>
            <a:r>
              <a:rPr lang="ja-JP" altLang="en-US" b="1" dirty="0">
                <a:solidFill>
                  <a:srgbClr val="FFFF00"/>
                </a:solidFill>
              </a:rPr>
              <a:t>アイテムを取りに行く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・プレイヤーとの距離が近ければ</a:t>
            </a:r>
            <a:r>
              <a:rPr lang="ja-JP" altLang="en-US" b="1" dirty="0">
                <a:solidFill>
                  <a:srgbClr val="FFFF00"/>
                </a:solidFill>
              </a:rPr>
              <a:t>攻撃する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・残りの</a:t>
            </a:r>
            <a:r>
              <a:rPr lang="en-US" altLang="ja-JP" b="1" dirty="0"/>
              <a:t>HP</a:t>
            </a:r>
            <a:r>
              <a:rPr lang="ja-JP" altLang="en-US" b="1" dirty="0"/>
              <a:t>が少なければ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プレイヤーから逃げる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>
                <a:solidFill>
                  <a:schemeClr val="bg1"/>
                </a:solidFill>
              </a:rPr>
              <a:t>の切り替えが早くなる</a:t>
            </a:r>
            <a:endParaRPr lang="en-US" altLang="ja-JP" b="1" dirty="0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0A5B3E0-0B23-421A-B083-39235D2964DF}"/>
              </a:ext>
            </a:extLst>
          </p:cNvPr>
          <p:cNvSpPr/>
          <p:nvPr/>
        </p:nvSpPr>
        <p:spPr>
          <a:xfrm>
            <a:off x="567542" y="2047426"/>
            <a:ext cx="3487271" cy="22142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行動</a:t>
            </a:r>
            <a:endParaRPr lang="en-US" altLang="ja-JP" b="1" dirty="0"/>
          </a:p>
          <a:p>
            <a:r>
              <a:rPr lang="ja-JP" altLang="en-US" b="1" dirty="0"/>
              <a:t>・プレイヤーに近づく</a:t>
            </a:r>
            <a:endParaRPr lang="en-US" altLang="ja-JP" b="1" dirty="0"/>
          </a:p>
          <a:p>
            <a:r>
              <a:rPr lang="ja-JP" altLang="en-US" b="1" dirty="0"/>
              <a:t>・アイテムを取りに行く</a:t>
            </a:r>
            <a:endParaRPr lang="en-US" altLang="ja-JP" b="1" dirty="0"/>
          </a:p>
          <a:p>
            <a:r>
              <a:rPr lang="ja-JP" altLang="en-US" b="1" dirty="0"/>
              <a:t>・プレイヤーから逃げる</a:t>
            </a:r>
            <a:endParaRPr lang="en-US" altLang="ja-JP" b="1" dirty="0"/>
          </a:p>
          <a:p>
            <a:r>
              <a:rPr lang="ja-JP" altLang="en-US" b="1" dirty="0"/>
              <a:t>・攻撃する</a:t>
            </a:r>
            <a:endParaRPr lang="en-US" altLang="ja-JP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48F063-C498-4BEE-8ECD-2FB2CD69FC96}"/>
              </a:ext>
            </a:extLst>
          </p:cNvPr>
          <p:cNvSpPr/>
          <p:nvPr/>
        </p:nvSpPr>
        <p:spPr>
          <a:xfrm>
            <a:off x="4565801" y="4512720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B</a:t>
            </a:r>
          </a:p>
          <a:p>
            <a:endParaRPr lang="en-US" altLang="ja-JP" b="1" dirty="0"/>
          </a:p>
          <a:p>
            <a:r>
              <a:rPr lang="ja-JP" altLang="en-US" b="1" dirty="0"/>
              <a:t>・５秒ごとに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/>
              <a:t>の中からランダムな行動をとる</a:t>
            </a:r>
            <a:endParaRPr lang="en-US" altLang="ja-JP" b="1" dirty="0"/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攻撃する行動</a:t>
            </a:r>
            <a:r>
              <a:rPr lang="ja-JP" altLang="en-US" b="1" dirty="0">
                <a:solidFill>
                  <a:schemeClr val="bg1"/>
                </a:solidFill>
              </a:rPr>
              <a:t>を選びやすくなる</a:t>
            </a:r>
            <a:endParaRPr lang="en-US" altLang="ja-JP" b="1" dirty="0">
              <a:solidFill>
                <a:schemeClr val="bg1"/>
              </a:solidFill>
            </a:endParaRPr>
          </a:p>
          <a:p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400340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423</Words>
  <Application>Microsoft Office PowerPoint</Application>
  <PresentationFormat>ワイド画面</PresentationFormat>
  <Paragraphs>67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25</cp:revision>
  <dcterms:created xsi:type="dcterms:W3CDTF">2024-08-27T02:15:54Z</dcterms:created>
  <dcterms:modified xsi:type="dcterms:W3CDTF">2025-07-09T05:19:17Z</dcterms:modified>
</cp:coreProperties>
</file>