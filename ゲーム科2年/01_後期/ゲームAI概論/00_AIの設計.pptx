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69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A950417-98BD-4172-A454-C76A49B977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9F83E9AE-84BC-4452-8901-A17B27CC41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B320892-0B52-41F1-BED3-1F36AE1E3B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2025/3/13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4114070-C582-4B06-9805-0DFEFB583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E8014BC-198B-4E5B-89B4-FDBFD423B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455607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42C298B-DDF7-4BBD-B08C-16E40ED109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284FECC-C823-4D42-8CAA-49FC9A8C5B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8B26879-4594-4C3F-BFFA-F4CB8674F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2025/3/13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5FC6BE6-BB12-4008-B4BA-62D249C499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6B8CAC6-4A91-4F74-9267-5C30714BF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024735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078AD04-3137-4B16-97B1-DC1252F678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BF8FC57-7A4A-4196-89B9-B1A6197D42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CB80319-F15F-4C62-95BA-15B326F988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2025/3/13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89F0141-2F76-4B73-AAE0-1EDFEEA42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1F3A285-8438-4738-B4CE-18FC56635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814076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539AAF0-C896-4BE5-8FCC-3432085248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96C332E-2DEA-4D46-8FEF-31D60DD975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9D3FC79-3A15-47E8-8DC1-B5A928FF7F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6AC8BB6-CC26-4AE8-B477-9A4778071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2025/3/13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D813CBF-5D01-4CF4-BD63-C8FC321B2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123F9A7-54F5-421C-9A71-CC8C4BC92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20282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E9A2E9A-2DDB-4057-9711-D792B04FFD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2E5496D-7437-4ADF-BF05-1B99ACC091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8A11600-06C5-424A-B2EA-FFEF7E75EA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43408E51-ED83-4218-8378-F0B44E296E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3D26C0C0-145F-4A52-BA72-D19A2971D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F649033F-9C86-42B4-AB90-0FE47F39E3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2025/3/13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F73F9DE8-EAB7-4A80-BF64-725C6DF46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71D0069B-43F7-430A-8C9D-C2BA7B92E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546531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CD48D3C-20F1-4E20-8FBC-734E9D946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B2E416B3-4C21-4278-9B88-62D41335DC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2025/3/13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3EBA727E-E9E7-4EA2-B6ED-8CF036F2B5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8DC1C47C-5B0A-471B-BB77-77BE62B99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5308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E55C2DD0-D598-4A5F-B542-7C6806B2F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2025/3/13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2260FD2A-DF3F-46FE-B2F8-14D9A2069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2EF1C2C-6093-4ADD-9BFE-41DB125AD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204145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A35797B-0171-40BC-BCA2-0C1BA0D4C3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79CB0DB-618C-450C-BE67-5FD277B25D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2CC888D-BF8F-439D-9FC7-2DD4A8D750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4C2FA2E-4305-4946-8BDE-7AE113CDE6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2025/3/13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BA070CF-301C-4595-8007-2A2C19DFE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3E21C8C-DA9E-4E6B-B45C-C2C4D3897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669295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00F7326-6BA4-4DC0-9519-87D04747ED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3A1C2397-9613-4B24-A7D0-9EEE44E01C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5462283-8239-49BE-9D96-00B24831B7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F53455D-91B5-4938-AC24-CAFF77A6CD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2025/3/13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7F23C7B-CEBC-48FC-81DC-98AFE68C2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7E65B5D-4A4C-4A6E-8AEB-3D88DC582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1402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2AE957E-488D-43B9-8182-2A1DEEF0F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E67B1EC-AFC1-41D0-BBB1-9A2E85E139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1B76048-AF91-4C32-A054-6305C2928E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2025/3/13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8C66A49-F960-4196-B16B-31B98B340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D7A86F7-B140-4439-A33B-63EA8498D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856319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B4FA5DEF-DC74-4F38-9DA0-1EE9752F5F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3C9EE93-ED20-4B3B-93FB-5A088C436B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370666-1A4C-42B1-8748-A0D145394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2025/3/13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26EC7E2-E7E6-45F2-BF6D-CDF318CEC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CDE4F59-4276-46E3-AE2A-D255BC7BB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428509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F527E70E-5441-439A-8EA3-0826A036FC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A7C9CE9-5A22-43DB-862A-3B24B2BF15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45D76C-CB70-434A-A116-22531EEB41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CC885B-4903-4D54-9A93-00025F12DED9}" type="datetimeFigureOut">
              <a:rPr kumimoji="1" lang="ja-JP" altLang="en-US" smtClean="0"/>
              <a:t>2025/3/13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505E6D4-441B-4864-8545-0FDE04F664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FFD1810-F6DD-4BB4-8465-A3A3F3BF33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17845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8293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u="sng" dirty="0"/>
              <a:t>AI</a:t>
            </a:r>
            <a:r>
              <a:rPr kumimoji="1" lang="ja-JP" altLang="en-US" sz="3200" b="1" u="sng" dirty="0"/>
              <a:t>の設計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10015883" cy="45243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ゲームで</a:t>
            </a:r>
            <a:r>
              <a:rPr kumimoji="1" lang="en-US" altLang="ja-JP" sz="2400" dirty="0"/>
              <a:t>AI</a:t>
            </a:r>
            <a:r>
              <a:rPr kumimoji="1" lang="ja-JP" altLang="en-US" sz="2400" dirty="0"/>
              <a:t>を実装する場合は、</a:t>
            </a:r>
            <a:r>
              <a:rPr kumimoji="1" lang="ja-JP" altLang="en-US" sz="2400" b="1" dirty="0">
                <a:solidFill>
                  <a:srgbClr val="FF0000"/>
                </a:solidFill>
              </a:rPr>
              <a:t>プログラムを組む前の段階が重要</a:t>
            </a:r>
            <a:r>
              <a:rPr kumimoji="1" lang="ja-JP" altLang="en-US" sz="2400" dirty="0"/>
              <a:t>です。</a:t>
            </a:r>
            <a:endParaRPr kumimoji="1" lang="en-US" altLang="ja-JP" sz="2400" dirty="0"/>
          </a:p>
          <a:p>
            <a:endParaRPr lang="en-US" altLang="ja-JP" sz="2400" dirty="0"/>
          </a:p>
          <a:p>
            <a:r>
              <a:rPr kumimoji="1" lang="ja-JP" altLang="en-US" sz="2400" b="1" dirty="0">
                <a:solidFill>
                  <a:srgbClr val="FF0000"/>
                </a:solidFill>
              </a:rPr>
              <a:t>■重要なこと</a:t>
            </a:r>
            <a:endParaRPr kumimoji="1" lang="en-US" altLang="ja-JP" sz="2400" b="1" dirty="0">
              <a:solidFill>
                <a:srgbClr val="FF0000"/>
              </a:solidFill>
            </a:endParaRPr>
          </a:p>
          <a:p>
            <a:r>
              <a:rPr lang="ja-JP" altLang="en-US" sz="2400" dirty="0"/>
              <a:t>・仕様を明確に決めておく</a:t>
            </a:r>
            <a:endParaRPr lang="en-US" altLang="ja-JP" sz="2400" dirty="0"/>
          </a:p>
          <a:p>
            <a:r>
              <a:rPr kumimoji="1" lang="ja-JP" altLang="en-US" sz="2400" dirty="0"/>
              <a:t>　・</a:t>
            </a:r>
            <a:r>
              <a:rPr kumimoji="1" lang="en-US" altLang="ja-JP" sz="2400" dirty="0"/>
              <a:t>CPU</a:t>
            </a:r>
            <a:r>
              <a:rPr kumimoji="1" lang="ja-JP" altLang="en-US" sz="2400" dirty="0"/>
              <a:t>がどのように動くか</a:t>
            </a:r>
            <a:endParaRPr kumimoji="1" lang="en-US" altLang="ja-JP" sz="2400" dirty="0"/>
          </a:p>
          <a:p>
            <a:r>
              <a:rPr lang="ja-JP" altLang="en-US" sz="2400" dirty="0"/>
              <a:t>　・強さレベルなどはあるのか</a:t>
            </a:r>
            <a:endParaRPr lang="en-US" altLang="ja-JP" sz="2400" dirty="0"/>
          </a:p>
          <a:p>
            <a:endParaRPr kumimoji="1" lang="en-US" altLang="ja-JP" sz="2400" dirty="0"/>
          </a:p>
          <a:p>
            <a:r>
              <a:rPr lang="ja-JP" altLang="en-US" sz="2400" dirty="0"/>
              <a:t>・具体的な動作を明確に決めておく</a:t>
            </a:r>
            <a:endParaRPr lang="en-US" altLang="ja-JP" sz="2400" dirty="0"/>
          </a:p>
          <a:p>
            <a:r>
              <a:rPr kumimoji="1" lang="ja-JP" altLang="en-US" sz="2400" dirty="0"/>
              <a:t>　・攻撃と防御どちらを優先するか</a:t>
            </a:r>
            <a:endParaRPr kumimoji="1" lang="en-US" altLang="ja-JP" sz="2400" dirty="0"/>
          </a:p>
          <a:p>
            <a:r>
              <a:rPr lang="ja-JP" altLang="en-US" sz="2400" dirty="0"/>
              <a:t>　・状況によって作戦は変わるのか</a:t>
            </a:r>
            <a:endParaRPr lang="en-US" altLang="ja-JP" sz="2400" dirty="0"/>
          </a:p>
          <a:p>
            <a:endParaRPr kumimoji="1" lang="en-US" altLang="ja-JP" sz="2400" dirty="0"/>
          </a:p>
          <a:p>
            <a:r>
              <a:rPr lang="ja-JP" altLang="en-US" sz="2400" dirty="0"/>
              <a:t>など</a:t>
            </a:r>
            <a:endParaRPr kumimoji="1"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387928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8293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u="sng" dirty="0"/>
              <a:t>AI</a:t>
            </a:r>
            <a:r>
              <a:rPr kumimoji="1" lang="ja-JP" altLang="en-US" sz="3200" b="1" u="sng" dirty="0"/>
              <a:t>の設計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510909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仕様が決まれば、設計を考えます。</a:t>
            </a:r>
            <a:endParaRPr kumimoji="1" lang="en-US" altLang="ja-JP" sz="2400" dirty="0"/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F13AED94-EE74-4265-BE97-AB0567A64A5E}"/>
              </a:ext>
            </a:extLst>
          </p:cNvPr>
          <p:cNvSpPr/>
          <p:nvPr/>
        </p:nvSpPr>
        <p:spPr>
          <a:xfrm>
            <a:off x="4787152" y="1678094"/>
            <a:ext cx="6400801" cy="221428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ja-JP" altLang="en-US" b="1" dirty="0"/>
              <a:t>戦略</a:t>
            </a:r>
            <a:r>
              <a:rPr lang="en-US" altLang="ja-JP" b="1" dirty="0"/>
              <a:t>A</a:t>
            </a:r>
          </a:p>
          <a:p>
            <a:endParaRPr lang="en-US" altLang="ja-JP" b="1" dirty="0"/>
          </a:p>
          <a:p>
            <a:r>
              <a:rPr lang="ja-JP" altLang="en-US" b="1" dirty="0"/>
              <a:t>・プレイヤーとの距離が遠ければ</a:t>
            </a:r>
            <a:r>
              <a:rPr lang="ja-JP" altLang="en-US" b="1" dirty="0">
                <a:solidFill>
                  <a:srgbClr val="FFFF00"/>
                </a:solidFill>
              </a:rPr>
              <a:t>プレイヤーに近づく</a:t>
            </a:r>
            <a:endParaRPr lang="en-US" altLang="ja-JP" b="1" dirty="0">
              <a:solidFill>
                <a:srgbClr val="FFFF00"/>
              </a:solidFill>
            </a:endParaRPr>
          </a:p>
          <a:p>
            <a:r>
              <a:rPr lang="ja-JP" altLang="en-US" b="1" dirty="0"/>
              <a:t>・近くにアイテムが落ちていれば</a:t>
            </a:r>
            <a:r>
              <a:rPr lang="ja-JP" altLang="en-US" b="1" dirty="0">
                <a:solidFill>
                  <a:srgbClr val="FFFF00"/>
                </a:solidFill>
              </a:rPr>
              <a:t>アイテムを取りに行く</a:t>
            </a:r>
            <a:endParaRPr lang="en-US" altLang="ja-JP" b="1" dirty="0">
              <a:solidFill>
                <a:srgbClr val="FFFF00"/>
              </a:solidFill>
            </a:endParaRPr>
          </a:p>
          <a:p>
            <a:r>
              <a:rPr lang="ja-JP" altLang="en-US" b="1" dirty="0"/>
              <a:t>・プレイヤーとの距離が近ければ</a:t>
            </a:r>
            <a:r>
              <a:rPr lang="ja-JP" altLang="en-US" b="1" dirty="0">
                <a:solidFill>
                  <a:srgbClr val="FFFF00"/>
                </a:solidFill>
              </a:rPr>
              <a:t>攻撃する</a:t>
            </a:r>
            <a:endParaRPr lang="en-US" altLang="ja-JP" b="1" dirty="0">
              <a:solidFill>
                <a:srgbClr val="FFFF00"/>
              </a:solidFill>
            </a:endParaRPr>
          </a:p>
          <a:p>
            <a:r>
              <a:rPr lang="ja-JP" altLang="en-US" b="1" dirty="0"/>
              <a:t>・残りの</a:t>
            </a:r>
            <a:r>
              <a:rPr lang="en-US" altLang="ja-JP" b="1" dirty="0"/>
              <a:t>HP</a:t>
            </a:r>
            <a:r>
              <a:rPr lang="ja-JP" altLang="en-US" b="1" dirty="0"/>
              <a:t>が少なければ</a:t>
            </a:r>
            <a:r>
              <a:rPr lang="ja-JP" altLang="en-US" b="1" dirty="0">
                <a:solidFill>
                  <a:srgbClr val="FFFF00"/>
                </a:solidFill>
              </a:rPr>
              <a:t>プレイヤーから逃げる</a:t>
            </a:r>
            <a:endParaRPr lang="en-US" altLang="ja-JP" b="1" dirty="0">
              <a:solidFill>
                <a:srgbClr val="FFFF00"/>
              </a:solidFill>
            </a:endParaRPr>
          </a:p>
          <a:p>
            <a:r>
              <a:rPr lang="ja-JP" altLang="en-US" b="1" dirty="0">
                <a:solidFill>
                  <a:schemeClr val="bg1"/>
                </a:solidFill>
              </a:rPr>
              <a:t>・強さレベルが高いほど</a:t>
            </a:r>
            <a:r>
              <a:rPr lang="ja-JP" altLang="en-US" b="1" dirty="0">
                <a:solidFill>
                  <a:srgbClr val="FFFF00"/>
                </a:solidFill>
              </a:rPr>
              <a:t>行動</a:t>
            </a:r>
            <a:r>
              <a:rPr lang="ja-JP" altLang="en-US" b="1" dirty="0">
                <a:solidFill>
                  <a:schemeClr val="bg1"/>
                </a:solidFill>
              </a:rPr>
              <a:t>の切り替えが早くなる</a:t>
            </a:r>
            <a:endParaRPr lang="en-US" altLang="ja-JP" b="1" dirty="0">
              <a:solidFill>
                <a:schemeClr val="bg1"/>
              </a:solidFill>
            </a:endParaRP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94974660-7BBC-4765-BA3A-C7EC5209655B}"/>
              </a:ext>
            </a:extLst>
          </p:cNvPr>
          <p:cNvSpPr/>
          <p:nvPr/>
        </p:nvSpPr>
        <p:spPr>
          <a:xfrm>
            <a:off x="788893" y="1678094"/>
            <a:ext cx="3487271" cy="2214282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ja-JP" altLang="en-US" b="1" dirty="0"/>
              <a:t>行動</a:t>
            </a:r>
            <a:endParaRPr lang="en-US" altLang="ja-JP" b="1" dirty="0"/>
          </a:p>
          <a:p>
            <a:r>
              <a:rPr lang="ja-JP" altLang="en-US" b="1" dirty="0"/>
              <a:t>・プレイヤーに近づく</a:t>
            </a:r>
            <a:endParaRPr lang="en-US" altLang="ja-JP" b="1" dirty="0"/>
          </a:p>
          <a:p>
            <a:r>
              <a:rPr lang="ja-JP" altLang="en-US" b="1" dirty="0"/>
              <a:t>・アイテムを取りに行く</a:t>
            </a:r>
            <a:endParaRPr lang="en-US" altLang="ja-JP" b="1" dirty="0"/>
          </a:p>
          <a:p>
            <a:r>
              <a:rPr lang="ja-JP" altLang="en-US" b="1" dirty="0"/>
              <a:t>・プレイヤーから逃げる</a:t>
            </a:r>
            <a:endParaRPr lang="en-US" altLang="ja-JP" b="1" dirty="0"/>
          </a:p>
          <a:p>
            <a:r>
              <a:rPr lang="ja-JP" altLang="en-US" b="1" dirty="0"/>
              <a:t>・攻撃する</a:t>
            </a:r>
            <a:endParaRPr lang="en-US" altLang="ja-JP" b="1" dirty="0"/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6E81560E-4852-4765-B813-A1AB6E9B39E5}"/>
              </a:ext>
            </a:extLst>
          </p:cNvPr>
          <p:cNvSpPr/>
          <p:nvPr/>
        </p:nvSpPr>
        <p:spPr>
          <a:xfrm>
            <a:off x="4787152" y="4143388"/>
            <a:ext cx="6400801" cy="221428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ja-JP" altLang="en-US" b="1" dirty="0"/>
              <a:t>戦略</a:t>
            </a:r>
            <a:r>
              <a:rPr lang="en-US" altLang="ja-JP" b="1" dirty="0"/>
              <a:t>B</a:t>
            </a:r>
          </a:p>
          <a:p>
            <a:endParaRPr lang="en-US" altLang="ja-JP" b="1" dirty="0"/>
          </a:p>
          <a:p>
            <a:r>
              <a:rPr lang="ja-JP" altLang="en-US" b="1" dirty="0"/>
              <a:t>・５秒ごとに</a:t>
            </a:r>
            <a:r>
              <a:rPr lang="ja-JP" altLang="en-US" b="1" dirty="0">
                <a:solidFill>
                  <a:srgbClr val="FFFF00"/>
                </a:solidFill>
              </a:rPr>
              <a:t>行動</a:t>
            </a:r>
            <a:r>
              <a:rPr lang="ja-JP" altLang="en-US" b="1" dirty="0"/>
              <a:t>の中からランダムな行動をとる</a:t>
            </a:r>
            <a:endParaRPr lang="en-US" altLang="ja-JP" b="1" dirty="0"/>
          </a:p>
          <a:p>
            <a:r>
              <a:rPr lang="ja-JP" altLang="en-US" b="1" dirty="0">
                <a:solidFill>
                  <a:schemeClr val="bg1"/>
                </a:solidFill>
              </a:rPr>
              <a:t>・強さレベルが高いほど</a:t>
            </a:r>
            <a:r>
              <a:rPr lang="ja-JP" altLang="en-US" b="1" dirty="0">
                <a:solidFill>
                  <a:srgbClr val="FFFF00"/>
                </a:solidFill>
              </a:rPr>
              <a:t>攻撃する行動</a:t>
            </a:r>
            <a:r>
              <a:rPr lang="ja-JP" altLang="en-US" b="1" dirty="0">
                <a:solidFill>
                  <a:schemeClr val="bg1"/>
                </a:solidFill>
              </a:rPr>
              <a:t>を選びやすくなる</a:t>
            </a:r>
            <a:endParaRPr lang="en-US" altLang="ja-JP" b="1" dirty="0">
              <a:solidFill>
                <a:schemeClr val="bg1"/>
              </a:solidFill>
            </a:endParaRPr>
          </a:p>
          <a:p>
            <a:endParaRPr lang="en-US" altLang="ja-JP" b="1" dirty="0"/>
          </a:p>
        </p:txBody>
      </p:sp>
    </p:spTree>
    <p:extLst>
      <p:ext uri="{BB962C8B-B14F-4D97-AF65-F5344CB8AC3E}">
        <p14:creationId xmlns:p14="http://schemas.microsoft.com/office/powerpoint/2010/main" val="37959964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8293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u="sng" dirty="0"/>
              <a:t>AI</a:t>
            </a:r>
            <a:r>
              <a:rPr kumimoji="1" lang="ja-JP" altLang="en-US" sz="3200" b="1" u="sng" dirty="0"/>
              <a:t>の設計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601478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まずは</a:t>
            </a:r>
            <a:r>
              <a:rPr kumimoji="1" lang="en-US" altLang="ja-JP" sz="2400" dirty="0"/>
              <a:t>AI</a:t>
            </a:r>
            <a:r>
              <a:rPr kumimoji="1" lang="ja-JP" altLang="en-US" sz="2400" dirty="0"/>
              <a:t>が判断する行動を洗い出します。</a:t>
            </a:r>
            <a:endParaRPr kumimoji="1" lang="en-US" altLang="ja-JP" sz="2400" dirty="0"/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94974660-7BBC-4765-BA3A-C7EC5209655B}"/>
              </a:ext>
            </a:extLst>
          </p:cNvPr>
          <p:cNvSpPr/>
          <p:nvPr/>
        </p:nvSpPr>
        <p:spPr>
          <a:xfrm>
            <a:off x="788893" y="1678094"/>
            <a:ext cx="3487271" cy="2214282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ja-JP" altLang="en-US" b="1" dirty="0"/>
              <a:t>行動</a:t>
            </a:r>
            <a:endParaRPr lang="en-US" altLang="ja-JP" b="1" dirty="0"/>
          </a:p>
          <a:p>
            <a:r>
              <a:rPr lang="ja-JP" altLang="en-US" b="1" dirty="0"/>
              <a:t>・プレイヤーに近づく</a:t>
            </a:r>
            <a:endParaRPr lang="en-US" altLang="ja-JP" b="1" dirty="0"/>
          </a:p>
          <a:p>
            <a:r>
              <a:rPr lang="ja-JP" altLang="en-US" b="1" dirty="0"/>
              <a:t>・アイテムを取りに行く</a:t>
            </a:r>
            <a:endParaRPr lang="en-US" altLang="ja-JP" b="1" dirty="0"/>
          </a:p>
          <a:p>
            <a:r>
              <a:rPr lang="ja-JP" altLang="en-US" b="1" dirty="0"/>
              <a:t>・プレイヤーから逃げる</a:t>
            </a:r>
            <a:endParaRPr lang="en-US" altLang="ja-JP" b="1" dirty="0"/>
          </a:p>
          <a:p>
            <a:r>
              <a:rPr lang="ja-JP" altLang="en-US" b="1" dirty="0"/>
              <a:t>・攻撃する</a:t>
            </a:r>
            <a:endParaRPr lang="en-US" altLang="ja-JP" b="1" dirty="0"/>
          </a:p>
        </p:txBody>
      </p:sp>
    </p:spTree>
    <p:extLst>
      <p:ext uri="{BB962C8B-B14F-4D97-AF65-F5344CB8AC3E}">
        <p14:creationId xmlns:p14="http://schemas.microsoft.com/office/powerpoint/2010/main" val="37100758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8293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u="sng" dirty="0"/>
              <a:t>AI</a:t>
            </a:r>
            <a:r>
              <a:rPr kumimoji="1" lang="ja-JP" altLang="en-US" sz="3200" b="1" u="sng" dirty="0"/>
              <a:t>の設計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634019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そして行動に基づいた戦略を洗い出します。</a:t>
            </a:r>
            <a:endParaRPr kumimoji="1" lang="en-US" altLang="ja-JP" sz="2400" dirty="0"/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3DF71F12-FB76-4148-8DB5-E13C48013D53}"/>
              </a:ext>
            </a:extLst>
          </p:cNvPr>
          <p:cNvSpPr/>
          <p:nvPr/>
        </p:nvSpPr>
        <p:spPr>
          <a:xfrm>
            <a:off x="4787152" y="1678094"/>
            <a:ext cx="6400801" cy="221428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ja-JP" altLang="en-US" b="1" dirty="0"/>
              <a:t>戦略</a:t>
            </a:r>
            <a:r>
              <a:rPr lang="en-US" altLang="ja-JP" b="1" dirty="0"/>
              <a:t>A</a:t>
            </a:r>
          </a:p>
          <a:p>
            <a:endParaRPr lang="en-US" altLang="ja-JP" b="1" dirty="0"/>
          </a:p>
          <a:p>
            <a:r>
              <a:rPr lang="ja-JP" altLang="en-US" b="1" dirty="0"/>
              <a:t>・プレイヤーとの距離が遠ければ</a:t>
            </a:r>
            <a:r>
              <a:rPr lang="ja-JP" altLang="en-US" b="1" dirty="0">
                <a:solidFill>
                  <a:srgbClr val="FFFF00"/>
                </a:solidFill>
              </a:rPr>
              <a:t>プレイヤーに近づく</a:t>
            </a:r>
            <a:endParaRPr lang="en-US" altLang="ja-JP" b="1" dirty="0">
              <a:solidFill>
                <a:srgbClr val="FFFF00"/>
              </a:solidFill>
            </a:endParaRPr>
          </a:p>
          <a:p>
            <a:r>
              <a:rPr lang="ja-JP" altLang="en-US" b="1" dirty="0"/>
              <a:t>・近くにアイテムが落ちていれば</a:t>
            </a:r>
            <a:r>
              <a:rPr lang="ja-JP" altLang="en-US" b="1" dirty="0">
                <a:solidFill>
                  <a:srgbClr val="FFFF00"/>
                </a:solidFill>
              </a:rPr>
              <a:t>アイテムを取りに行く</a:t>
            </a:r>
            <a:endParaRPr lang="en-US" altLang="ja-JP" b="1" dirty="0">
              <a:solidFill>
                <a:srgbClr val="FFFF00"/>
              </a:solidFill>
            </a:endParaRPr>
          </a:p>
          <a:p>
            <a:r>
              <a:rPr lang="ja-JP" altLang="en-US" b="1" dirty="0"/>
              <a:t>・プレイヤーとの距離が近ければ</a:t>
            </a:r>
            <a:r>
              <a:rPr lang="ja-JP" altLang="en-US" b="1" dirty="0">
                <a:solidFill>
                  <a:srgbClr val="FFFF00"/>
                </a:solidFill>
              </a:rPr>
              <a:t>攻撃する</a:t>
            </a:r>
            <a:endParaRPr lang="en-US" altLang="ja-JP" b="1" dirty="0">
              <a:solidFill>
                <a:srgbClr val="FFFF00"/>
              </a:solidFill>
            </a:endParaRPr>
          </a:p>
          <a:p>
            <a:r>
              <a:rPr lang="ja-JP" altLang="en-US" b="1" dirty="0"/>
              <a:t>・残りの</a:t>
            </a:r>
            <a:r>
              <a:rPr lang="en-US" altLang="ja-JP" b="1" dirty="0"/>
              <a:t>HP</a:t>
            </a:r>
            <a:r>
              <a:rPr lang="ja-JP" altLang="en-US" b="1" dirty="0"/>
              <a:t>が少なければ</a:t>
            </a:r>
            <a:r>
              <a:rPr lang="ja-JP" altLang="en-US" b="1" dirty="0">
                <a:solidFill>
                  <a:srgbClr val="FFFF00"/>
                </a:solidFill>
              </a:rPr>
              <a:t>プレイヤーから逃げる</a:t>
            </a:r>
            <a:endParaRPr lang="en-US" altLang="ja-JP" b="1" dirty="0">
              <a:solidFill>
                <a:srgbClr val="FFFF00"/>
              </a:solidFill>
            </a:endParaRPr>
          </a:p>
          <a:p>
            <a:r>
              <a:rPr lang="ja-JP" altLang="en-US" b="1" dirty="0">
                <a:solidFill>
                  <a:schemeClr val="bg1"/>
                </a:solidFill>
              </a:rPr>
              <a:t>・強さレベルが高いほど</a:t>
            </a:r>
            <a:r>
              <a:rPr lang="ja-JP" altLang="en-US" b="1" dirty="0">
                <a:solidFill>
                  <a:srgbClr val="FFFF00"/>
                </a:solidFill>
              </a:rPr>
              <a:t>行動</a:t>
            </a:r>
            <a:r>
              <a:rPr lang="ja-JP" altLang="en-US" b="1" dirty="0">
                <a:solidFill>
                  <a:schemeClr val="bg1"/>
                </a:solidFill>
              </a:rPr>
              <a:t>の切り替えが早くなる</a:t>
            </a:r>
            <a:endParaRPr lang="en-US" altLang="ja-JP" b="1" dirty="0">
              <a:solidFill>
                <a:schemeClr val="bg1"/>
              </a:solidFill>
            </a:endParaRP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E366C528-D97B-49F5-9542-1AFD31944A88}"/>
              </a:ext>
            </a:extLst>
          </p:cNvPr>
          <p:cNvSpPr/>
          <p:nvPr/>
        </p:nvSpPr>
        <p:spPr>
          <a:xfrm>
            <a:off x="4787152" y="4143388"/>
            <a:ext cx="6400801" cy="221428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ja-JP" altLang="en-US" b="1" dirty="0"/>
              <a:t>戦略</a:t>
            </a:r>
            <a:r>
              <a:rPr lang="en-US" altLang="ja-JP" b="1" dirty="0"/>
              <a:t>B</a:t>
            </a:r>
          </a:p>
          <a:p>
            <a:endParaRPr lang="en-US" altLang="ja-JP" b="1" dirty="0"/>
          </a:p>
          <a:p>
            <a:r>
              <a:rPr lang="ja-JP" altLang="en-US" b="1" dirty="0"/>
              <a:t>・５秒ごとに</a:t>
            </a:r>
            <a:r>
              <a:rPr lang="ja-JP" altLang="en-US" b="1" dirty="0">
                <a:solidFill>
                  <a:srgbClr val="FFFF00"/>
                </a:solidFill>
              </a:rPr>
              <a:t>行動</a:t>
            </a:r>
            <a:r>
              <a:rPr lang="ja-JP" altLang="en-US" b="1" dirty="0"/>
              <a:t>の中からランダムな行動をとる</a:t>
            </a:r>
            <a:endParaRPr lang="en-US" altLang="ja-JP" b="1" dirty="0"/>
          </a:p>
          <a:p>
            <a:r>
              <a:rPr lang="ja-JP" altLang="en-US" b="1" dirty="0">
                <a:solidFill>
                  <a:schemeClr val="bg1"/>
                </a:solidFill>
              </a:rPr>
              <a:t>・強さレベルが高いほど</a:t>
            </a:r>
            <a:r>
              <a:rPr lang="ja-JP" altLang="en-US" b="1" dirty="0">
                <a:solidFill>
                  <a:srgbClr val="FFFF00"/>
                </a:solidFill>
              </a:rPr>
              <a:t>攻撃する行動</a:t>
            </a:r>
            <a:r>
              <a:rPr lang="ja-JP" altLang="en-US" b="1" dirty="0">
                <a:solidFill>
                  <a:schemeClr val="bg1"/>
                </a:solidFill>
              </a:rPr>
              <a:t>を選びやすくなる</a:t>
            </a:r>
            <a:endParaRPr lang="en-US" altLang="ja-JP" b="1" dirty="0">
              <a:solidFill>
                <a:schemeClr val="bg1"/>
              </a:solidFill>
            </a:endParaRPr>
          </a:p>
          <a:p>
            <a:endParaRPr lang="en-US" altLang="ja-JP" b="1" dirty="0"/>
          </a:p>
        </p:txBody>
      </p:sp>
    </p:spTree>
    <p:extLst>
      <p:ext uri="{BB962C8B-B14F-4D97-AF65-F5344CB8AC3E}">
        <p14:creationId xmlns:p14="http://schemas.microsoft.com/office/powerpoint/2010/main" val="22228516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8293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u="sng" dirty="0"/>
              <a:t>AI</a:t>
            </a:r>
            <a:r>
              <a:rPr kumimoji="1" lang="ja-JP" altLang="en-US" sz="3200" b="1" u="sng" dirty="0"/>
              <a:t>の設計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791915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これらの実装を</a:t>
            </a:r>
            <a:r>
              <a:rPr kumimoji="1" lang="en-US" altLang="ja-JP" sz="2400" dirty="0"/>
              <a:t>C++</a:t>
            </a:r>
            <a:r>
              <a:rPr kumimoji="1" lang="ja-JP" altLang="en-US" sz="2400" dirty="0"/>
              <a:t>で組み込んでいくことになります。</a:t>
            </a:r>
            <a:endParaRPr kumimoji="1" lang="en-US" altLang="ja-JP" sz="2400" dirty="0"/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94974660-7BBC-4765-BA3A-C7EC5209655B}"/>
              </a:ext>
            </a:extLst>
          </p:cNvPr>
          <p:cNvSpPr/>
          <p:nvPr/>
        </p:nvSpPr>
        <p:spPr>
          <a:xfrm>
            <a:off x="788893" y="1678094"/>
            <a:ext cx="3487271" cy="2214282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ja-JP" altLang="en-US" b="1" dirty="0"/>
              <a:t>行動</a:t>
            </a:r>
            <a:endParaRPr lang="en-US" altLang="ja-JP" b="1" dirty="0"/>
          </a:p>
          <a:p>
            <a:r>
              <a:rPr lang="ja-JP" altLang="en-US" b="1" dirty="0"/>
              <a:t>・プレイヤーに近づく</a:t>
            </a:r>
            <a:endParaRPr lang="en-US" altLang="ja-JP" b="1" dirty="0"/>
          </a:p>
          <a:p>
            <a:r>
              <a:rPr lang="ja-JP" altLang="en-US" b="1" dirty="0"/>
              <a:t>・アイテムを取りに行く</a:t>
            </a:r>
            <a:endParaRPr lang="en-US" altLang="ja-JP" b="1" dirty="0"/>
          </a:p>
          <a:p>
            <a:r>
              <a:rPr lang="ja-JP" altLang="en-US" b="1" dirty="0"/>
              <a:t>・プレイヤーから逃げる</a:t>
            </a:r>
            <a:endParaRPr lang="en-US" altLang="ja-JP" b="1" dirty="0"/>
          </a:p>
          <a:p>
            <a:r>
              <a:rPr lang="ja-JP" altLang="en-US" b="1" dirty="0"/>
              <a:t>・攻撃する</a:t>
            </a:r>
            <a:endParaRPr lang="en-US" altLang="ja-JP" b="1" dirty="0"/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E68DD471-B6CD-4FFC-8261-AE2DA721667B}"/>
              </a:ext>
            </a:extLst>
          </p:cNvPr>
          <p:cNvSpPr/>
          <p:nvPr/>
        </p:nvSpPr>
        <p:spPr>
          <a:xfrm>
            <a:off x="4787152" y="1678094"/>
            <a:ext cx="6400801" cy="221428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ja-JP" altLang="en-US" b="1" dirty="0"/>
              <a:t>戦略</a:t>
            </a:r>
            <a:r>
              <a:rPr lang="en-US" altLang="ja-JP" b="1" dirty="0"/>
              <a:t>A</a:t>
            </a:r>
          </a:p>
          <a:p>
            <a:endParaRPr lang="en-US" altLang="ja-JP" b="1" dirty="0"/>
          </a:p>
          <a:p>
            <a:r>
              <a:rPr lang="ja-JP" altLang="en-US" b="1" dirty="0"/>
              <a:t>・プレイヤーとの距離が遠ければ</a:t>
            </a:r>
            <a:r>
              <a:rPr lang="ja-JP" altLang="en-US" b="1" dirty="0">
                <a:solidFill>
                  <a:srgbClr val="FFFF00"/>
                </a:solidFill>
              </a:rPr>
              <a:t>プレイヤーに近づく</a:t>
            </a:r>
            <a:endParaRPr lang="en-US" altLang="ja-JP" b="1" dirty="0">
              <a:solidFill>
                <a:srgbClr val="FFFF00"/>
              </a:solidFill>
            </a:endParaRPr>
          </a:p>
          <a:p>
            <a:r>
              <a:rPr lang="ja-JP" altLang="en-US" b="1" dirty="0"/>
              <a:t>・近くにアイテムが落ちていれば</a:t>
            </a:r>
            <a:r>
              <a:rPr lang="ja-JP" altLang="en-US" b="1" dirty="0">
                <a:solidFill>
                  <a:srgbClr val="FFFF00"/>
                </a:solidFill>
              </a:rPr>
              <a:t>アイテムを取りに行く</a:t>
            </a:r>
            <a:endParaRPr lang="en-US" altLang="ja-JP" b="1" dirty="0">
              <a:solidFill>
                <a:srgbClr val="FFFF00"/>
              </a:solidFill>
            </a:endParaRPr>
          </a:p>
          <a:p>
            <a:r>
              <a:rPr lang="ja-JP" altLang="en-US" b="1" dirty="0"/>
              <a:t>・プレイヤーとの距離が近ければ</a:t>
            </a:r>
            <a:r>
              <a:rPr lang="ja-JP" altLang="en-US" b="1" dirty="0">
                <a:solidFill>
                  <a:srgbClr val="FFFF00"/>
                </a:solidFill>
              </a:rPr>
              <a:t>攻撃する</a:t>
            </a:r>
            <a:endParaRPr lang="en-US" altLang="ja-JP" b="1" dirty="0">
              <a:solidFill>
                <a:srgbClr val="FFFF00"/>
              </a:solidFill>
            </a:endParaRPr>
          </a:p>
          <a:p>
            <a:r>
              <a:rPr lang="ja-JP" altLang="en-US" b="1" dirty="0"/>
              <a:t>・残りの</a:t>
            </a:r>
            <a:r>
              <a:rPr lang="en-US" altLang="ja-JP" b="1" dirty="0"/>
              <a:t>HP</a:t>
            </a:r>
            <a:r>
              <a:rPr lang="ja-JP" altLang="en-US" b="1" dirty="0"/>
              <a:t>が少なければ</a:t>
            </a:r>
            <a:r>
              <a:rPr lang="ja-JP" altLang="en-US" b="1" dirty="0">
                <a:solidFill>
                  <a:srgbClr val="FFFF00"/>
                </a:solidFill>
              </a:rPr>
              <a:t>プレイヤーから逃げる</a:t>
            </a:r>
            <a:endParaRPr lang="en-US" altLang="ja-JP" b="1" dirty="0">
              <a:solidFill>
                <a:srgbClr val="FFFF00"/>
              </a:solidFill>
            </a:endParaRPr>
          </a:p>
          <a:p>
            <a:r>
              <a:rPr lang="ja-JP" altLang="en-US" b="1" dirty="0">
                <a:solidFill>
                  <a:schemeClr val="bg1"/>
                </a:solidFill>
              </a:rPr>
              <a:t>・強さレベルが高いほど</a:t>
            </a:r>
            <a:r>
              <a:rPr lang="ja-JP" altLang="en-US" b="1" dirty="0">
                <a:solidFill>
                  <a:srgbClr val="FFFF00"/>
                </a:solidFill>
              </a:rPr>
              <a:t>行動</a:t>
            </a:r>
            <a:r>
              <a:rPr lang="ja-JP" altLang="en-US" b="1" dirty="0">
                <a:solidFill>
                  <a:schemeClr val="bg1"/>
                </a:solidFill>
              </a:rPr>
              <a:t>の切り替えが早くなる</a:t>
            </a:r>
            <a:endParaRPr lang="en-US" altLang="ja-JP" b="1" dirty="0">
              <a:solidFill>
                <a:schemeClr val="bg1"/>
              </a:solidFill>
            </a:endParaRP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B1072722-E79B-4248-A622-2CD124CF6873}"/>
              </a:ext>
            </a:extLst>
          </p:cNvPr>
          <p:cNvSpPr/>
          <p:nvPr/>
        </p:nvSpPr>
        <p:spPr>
          <a:xfrm>
            <a:off x="4787152" y="4143388"/>
            <a:ext cx="6400801" cy="221428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ja-JP" altLang="en-US" b="1" dirty="0"/>
              <a:t>戦略</a:t>
            </a:r>
            <a:r>
              <a:rPr lang="en-US" altLang="ja-JP" b="1" dirty="0"/>
              <a:t>B</a:t>
            </a:r>
          </a:p>
          <a:p>
            <a:endParaRPr lang="en-US" altLang="ja-JP" b="1" dirty="0"/>
          </a:p>
          <a:p>
            <a:r>
              <a:rPr lang="ja-JP" altLang="en-US" b="1" dirty="0"/>
              <a:t>・５秒ごとに</a:t>
            </a:r>
            <a:r>
              <a:rPr lang="ja-JP" altLang="en-US" b="1" dirty="0">
                <a:solidFill>
                  <a:srgbClr val="FFFF00"/>
                </a:solidFill>
              </a:rPr>
              <a:t>行動</a:t>
            </a:r>
            <a:r>
              <a:rPr lang="ja-JP" altLang="en-US" b="1" dirty="0"/>
              <a:t>の中からランダムな行動をとる</a:t>
            </a:r>
            <a:endParaRPr lang="en-US" altLang="ja-JP" b="1" dirty="0"/>
          </a:p>
          <a:p>
            <a:r>
              <a:rPr lang="ja-JP" altLang="en-US" b="1" dirty="0">
                <a:solidFill>
                  <a:schemeClr val="bg1"/>
                </a:solidFill>
              </a:rPr>
              <a:t>・強さレベルが高いほど</a:t>
            </a:r>
            <a:r>
              <a:rPr lang="ja-JP" altLang="en-US" b="1" dirty="0">
                <a:solidFill>
                  <a:srgbClr val="FFFF00"/>
                </a:solidFill>
              </a:rPr>
              <a:t>攻撃する行動</a:t>
            </a:r>
            <a:r>
              <a:rPr lang="ja-JP" altLang="en-US" b="1" dirty="0">
                <a:solidFill>
                  <a:schemeClr val="bg1"/>
                </a:solidFill>
              </a:rPr>
              <a:t>を選びやすくなる</a:t>
            </a:r>
            <a:endParaRPr lang="en-US" altLang="ja-JP" b="1" dirty="0">
              <a:solidFill>
                <a:schemeClr val="bg1"/>
              </a:solidFill>
            </a:endParaRPr>
          </a:p>
          <a:p>
            <a:endParaRPr lang="en-US" altLang="ja-JP" b="1" dirty="0"/>
          </a:p>
        </p:txBody>
      </p:sp>
    </p:spTree>
    <p:extLst>
      <p:ext uri="{BB962C8B-B14F-4D97-AF65-F5344CB8AC3E}">
        <p14:creationId xmlns:p14="http://schemas.microsoft.com/office/powerpoint/2010/main" val="12431193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91</TotalTime>
  <Words>429</Words>
  <Application>Microsoft Office PowerPoint</Application>
  <PresentationFormat>ワイド画面</PresentationFormat>
  <Paragraphs>69</Paragraphs>
  <Slides>5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5</vt:i4>
      </vt:variant>
    </vt:vector>
  </HeadingPairs>
  <TitlesOfParts>
    <vt:vector size="9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北九州校　ゲーム</dc:creator>
  <cp:lastModifiedBy>北九州校　ゲーム</cp:lastModifiedBy>
  <cp:revision>18</cp:revision>
  <dcterms:created xsi:type="dcterms:W3CDTF">2024-08-27T02:15:54Z</dcterms:created>
  <dcterms:modified xsi:type="dcterms:W3CDTF">2025-03-13T03:18:24Z</dcterms:modified>
</cp:coreProperties>
</file>