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オリジナル戦略作成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1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オリジナルの戦略クラスを作成し、</a:t>
            </a:r>
            <a:r>
              <a:rPr lang="ja-JP" altLang="en-US" sz="2400" dirty="0"/>
              <a:t>みんなの</a:t>
            </a:r>
            <a:r>
              <a:rPr lang="en-US" altLang="ja-JP" sz="2400" dirty="0"/>
              <a:t>AI</a:t>
            </a:r>
            <a:r>
              <a:rPr lang="ja-JP" altLang="en-US" sz="2400" dirty="0"/>
              <a:t>同士で戦わせましょう。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オリジナル戦略作成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24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〇〇</a:t>
            </a:r>
            <a:r>
              <a:rPr lang="en-US" altLang="ja-JP" sz="2400" b="1" dirty="0">
                <a:solidFill>
                  <a:srgbClr val="FF0000"/>
                </a:solidFill>
              </a:rPr>
              <a:t>Strategy.cpp/.h</a:t>
            </a:r>
            <a:r>
              <a:rPr lang="ja-JP" altLang="en-US" sz="2400" dirty="0"/>
              <a:t>を作りましょう。</a:t>
            </a:r>
            <a:endParaRPr lang="en-US" altLang="ja-JP" sz="2400" dirty="0"/>
          </a:p>
          <a:p>
            <a:r>
              <a:rPr kumimoji="1" lang="ja-JP" altLang="en-US" sz="2400" dirty="0"/>
              <a:t>〇〇には自分の名前を書いてください。</a:t>
            </a:r>
            <a:endParaRPr kumimoji="1" lang="en-US" altLang="ja-JP" sz="2400" dirty="0"/>
          </a:p>
          <a:p>
            <a:r>
              <a:rPr lang="ja-JP" altLang="en-US" sz="2400" dirty="0"/>
              <a:t>例：</a:t>
            </a:r>
            <a:r>
              <a:rPr lang="en-US" altLang="ja-JP" sz="2400" dirty="0" err="1"/>
              <a:t>AIArakiStragegy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3018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オリジナル戦略作成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119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AIStrategyBase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を継承した</a:t>
            </a:r>
            <a:r>
              <a:rPr lang="en-US" altLang="ja-JP" sz="2400" b="1" dirty="0">
                <a:solidFill>
                  <a:srgbClr val="00B050"/>
                </a:solidFill>
              </a:rPr>
              <a:t>AI</a:t>
            </a:r>
            <a:r>
              <a:rPr lang="ja-JP" altLang="en-US" sz="2400" b="1" dirty="0">
                <a:solidFill>
                  <a:srgbClr val="00B050"/>
                </a:solidFill>
              </a:rPr>
              <a:t>〇〇</a:t>
            </a:r>
            <a:r>
              <a:rPr lang="en-US" altLang="ja-JP" sz="2400" b="1" dirty="0">
                <a:solidFill>
                  <a:srgbClr val="00B050"/>
                </a:solidFill>
              </a:rPr>
              <a:t>Strategy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を作成し、</a:t>
            </a:r>
            <a:endParaRPr lang="en-US" altLang="ja-JP" sz="2400" dirty="0"/>
          </a:p>
          <a:p>
            <a:r>
              <a:rPr lang="ja-JP" altLang="en-US" sz="2400" dirty="0"/>
              <a:t>オリジナルの戦略クラスとしましょう。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5956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オリジナル戦略作成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3273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以下は条件となります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■条件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〇〇</a:t>
            </a:r>
            <a:r>
              <a:rPr lang="en-US" altLang="ja-JP" sz="2400" b="1" dirty="0">
                <a:solidFill>
                  <a:srgbClr val="FF0000"/>
                </a:solidFill>
              </a:rPr>
              <a:t>Strategy.cpp/.h</a:t>
            </a:r>
            <a:r>
              <a:rPr lang="ja-JP" altLang="en-US" sz="2400" dirty="0"/>
              <a:t>以外は書かないこと</a:t>
            </a:r>
            <a:endParaRPr lang="en-US" altLang="ja-JP" sz="2400" dirty="0"/>
          </a:p>
          <a:p>
            <a:r>
              <a:rPr lang="ja-JP" altLang="en-US" sz="2400" dirty="0"/>
              <a:t>　・動作確認のための</a:t>
            </a:r>
            <a:r>
              <a:rPr lang="en-US" altLang="ja-JP" sz="2400" dirty="0"/>
              <a:t>AI</a:t>
            </a:r>
            <a:r>
              <a:rPr lang="ja-JP" altLang="en-US" sz="2400" dirty="0"/>
              <a:t>セット処理のみ</a:t>
            </a:r>
            <a:r>
              <a:rPr lang="en-US" altLang="ja-JP" sz="2400" dirty="0"/>
              <a:t>OK</a:t>
            </a:r>
            <a:r>
              <a:rPr lang="ja-JP" altLang="en-US" sz="2400" dirty="0"/>
              <a:t>（</a:t>
            </a:r>
            <a:r>
              <a:rPr lang="en-US" altLang="ja-JP" sz="2400" b="1" dirty="0" err="1">
                <a:solidFill>
                  <a:srgbClr val="00B050"/>
                </a:solidFill>
              </a:rPr>
              <a:t>PlayScene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・ゲームに直接干渉するような処理は書かないこと</a:t>
            </a:r>
            <a:endParaRPr lang="en-US" altLang="ja-JP" sz="2400" dirty="0"/>
          </a:p>
          <a:p>
            <a:r>
              <a:rPr lang="ja-JP" altLang="en-US" sz="2400" dirty="0"/>
              <a:t>　・移動速度を上げたり、</a:t>
            </a:r>
            <a:r>
              <a:rPr lang="en-US" altLang="ja-JP" sz="2400" dirty="0"/>
              <a:t>HP</a:t>
            </a:r>
            <a:r>
              <a:rPr lang="ja-JP" altLang="en-US" sz="2400" dirty="0"/>
              <a:t>を回復したりなど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・絶対に倒せない</a:t>
            </a:r>
            <a:r>
              <a:rPr lang="en-US" altLang="ja-JP" sz="2400" dirty="0"/>
              <a:t>AI</a:t>
            </a:r>
            <a:r>
              <a:rPr lang="ja-JP" altLang="en-US" sz="2400" dirty="0"/>
              <a:t>を作らないこと</a:t>
            </a:r>
            <a:endParaRPr lang="en-US" altLang="ja-JP" sz="2400" dirty="0"/>
          </a:p>
          <a:p>
            <a:r>
              <a:rPr lang="ja-JP" altLang="en-US" sz="2400" dirty="0"/>
              <a:t>　・弾丸の反対方向に移動し続けるなど（多分不可能）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あくまで作るのは戦略のみです。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897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162</Words>
  <Application>Microsoft Office PowerPoint</Application>
  <PresentationFormat>ワイド画面</PresentationFormat>
  <Paragraphs>23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</cp:revision>
  <dcterms:created xsi:type="dcterms:W3CDTF">2024-08-27T02:15:54Z</dcterms:created>
  <dcterms:modified xsi:type="dcterms:W3CDTF">2025-07-09T07:41:56Z</dcterms:modified>
</cp:coreProperties>
</file>