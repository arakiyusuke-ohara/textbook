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22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管理とストラテジークラス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AI</a:t>
            </a:r>
            <a:r>
              <a:rPr kumimoji="1" lang="ja-JP" altLang="en-US" sz="2400" dirty="0"/>
              <a:t>をプログラムで実装します。</a:t>
            </a:r>
            <a:endParaRPr kumimoji="1" lang="en-US" altLang="ja-JP" sz="2400" dirty="0"/>
          </a:p>
          <a:p>
            <a:r>
              <a:rPr lang="ja-JP" altLang="en-US" sz="2400" dirty="0"/>
              <a:t>まずはこれまでと同じく</a:t>
            </a:r>
            <a:r>
              <a:rPr lang="ja-JP" altLang="en-US" sz="2400" b="1" dirty="0">
                <a:solidFill>
                  <a:srgbClr val="FF0000"/>
                </a:solidFill>
              </a:rPr>
              <a:t>管理クラス</a:t>
            </a:r>
            <a:r>
              <a:rPr lang="ja-JP" altLang="en-US" sz="2400" dirty="0"/>
              <a:t>や</a:t>
            </a:r>
            <a:r>
              <a:rPr lang="ja-JP" altLang="en-US" sz="2400" b="1" dirty="0">
                <a:solidFill>
                  <a:srgbClr val="FF0000"/>
                </a:solidFill>
              </a:rPr>
              <a:t>基底クラス</a:t>
            </a:r>
            <a:r>
              <a:rPr lang="ja-JP" altLang="en-US" sz="2400" dirty="0"/>
              <a:t>を作り、</a:t>
            </a:r>
            <a:endParaRPr lang="en-US" altLang="ja-JP" sz="2400" dirty="0"/>
          </a:p>
          <a:p>
            <a:r>
              <a:rPr kumimoji="1" lang="ja-JP" altLang="en-US" sz="2400" dirty="0"/>
              <a:t>実装の土台を整えていきましょう。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5226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管理とストラテジークラス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1606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Source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kumimoji="1" lang="ja-JP" altLang="en-US" sz="2400" dirty="0"/>
              <a:t>に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AI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フォルダ</a:t>
            </a:r>
            <a:r>
              <a:rPr kumimoji="1" lang="ja-JP" altLang="en-US" sz="2400" dirty="0"/>
              <a:t>を追加して、</a:t>
            </a:r>
            <a:endParaRPr lang="en-US" altLang="ja-JP" sz="2400" dirty="0"/>
          </a:p>
          <a:p>
            <a:r>
              <a:rPr lang="ja-JP" altLang="en-US" sz="2400" dirty="0"/>
              <a:t>中に以下のファイルを追加しましょう。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2654E4D-F315-461B-872E-093B3E6DB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560174" cy="396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103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7903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AIManager.h</a:t>
            </a:r>
            <a:r>
              <a:rPr kumimoji="1" lang="ja-JP" altLang="en-US" sz="2400" dirty="0"/>
              <a:t>で管理クラスを書きます。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9576F2D3-AE74-4B82-AEF9-50C27F5B4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4786900" cy="48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175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3011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AIManager.cpp</a:t>
            </a:r>
            <a:r>
              <a:rPr kumimoji="1"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F595E71-D15D-4961-988A-76E7D6721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4"/>
            <a:ext cx="4434764" cy="4780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70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AI</a:t>
            </a:r>
            <a:r>
              <a:rPr kumimoji="1" lang="ja-JP" altLang="en-US" sz="3200" b="1" u="sng" dirty="0"/>
              <a:t>管理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細かいテクニックはありますが、</a:t>
            </a:r>
            <a:endParaRPr kumimoji="1" lang="en-US" altLang="ja-JP" sz="2400" dirty="0"/>
          </a:p>
          <a:p>
            <a:r>
              <a:rPr lang="ja-JP" altLang="en-US" sz="2400" dirty="0"/>
              <a:t>管理クラスについてはこれまでと特に変わりません。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続いて</a:t>
            </a:r>
            <a:r>
              <a:rPr lang="ja-JP" altLang="en-US" sz="2400" b="1" dirty="0">
                <a:solidFill>
                  <a:srgbClr val="FF0000"/>
                </a:solidFill>
              </a:rPr>
              <a:t>ストラテジークラス</a:t>
            </a:r>
            <a:r>
              <a:rPr lang="ja-JP" altLang="en-US" sz="2400" dirty="0"/>
              <a:t>について学習しましょう。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01994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ストラテジークラス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5916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ストラテジークラス</a:t>
            </a:r>
            <a:r>
              <a:rPr kumimoji="1" lang="ja-JP" altLang="en-US" sz="2400" dirty="0"/>
              <a:t>とは、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AI</a:t>
            </a:r>
            <a:r>
              <a:rPr lang="ja-JP" altLang="en-US" sz="2400" b="1" dirty="0">
                <a:solidFill>
                  <a:srgbClr val="FF0000"/>
                </a:solidFill>
              </a:rPr>
              <a:t>の戦略（ストラテジー）を決定させるクラス</a:t>
            </a:r>
            <a:r>
              <a:rPr lang="ja-JP" altLang="en-US" sz="2400" dirty="0"/>
              <a:t>です。</a:t>
            </a:r>
            <a:endParaRPr kumimoji="1" lang="en-US" altLang="ja-JP" sz="2400" dirty="0"/>
          </a:p>
          <a:p>
            <a:r>
              <a:rPr lang="ja-JP" altLang="en-US" sz="2400" dirty="0"/>
              <a:t>ストラテジークラスが決定した戦略で</a:t>
            </a:r>
            <a:r>
              <a:rPr lang="en-US" altLang="ja-JP" sz="2400" dirty="0"/>
              <a:t>CPU</a:t>
            </a:r>
            <a:r>
              <a:rPr lang="ja-JP" altLang="en-US" sz="2400" dirty="0"/>
              <a:t>キャラクターを動かします。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注意することは、</a:t>
            </a:r>
            <a:endParaRPr kumimoji="1" lang="en-US" altLang="ja-JP" sz="2400" dirty="0"/>
          </a:p>
          <a:p>
            <a:r>
              <a:rPr lang="ja-JP" altLang="en-US" sz="2400" dirty="0"/>
              <a:t>戦略を決めるだけで、</a:t>
            </a:r>
            <a:r>
              <a:rPr lang="ja-JP" altLang="en-US" sz="2400" b="1" dirty="0">
                <a:solidFill>
                  <a:srgbClr val="FF0000"/>
                </a:solidFill>
              </a:rPr>
              <a:t>ゲームに直接干渉させてはいけない</a:t>
            </a:r>
            <a:r>
              <a:rPr lang="ja-JP" altLang="en-US" sz="2400" dirty="0"/>
              <a:t>ことです。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■ストラテジークラスの禁止事項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・オブジェクトを移動させる</a:t>
            </a:r>
            <a:endParaRPr kumimoji="1" lang="en-US" altLang="ja-JP" sz="2400" dirty="0"/>
          </a:p>
          <a:p>
            <a:r>
              <a:rPr lang="ja-JP" altLang="en-US" sz="2400" dirty="0"/>
              <a:t>・オブジェクトのパラメータを変更する</a:t>
            </a:r>
            <a:endParaRPr lang="en-US" altLang="ja-JP" sz="2400" dirty="0"/>
          </a:p>
          <a:p>
            <a:r>
              <a:rPr kumimoji="1" lang="ja-JP" altLang="en-US" sz="2400" dirty="0"/>
              <a:t>　・攻撃力を上げたりなど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これらの処理をすると、大元（プレイヤーや敵など）の役割と混在し、</a:t>
            </a:r>
            <a:endParaRPr kumimoji="1" lang="en-US" altLang="ja-JP" sz="2400" dirty="0"/>
          </a:p>
          <a:p>
            <a:r>
              <a:rPr lang="ja-JP" altLang="en-US" sz="2400" dirty="0"/>
              <a:t>プログラムが複雑になってしまいます。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49839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ストラテジークラス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4700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FF0000"/>
                </a:solidFill>
              </a:rPr>
              <a:t>AIStrategyBase.h</a:t>
            </a:r>
            <a:r>
              <a:rPr lang="ja-JP" altLang="en-US" sz="2400" dirty="0"/>
              <a:t>にクラスを書きましょう。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DD1E89D0-429E-4850-9C9F-C7FD5F760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3" y="1817795"/>
            <a:ext cx="5427504" cy="466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020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ストラテジークラス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49808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AIStrategyBase.cpp</a:t>
            </a:r>
            <a:r>
              <a:rPr lang="ja-JP" altLang="en-US" sz="2400" dirty="0"/>
              <a:t>を書きます。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6B10DC8-A1EA-4EA2-9045-DE3CDC5A5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1817794"/>
            <a:ext cx="5501617" cy="29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8136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ストラテジークラス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0425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B050"/>
                </a:solidFill>
              </a:rPr>
              <a:t>AIStrategyBase</a:t>
            </a:r>
            <a:r>
              <a:rPr kumimoji="1" lang="ja-JP" altLang="en-US" sz="2400" b="1" dirty="0">
                <a:solidFill>
                  <a:srgbClr val="00B050"/>
                </a:solidFill>
              </a:rPr>
              <a:t>クラス</a:t>
            </a:r>
            <a:r>
              <a:rPr kumimoji="1" lang="ja-JP" altLang="en-US" sz="2400" dirty="0"/>
              <a:t>をベースに様々な</a:t>
            </a:r>
            <a:r>
              <a:rPr kumimoji="1" lang="en-US" altLang="ja-JP" sz="2400" dirty="0"/>
              <a:t>AI</a:t>
            </a:r>
            <a:r>
              <a:rPr kumimoji="1" lang="ja-JP" altLang="en-US" sz="2400" dirty="0"/>
              <a:t>を作ります。</a:t>
            </a:r>
            <a:endParaRPr kumimoji="1" lang="en-US" altLang="ja-JP" sz="2400" dirty="0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8653728-BCC9-4694-B3F7-154A9492B165}"/>
              </a:ext>
            </a:extLst>
          </p:cNvPr>
          <p:cNvSpPr/>
          <p:nvPr/>
        </p:nvSpPr>
        <p:spPr>
          <a:xfrm>
            <a:off x="567542" y="3644169"/>
            <a:ext cx="2115671" cy="981635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 err="1"/>
              <a:t>AIStrategyBase</a:t>
            </a:r>
            <a:endParaRPr kumimoji="1" lang="ja-JP" altLang="en-US" b="1" dirty="0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7335B8E9-0F0E-4C2B-A7E3-7117A25FBE9B}"/>
              </a:ext>
            </a:extLst>
          </p:cNvPr>
          <p:cNvSpPr/>
          <p:nvPr/>
        </p:nvSpPr>
        <p:spPr>
          <a:xfrm>
            <a:off x="5198559" y="2124071"/>
            <a:ext cx="2115671" cy="981635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攻撃的な</a:t>
            </a:r>
            <a:r>
              <a:rPr kumimoji="1" lang="en-US" altLang="ja-JP" b="1" dirty="0"/>
              <a:t>AI</a:t>
            </a:r>
            <a:endParaRPr kumimoji="1" lang="ja-JP" altLang="en-US" b="1" dirty="0"/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6A637600-8CC4-4680-88EB-283B06C35446}"/>
              </a:ext>
            </a:extLst>
          </p:cNvPr>
          <p:cNvSpPr/>
          <p:nvPr/>
        </p:nvSpPr>
        <p:spPr>
          <a:xfrm>
            <a:off x="5198558" y="3677788"/>
            <a:ext cx="2115671" cy="9816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逃げ腰な</a:t>
            </a:r>
            <a:r>
              <a:rPr kumimoji="1" lang="en-US" altLang="ja-JP" b="1" dirty="0"/>
              <a:t>AI</a:t>
            </a:r>
            <a:endParaRPr kumimoji="1" lang="ja-JP" altLang="en-US" b="1" dirty="0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6E6DA8BA-1671-44C8-AD20-CFAB3426342A}"/>
              </a:ext>
            </a:extLst>
          </p:cNvPr>
          <p:cNvSpPr/>
          <p:nvPr/>
        </p:nvSpPr>
        <p:spPr>
          <a:xfrm>
            <a:off x="5198558" y="5150240"/>
            <a:ext cx="2115671" cy="98163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ランダムに動く</a:t>
            </a:r>
            <a:r>
              <a:rPr kumimoji="1" lang="en-US" altLang="ja-JP" b="1" dirty="0"/>
              <a:t>AI</a:t>
            </a:r>
            <a:endParaRPr kumimoji="1" lang="ja-JP" altLang="en-US" b="1" dirty="0"/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9E5CA14F-2C99-4041-87CE-313C6F8AB350}"/>
              </a:ext>
            </a:extLst>
          </p:cNvPr>
          <p:cNvCxnSpPr>
            <a:stCxn id="2" idx="3"/>
            <a:endCxn id="7" idx="1"/>
          </p:cNvCxnSpPr>
          <p:nvPr/>
        </p:nvCxnSpPr>
        <p:spPr>
          <a:xfrm flipV="1">
            <a:off x="2683213" y="2614889"/>
            <a:ext cx="2515346" cy="15200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EC75617C-F642-40ED-B102-B0190F439D63}"/>
              </a:ext>
            </a:extLst>
          </p:cNvPr>
          <p:cNvCxnSpPr>
            <a:cxnSpLocks/>
            <a:stCxn id="2" idx="3"/>
            <a:endCxn id="9" idx="1"/>
          </p:cNvCxnSpPr>
          <p:nvPr/>
        </p:nvCxnSpPr>
        <p:spPr>
          <a:xfrm>
            <a:off x="2683213" y="4134987"/>
            <a:ext cx="2515345" cy="3361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243E94D2-DAE0-43FE-A94B-D1D637B50C87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2683213" y="4134987"/>
            <a:ext cx="2515345" cy="15060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17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ストラテジークラス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325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 err="1">
                <a:solidFill>
                  <a:srgbClr val="0070C0"/>
                </a:solidFill>
              </a:rPr>
              <a:t>ThinkStrategy</a:t>
            </a:r>
            <a:r>
              <a:rPr kumimoji="1" lang="ja-JP" altLang="en-US" sz="2400" b="1" dirty="0">
                <a:solidFill>
                  <a:srgbClr val="0070C0"/>
                </a:solidFill>
              </a:rPr>
              <a:t>関数</a:t>
            </a:r>
            <a:r>
              <a:rPr kumimoji="1" lang="ja-JP" altLang="en-US" sz="2400" dirty="0"/>
              <a:t>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戦略を考えて決定する関数</a:t>
            </a:r>
            <a:r>
              <a:rPr kumimoji="1" lang="ja-JP" altLang="en-US" sz="2400" dirty="0"/>
              <a:t>です。</a:t>
            </a:r>
            <a:endParaRPr kumimoji="1" lang="en-US" altLang="ja-JP" sz="2400" dirty="0"/>
          </a:p>
          <a:p>
            <a:r>
              <a:rPr kumimoji="1" lang="ja-JP" altLang="en-US" sz="2400" dirty="0"/>
              <a:t>継承した</a:t>
            </a:r>
            <a:r>
              <a:rPr kumimoji="1" lang="en-US" altLang="ja-JP" sz="2400" dirty="0"/>
              <a:t>AI</a:t>
            </a:r>
            <a:r>
              <a:rPr kumimoji="1" lang="ja-JP" altLang="en-US" sz="2400" dirty="0"/>
              <a:t>クラスに合わせた処理を書いていきます。</a:t>
            </a:r>
            <a:endParaRPr kumimoji="1" lang="en-US" altLang="ja-JP" sz="24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0F6E698D-F4A8-45E9-80E1-ED332F779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8338358" cy="1129815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D82E83B-2929-4C08-BFC0-FDA9E08718F0}"/>
              </a:ext>
            </a:extLst>
          </p:cNvPr>
          <p:cNvSpPr txBox="1"/>
          <p:nvPr/>
        </p:nvSpPr>
        <p:spPr>
          <a:xfrm>
            <a:off x="567542" y="3541060"/>
            <a:ext cx="1093921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例えば、</a:t>
            </a:r>
            <a:endParaRPr kumimoji="1" lang="en-US" altLang="ja-JP" sz="2400" dirty="0"/>
          </a:p>
          <a:p>
            <a:r>
              <a:rPr kumimoji="1" lang="ja-JP" altLang="en-US" sz="2400" dirty="0"/>
              <a:t>攻撃的な</a:t>
            </a:r>
            <a:r>
              <a:rPr kumimoji="1" lang="en-US" altLang="ja-JP" sz="2400" dirty="0"/>
              <a:t>AI</a:t>
            </a:r>
            <a:r>
              <a:rPr kumimoji="1" lang="ja-JP" altLang="en-US" sz="2400" dirty="0"/>
              <a:t>であれば、「近くに敵がいたら攻撃する」みたいな処理を、</a:t>
            </a:r>
            <a:endParaRPr lang="en-US" altLang="ja-JP" sz="2400" dirty="0"/>
          </a:p>
          <a:p>
            <a:r>
              <a:rPr kumimoji="1" lang="ja-JP" altLang="en-US" sz="2400" dirty="0"/>
              <a:t>逃げ腰の</a:t>
            </a:r>
            <a:r>
              <a:rPr kumimoji="1" lang="en-US" altLang="ja-JP" sz="2400" dirty="0"/>
              <a:t>AI</a:t>
            </a:r>
            <a:r>
              <a:rPr kumimoji="1" lang="ja-JP" altLang="en-US" sz="2400" dirty="0"/>
              <a:t>であれば、「近くに敵がいたら逃げる」みたいな処理を</a:t>
            </a:r>
            <a:r>
              <a:rPr lang="ja-JP" altLang="en-US" sz="2400" dirty="0"/>
              <a:t>書きます。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/>
              <a:t>のちほど実装</a:t>
            </a:r>
            <a:r>
              <a:rPr lang="ja-JP" altLang="en-US" sz="2400" dirty="0"/>
              <a:t>します。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253703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308</Words>
  <Application>Microsoft Office PowerPoint</Application>
  <PresentationFormat>ワイド画面</PresentationFormat>
  <Paragraphs>49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22</cp:revision>
  <dcterms:created xsi:type="dcterms:W3CDTF">2024-08-27T02:15:54Z</dcterms:created>
  <dcterms:modified xsi:type="dcterms:W3CDTF">2025-07-09T08:28:06Z</dcterms:modified>
</cp:coreProperties>
</file>