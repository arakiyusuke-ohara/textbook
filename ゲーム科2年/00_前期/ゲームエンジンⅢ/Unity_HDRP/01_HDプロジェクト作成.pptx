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1040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HD</a:t>
            </a:r>
            <a:r>
              <a:rPr kumimoji="1" lang="ja-JP" altLang="en-US" sz="3200" b="1" u="sng" dirty="0"/>
              <a:t>プロジェクト作成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151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HDRP</a:t>
            </a:r>
            <a:r>
              <a:rPr kumimoji="1" lang="ja-JP" altLang="en-US" sz="2400" dirty="0"/>
              <a:t>を使用する前提のプロジェクトを作成します。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C49B83F-4668-4E58-A078-1F65B97C5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585423" cy="461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885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URP</a:t>
            </a:r>
            <a:r>
              <a:rPr kumimoji="1" lang="ja-JP" altLang="en-US" sz="3200" b="1" u="sng" dirty="0"/>
              <a:t>と</a:t>
            </a:r>
            <a:r>
              <a:rPr kumimoji="1" lang="en-US" altLang="ja-JP" sz="3200" b="1" u="sng" dirty="0"/>
              <a:t>HDRP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95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New Project</a:t>
            </a:r>
            <a:r>
              <a:rPr lang="ja-JP" altLang="en-US" sz="2400" dirty="0"/>
              <a:t>で作成する際に、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High Definition 3D </a:t>
            </a:r>
            <a:r>
              <a:rPr lang="ja-JP" altLang="en-US" sz="2400" dirty="0"/>
              <a:t>を選択してプロジェクトを作成しましょう。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AD221F4-F16E-4F90-A7D1-FF7767267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867783" cy="4267462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361EE6A-60BC-49AB-8DCE-63EF6EF5DC16}"/>
              </a:ext>
            </a:extLst>
          </p:cNvPr>
          <p:cNvSpPr txBox="1"/>
          <p:nvPr/>
        </p:nvSpPr>
        <p:spPr>
          <a:xfrm>
            <a:off x="7506224" y="5623591"/>
            <a:ext cx="41857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00B050"/>
                </a:solidFill>
              </a:rPr>
              <a:t>プロジェクト名や保存場所は</a:t>
            </a:r>
            <a:endParaRPr lang="en-US" altLang="ja-JP" sz="2400" b="1" dirty="0">
              <a:solidFill>
                <a:srgbClr val="00B050"/>
              </a:solidFill>
            </a:endParaRPr>
          </a:p>
          <a:p>
            <a:r>
              <a:rPr lang="ja-JP" altLang="en-US" sz="2400" b="1" dirty="0">
                <a:solidFill>
                  <a:srgbClr val="00B050"/>
                </a:solidFill>
              </a:rPr>
              <a:t>各自で記入してください</a:t>
            </a:r>
            <a:endParaRPr lang="en-US" altLang="ja-JP"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252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885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URP</a:t>
            </a:r>
            <a:r>
              <a:rPr kumimoji="1" lang="ja-JP" altLang="en-US" sz="3200" b="1" u="sng" dirty="0"/>
              <a:t>と</a:t>
            </a:r>
            <a:r>
              <a:rPr kumimoji="1" lang="en-US" altLang="ja-JP" sz="3200" b="1" u="sng" dirty="0"/>
              <a:t>HDRP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337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Unity6.0</a:t>
            </a:r>
            <a:r>
              <a:rPr lang="ja-JP" altLang="en-US" sz="2400" dirty="0"/>
              <a:t>ではそのままだとコンパイルエラーが発生します。</a:t>
            </a:r>
            <a:endParaRPr lang="en-US" altLang="ja-JP" sz="2400" dirty="0"/>
          </a:p>
          <a:p>
            <a:r>
              <a:rPr lang="en-US" altLang="ja-JP" sz="2400" dirty="0"/>
              <a:t>Package Manager</a:t>
            </a:r>
            <a:r>
              <a:rPr lang="ja-JP" altLang="en-US" sz="2400" dirty="0"/>
              <a:t>から不要なものを削除します。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0BEB2EF-5F04-4C38-A3D6-300C6D4C5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5"/>
            <a:ext cx="9719335" cy="404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625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885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URP</a:t>
            </a:r>
            <a:r>
              <a:rPr kumimoji="1" lang="ja-JP" altLang="en-US" sz="3200" b="1" u="sng" dirty="0"/>
              <a:t>と</a:t>
            </a:r>
            <a:r>
              <a:rPr kumimoji="1" lang="en-US" altLang="ja-JP" sz="3200" b="1" u="sng" dirty="0"/>
              <a:t>HDRP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83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画像に従って</a:t>
            </a:r>
            <a:r>
              <a:rPr lang="en-US" altLang="ja-JP" sz="2400" b="1" dirty="0">
                <a:solidFill>
                  <a:srgbClr val="FF0000"/>
                </a:solidFill>
              </a:rPr>
              <a:t>Version Control</a:t>
            </a:r>
            <a:r>
              <a:rPr lang="ja-JP" altLang="en-US" sz="2400" dirty="0"/>
              <a:t>を</a:t>
            </a:r>
            <a:r>
              <a:rPr lang="en-US" altLang="ja-JP" sz="2400" dirty="0"/>
              <a:t>Remove</a:t>
            </a:r>
            <a:r>
              <a:rPr lang="ja-JP" altLang="en-US" sz="2400" dirty="0"/>
              <a:t>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039A1D8-F663-4477-AFD6-CD973CB6D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6649046" cy="4777052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BBE6F8CA-D31B-4E71-AB9A-3D572B5581AD}"/>
              </a:ext>
            </a:extLst>
          </p:cNvPr>
          <p:cNvSpPr/>
          <p:nvPr/>
        </p:nvSpPr>
        <p:spPr>
          <a:xfrm rot="13330705">
            <a:off x="628004" y="3137645"/>
            <a:ext cx="555812" cy="394447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60D907A2-B167-4A71-AC92-9683D20560EE}"/>
              </a:ext>
            </a:extLst>
          </p:cNvPr>
          <p:cNvSpPr/>
          <p:nvPr/>
        </p:nvSpPr>
        <p:spPr>
          <a:xfrm rot="13330705">
            <a:off x="1533439" y="3128349"/>
            <a:ext cx="555812" cy="394447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3C1996D4-80FC-4A84-BAF2-69312A4B6C03}"/>
              </a:ext>
            </a:extLst>
          </p:cNvPr>
          <p:cNvSpPr/>
          <p:nvPr/>
        </p:nvSpPr>
        <p:spPr>
          <a:xfrm rot="13330705">
            <a:off x="2777241" y="3461099"/>
            <a:ext cx="555812" cy="394447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2641F07-3740-4C4F-95FD-393E054902FB}"/>
              </a:ext>
            </a:extLst>
          </p:cNvPr>
          <p:cNvSpPr txBox="1"/>
          <p:nvPr/>
        </p:nvSpPr>
        <p:spPr>
          <a:xfrm>
            <a:off x="778217" y="3253371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 b="1" dirty="0"/>
              <a:t>①</a:t>
            </a:r>
            <a:endParaRPr lang="en-US" altLang="ja-JP" sz="1100" b="1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15B0315-9FA1-4C3D-B59B-35051EA4271A}"/>
              </a:ext>
            </a:extLst>
          </p:cNvPr>
          <p:cNvSpPr txBox="1"/>
          <p:nvPr/>
        </p:nvSpPr>
        <p:spPr>
          <a:xfrm>
            <a:off x="1701583" y="3262334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 b="1" dirty="0"/>
              <a:t>②</a:t>
            </a:r>
            <a:endParaRPr lang="en-US" altLang="ja-JP" sz="1100" b="1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BCFF886-796B-45D3-99A4-323491EEE74A}"/>
              </a:ext>
            </a:extLst>
          </p:cNvPr>
          <p:cNvSpPr txBox="1"/>
          <p:nvPr/>
        </p:nvSpPr>
        <p:spPr>
          <a:xfrm>
            <a:off x="2919177" y="3563711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 b="1" dirty="0"/>
              <a:t>③</a:t>
            </a:r>
            <a:endParaRPr lang="en-US" altLang="ja-JP" sz="1100" b="1" dirty="0"/>
          </a:p>
        </p:txBody>
      </p:sp>
    </p:spTree>
    <p:extLst>
      <p:ext uri="{BB962C8B-B14F-4D97-AF65-F5344CB8AC3E}">
        <p14:creationId xmlns:p14="http://schemas.microsoft.com/office/powerpoint/2010/main" val="2908792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885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URP</a:t>
            </a:r>
            <a:r>
              <a:rPr kumimoji="1" lang="ja-JP" altLang="en-US" sz="3200" b="1" u="sng" dirty="0"/>
              <a:t>と</a:t>
            </a:r>
            <a:r>
              <a:rPr kumimoji="1" lang="en-US" altLang="ja-JP" sz="3200" b="1" u="sng" dirty="0"/>
              <a:t>HDRP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6249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ゲームが実行できれば</a:t>
            </a:r>
            <a:r>
              <a:rPr lang="en-US" altLang="ja-JP" sz="2400" dirty="0"/>
              <a:t>OK</a:t>
            </a:r>
            <a:r>
              <a:rPr lang="ja-JP" altLang="en-US" sz="2400" dirty="0"/>
              <a:t>です。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D15A2A7-4BA6-4CCA-9210-5EA79D99E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585423" cy="461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338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96</Words>
  <Application>Microsoft Office PowerPoint</Application>
  <PresentationFormat>ワイド画面</PresentationFormat>
  <Paragraphs>17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27</cp:revision>
  <dcterms:created xsi:type="dcterms:W3CDTF">2024-08-27T02:15:54Z</dcterms:created>
  <dcterms:modified xsi:type="dcterms:W3CDTF">2026-01-07T00:57:50Z</dcterms:modified>
</cp:coreProperties>
</file>