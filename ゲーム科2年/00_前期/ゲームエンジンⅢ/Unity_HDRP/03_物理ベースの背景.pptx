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 準備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074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新規</a:t>
            </a:r>
            <a:r>
              <a:rPr lang="en-US" altLang="ja-JP" sz="2400" dirty="0"/>
              <a:t>HDRP</a:t>
            </a:r>
            <a:r>
              <a:rPr lang="ja-JP" altLang="en-US" sz="2400" dirty="0"/>
              <a:t>プロジェクトを作成して広い床を作り、</a:t>
            </a:r>
            <a:endParaRPr lang="en-US" altLang="ja-JP" sz="2400" dirty="0"/>
          </a:p>
          <a:p>
            <a:r>
              <a:rPr lang="ja-JP" altLang="en-US" sz="2400" dirty="0"/>
              <a:t>適当にオブジェクトを配置しましょう。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7D7B5D9-B281-456F-B8B1-25D68488C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38576" cy="432073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5892D9E-CC46-416A-ADAD-0C319C41AF90}"/>
              </a:ext>
            </a:extLst>
          </p:cNvPr>
          <p:cNvSpPr txBox="1"/>
          <p:nvPr/>
        </p:nvSpPr>
        <p:spPr>
          <a:xfrm>
            <a:off x="8634616" y="5923086"/>
            <a:ext cx="35573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ja-JP" altLang="en-US" sz="1600" dirty="0"/>
              <a:t>図の床は</a:t>
            </a:r>
            <a:r>
              <a:rPr kumimoji="1" lang="en-US" altLang="ja-JP" sz="1600" dirty="0"/>
              <a:t>1000×1000</a:t>
            </a:r>
            <a:r>
              <a:rPr kumimoji="1" lang="ja-JP" altLang="en-US" sz="1600" dirty="0"/>
              <a:t>で作ってます。</a:t>
            </a:r>
            <a:endParaRPr kumimoji="1"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47995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HDRP</a:t>
            </a:r>
            <a:r>
              <a:rPr kumimoji="1" lang="ja-JP" altLang="en-US" sz="2400" dirty="0"/>
              <a:t>でプロジェクトを作成すると、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Sky and Fog Volume</a:t>
            </a:r>
            <a:r>
              <a:rPr lang="en-US" altLang="ja-JP" sz="2400" dirty="0"/>
              <a:t> </a:t>
            </a:r>
            <a:r>
              <a:rPr lang="ja-JP" altLang="en-US" sz="2400" dirty="0"/>
              <a:t>というオブジェクトが最初から作られます。</a:t>
            </a:r>
            <a:endParaRPr lang="en-US" altLang="ja-JP" sz="2400" dirty="0"/>
          </a:p>
          <a:p>
            <a:r>
              <a:rPr kumimoji="1" lang="ja-JP" altLang="en-US" sz="2400" dirty="0"/>
              <a:t>これは、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空や霧を物理演算で計算して表示</a:t>
            </a:r>
            <a:r>
              <a:rPr lang="ja-JP" altLang="en-US" sz="2400" dirty="0"/>
              <a:t>する機能を持ったオブジェクトです。</a:t>
            </a:r>
            <a:endParaRPr lang="en-US" altLang="ja-JP" sz="2400" dirty="0"/>
          </a:p>
          <a:p>
            <a:r>
              <a:rPr kumimoji="1" lang="ja-JP" altLang="en-US" sz="2400" dirty="0"/>
              <a:t>つまり、天球画像を置いてない、リアルタイム計算による空になります。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7C6B2A4-ACA3-469A-9270-D8171590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925788"/>
            <a:ext cx="3714007" cy="308952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229668E-EA25-4D26-8CCC-68DBE3E62688}"/>
              </a:ext>
            </a:extLst>
          </p:cNvPr>
          <p:cNvSpPr txBox="1"/>
          <p:nvPr/>
        </p:nvSpPr>
        <p:spPr>
          <a:xfrm>
            <a:off x="567541" y="6236664"/>
            <a:ext cx="6680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※Global Volume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から自作することもできます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42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Sky and Fog Volume </a:t>
            </a:r>
            <a:r>
              <a:rPr kumimoji="1" lang="ja-JP" altLang="en-US" sz="2400" dirty="0"/>
              <a:t>には４つの</a:t>
            </a:r>
            <a:r>
              <a:rPr kumimoji="1" lang="en-US" altLang="ja-JP" sz="2400" dirty="0"/>
              <a:t>Volume</a:t>
            </a:r>
            <a:r>
              <a:rPr kumimoji="1" lang="ja-JP" altLang="en-US" sz="2400" dirty="0"/>
              <a:t>がついています。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26222C5-2B93-4AC8-8435-BD52048DC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165142" cy="454825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6E236E6-B864-4B59-8F80-DB76D9870C36}"/>
              </a:ext>
            </a:extLst>
          </p:cNvPr>
          <p:cNvSpPr/>
          <p:nvPr/>
        </p:nvSpPr>
        <p:spPr>
          <a:xfrm>
            <a:off x="567542" y="5154706"/>
            <a:ext cx="5165142" cy="851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64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16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Visual Environment </a:t>
            </a:r>
            <a:r>
              <a:rPr kumimoji="1" lang="ja-JP" altLang="en-US" sz="2400" dirty="0"/>
              <a:t>は見た目の基礎部分を設定する</a:t>
            </a:r>
            <a:r>
              <a:rPr kumimoji="1" lang="en-US" altLang="ja-JP" sz="2400" dirty="0"/>
              <a:t>Volume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5910B98-0154-453C-9C78-C00D348D6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638596" cy="427820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9BFFE4F-263E-41D3-AA3F-D854410B8370}"/>
              </a:ext>
            </a:extLst>
          </p:cNvPr>
          <p:cNvSpPr txBox="1"/>
          <p:nvPr/>
        </p:nvSpPr>
        <p:spPr>
          <a:xfrm>
            <a:off x="567542" y="6254734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適当にいじってみましょう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5710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640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Sky Type </a:t>
            </a:r>
            <a:r>
              <a:rPr kumimoji="1" lang="ja-JP" altLang="en-US" sz="2400" dirty="0"/>
              <a:t>が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Physically Based Sky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だと、</a:t>
            </a:r>
            <a:r>
              <a:rPr lang="ja-JP" altLang="en-US" sz="2400" dirty="0"/>
              <a:t>空を物理演算で計算して表示します。</a:t>
            </a:r>
            <a:endParaRPr lang="en-US" altLang="ja-JP" sz="2400" dirty="0"/>
          </a:p>
          <a:p>
            <a:r>
              <a:rPr kumimoji="1" lang="ja-JP" altLang="en-US" sz="2400" dirty="0"/>
              <a:t>この状態で</a:t>
            </a:r>
            <a:r>
              <a:rPr kumimoji="1" lang="ja-JP" altLang="en-US" sz="2400" b="1" dirty="0"/>
              <a:t>ディレクショナルライト</a:t>
            </a:r>
            <a:r>
              <a:rPr kumimoji="1" lang="en-US" altLang="ja-JP" sz="2400" b="1" dirty="0"/>
              <a:t>(Sun)</a:t>
            </a:r>
            <a:r>
              <a:rPr kumimoji="1" lang="ja-JP" altLang="en-US" sz="2400" dirty="0"/>
              <a:t>を回転してみましょう。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0749E4-AFFE-433F-9401-5E2BEFEA8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629796" cy="85737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51E918B-1B83-4E55-9198-54709F7E3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06" y="3184196"/>
            <a:ext cx="2982251" cy="318185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61738D-070F-44FF-9658-D3109F9827CA}"/>
              </a:ext>
            </a:extLst>
          </p:cNvPr>
          <p:cNvSpPr txBox="1"/>
          <p:nvPr/>
        </p:nvSpPr>
        <p:spPr>
          <a:xfrm>
            <a:off x="4035158" y="5904381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ライトの回転に合わせて朝～夜に空が変化するはず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9304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Volume </a:t>
            </a:r>
            <a:r>
              <a:rPr kumimoji="1" lang="ja-JP" altLang="en-US" sz="2400" dirty="0"/>
              <a:t>の </a:t>
            </a:r>
            <a:r>
              <a:rPr kumimoji="1" lang="en-US" altLang="ja-JP" sz="2400" dirty="0"/>
              <a:t>Physically Based Sky </a:t>
            </a:r>
            <a:r>
              <a:rPr lang="ja-JP" altLang="en-US" sz="2400" dirty="0"/>
              <a:t>から空に関する詳細設定ができます。</a:t>
            </a:r>
            <a:endParaRPr lang="en-US" altLang="ja-JP" sz="2400" dirty="0"/>
          </a:p>
          <a:p>
            <a:r>
              <a:rPr kumimoji="1" lang="ja-JP" altLang="en-US" sz="2400" dirty="0"/>
              <a:t>地球をベースとした設定がデフォルトなので、あまりいじることはないかもです。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7253D08-A8CE-4F48-8908-32653775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018340" cy="438975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424EAF8-9C83-4381-97E4-68AC5ADDF659}"/>
              </a:ext>
            </a:extLst>
          </p:cNvPr>
          <p:cNvSpPr txBox="1"/>
          <p:nvPr/>
        </p:nvSpPr>
        <p:spPr>
          <a:xfrm>
            <a:off x="3726217" y="5376553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ja-JP" altLang="en-US" sz="2400" dirty="0"/>
              <a:t>火星を舞台にしたゲームを作る時などに</a:t>
            </a:r>
            <a:endParaRPr kumimoji="1" lang="en-US" altLang="ja-JP" sz="2400" dirty="0"/>
          </a:p>
          <a:p>
            <a:r>
              <a:rPr lang="ja-JP" altLang="en-US" sz="2400" dirty="0"/>
              <a:t>調整が必要かも</a:t>
            </a:r>
            <a:endParaRPr kumimoji="1"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0C6222F-B5A6-4381-B2B8-1CE6E0092991}"/>
              </a:ext>
            </a:extLst>
          </p:cNvPr>
          <p:cNvSpPr txBox="1"/>
          <p:nvPr/>
        </p:nvSpPr>
        <p:spPr>
          <a:xfrm>
            <a:off x="3648635" y="3791808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適当にいじってみましょう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79489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Fog</a:t>
            </a:r>
            <a:r>
              <a:rPr kumimoji="1" lang="ja-JP" altLang="en-US" sz="2400" dirty="0"/>
              <a:t>はシーン内に霧を発生させます。</a:t>
            </a:r>
            <a:endParaRPr kumimoji="1" lang="en-US" altLang="ja-JP" sz="2400" dirty="0"/>
          </a:p>
          <a:p>
            <a:r>
              <a:rPr lang="ja-JP" altLang="en-US" sz="2400" dirty="0"/>
              <a:t>まず、カメラを配置したオブジェクトから遠ざけましょう。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572511-9EF2-4C94-A0FF-DB01CC3F7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235799" cy="442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9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718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ゲームを実行</a:t>
            </a:r>
            <a:r>
              <a:rPr kumimoji="1" lang="ja-JP" altLang="en-US" sz="2400" dirty="0"/>
              <a:t>し、</a:t>
            </a:r>
            <a:endParaRPr kumimoji="1"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Fog Attenuation Distance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をドラッグドロップで小さくしていきましょう。</a:t>
            </a:r>
            <a:endParaRPr kumimoji="1" lang="en-US" altLang="ja-JP" sz="2400" dirty="0"/>
          </a:p>
          <a:p>
            <a:r>
              <a:rPr lang="ja-JP" altLang="en-US" sz="2400" dirty="0"/>
              <a:t>遠くのものが霧で霞んで見えるようになります。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D71590B-2EA0-4E26-85CE-C4C47C0CB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556458"/>
            <a:ext cx="6111164" cy="328475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CA5B1E-9770-4DDA-AA23-996634F5A26E}"/>
              </a:ext>
            </a:extLst>
          </p:cNvPr>
          <p:cNvSpPr txBox="1"/>
          <p:nvPr/>
        </p:nvSpPr>
        <p:spPr>
          <a:xfrm>
            <a:off x="567542" y="6135213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このままカメラを前後に動かしてみてもいいかもです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5697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最後の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Exposure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は、</a:t>
            </a:r>
            <a:r>
              <a:rPr lang="ja-JP" altLang="en-US" sz="2400" dirty="0"/>
              <a:t>最終的な明るさを設定する </a:t>
            </a:r>
            <a:r>
              <a:rPr lang="en-US" altLang="ja-JP" sz="2400" b="1" dirty="0">
                <a:solidFill>
                  <a:srgbClr val="FF0000"/>
                </a:solidFill>
              </a:rPr>
              <a:t>Volume 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kumimoji="1" lang="ja-JP" altLang="en-US" sz="2400" dirty="0"/>
              <a:t>全体的な明るさになるので、慎重に調整する必要があります。</a:t>
            </a:r>
            <a:endParaRPr kumimoji="1" lang="en-US" altLang="ja-JP" sz="2400" dirty="0"/>
          </a:p>
          <a:p>
            <a:r>
              <a:rPr lang="ja-JP" altLang="en-US" sz="2400" dirty="0"/>
              <a:t>これまでの設定をしたうえで、</a:t>
            </a:r>
            <a:r>
              <a:rPr lang="ja-JP" altLang="en-US" sz="2400" b="1" dirty="0">
                <a:solidFill>
                  <a:srgbClr val="FF0000"/>
                </a:solidFill>
              </a:rPr>
              <a:t>最終調整</a:t>
            </a:r>
            <a:r>
              <a:rPr lang="ja-JP" altLang="en-US" sz="2400" dirty="0"/>
              <a:t>として使うのが良いでしょう。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005957D-B2ED-4643-AC5C-B055843EF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119646" cy="394295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E10983-02BF-4287-B12A-8EEDC286C0BD}"/>
              </a:ext>
            </a:extLst>
          </p:cNvPr>
          <p:cNvSpPr txBox="1"/>
          <p:nvPr/>
        </p:nvSpPr>
        <p:spPr>
          <a:xfrm>
            <a:off x="5687188" y="6177447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適当にいじってみましょう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0319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物理ベースの背景 まとめ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7028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朝～夜の切り替えや</a:t>
            </a:r>
            <a:r>
              <a:rPr lang="en-US" altLang="ja-JP" sz="2400" dirty="0"/>
              <a:t>Fog</a:t>
            </a:r>
            <a:r>
              <a:rPr lang="ja-JP" altLang="en-US" sz="2400" dirty="0"/>
              <a:t>についてはゲーム制作にも導入しやすいと思います。</a:t>
            </a:r>
            <a:endParaRPr lang="en-US" altLang="ja-JP" sz="2400" dirty="0"/>
          </a:p>
          <a:p>
            <a:r>
              <a:rPr kumimoji="1" lang="ja-JP" altLang="en-US" sz="2400" dirty="0"/>
              <a:t>これらを使ってどんなゲームが作れるか考えておきましょう。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■補足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Fog</a:t>
            </a:r>
            <a:r>
              <a:rPr lang="ja-JP" altLang="en-US" sz="2400" dirty="0"/>
              <a:t>は</a:t>
            </a:r>
            <a:r>
              <a:rPr lang="en-US" altLang="ja-JP" sz="2400" dirty="0"/>
              <a:t>HD</a:t>
            </a:r>
            <a:r>
              <a:rPr lang="ja-JP" altLang="en-US" sz="2400" dirty="0"/>
              <a:t>でなくとも使用されることは多く、</a:t>
            </a:r>
            <a:endParaRPr lang="en-US" altLang="ja-JP" sz="2400" dirty="0"/>
          </a:p>
          <a:p>
            <a:r>
              <a:rPr kumimoji="1" lang="ja-JP" altLang="en-US" sz="2400" dirty="0"/>
              <a:t>市販のゲームでも昔からよく使われています。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（</a:t>
            </a:r>
            <a:r>
              <a:rPr kumimoji="1" lang="en-US" altLang="ja-JP" sz="2400" dirty="0"/>
              <a:t>HD</a:t>
            </a:r>
            <a:r>
              <a:rPr kumimoji="1" lang="ja-JP" altLang="en-US" sz="2400" dirty="0"/>
              <a:t>なので質がいい</a:t>
            </a:r>
            <a:r>
              <a:rPr kumimoji="1" lang="en-US" altLang="ja-JP" sz="2400" dirty="0"/>
              <a:t>Fog</a:t>
            </a:r>
            <a:r>
              <a:rPr kumimoji="1" lang="ja-JP" altLang="en-US" sz="2400" dirty="0"/>
              <a:t>になってる）</a:t>
            </a:r>
            <a:endParaRPr lang="en-US" altLang="ja-JP" sz="2400" dirty="0"/>
          </a:p>
          <a:p>
            <a:r>
              <a:rPr kumimoji="1" lang="en-US" altLang="ja-JP" sz="2400" dirty="0"/>
              <a:t>Dx</a:t>
            </a:r>
            <a:r>
              <a:rPr kumimoji="1" lang="ja-JP" altLang="en-US" sz="2400" dirty="0"/>
              <a:t>ライブラリでも実装できますので、</a:t>
            </a:r>
            <a:r>
              <a:rPr lang="ja-JP" altLang="en-US" sz="2400" dirty="0"/>
              <a:t>気になる方は調べてみましょう。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3793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450</Words>
  <Application>Microsoft Office PowerPoint</Application>
  <PresentationFormat>ワイド画面</PresentationFormat>
  <Paragraphs>49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55</cp:revision>
  <dcterms:created xsi:type="dcterms:W3CDTF">2024-08-27T02:15:54Z</dcterms:created>
  <dcterms:modified xsi:type="dcterms:W3CDTF">2026-01-09T04:20:50Z</dcterms:modified>
</cp:coreProperties>
</file>