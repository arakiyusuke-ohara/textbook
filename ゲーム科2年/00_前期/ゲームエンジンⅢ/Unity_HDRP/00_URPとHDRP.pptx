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2026/1/7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885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URP</a:t>
            </a:r>
            <a:r>
              <a:rPr kumimoji="1" lang="ja-JP" altLang="en-US" sz="3200" b="1" u="sng" dirty="0"/>
              <a:t>と</a:t>
            </a:r>
            <a:r>
              <a:rPr kumimoji="1" lang="en-US" altLang="ja-JP" sz="3200" b="1" u="sng" dirty="0"/>
              <a:t>HDRP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5494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Unity</a:t>
            </a:r>
            <a:r>
              <a:rPr lang="ja-JP" altLang="en-US" sz="2400" dirty="0"/>
              <a:t>のプロジェクトはいろんなモードで作成することができます。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0B912D5-168C-4ACE-B0CF-EAA64086A8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461864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885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URP</a:t>
            </a:r>
            <a:r>
              <a:rPr kumimoji="1" lang="ja-JP" altLang="en-US" sz="3200" b="1" u="sng" dirty="0"/>
              <a:t>と</a:t>
            </a:r>
            <a:r>
              <a:rPr kumimoji="1" lang="en-US" altLang="ja-JP" sz="3200" b="1" u="sng" dirty="0"/>
              <a:t>HDRP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Unity</a:t>
            </a:r>
            <a:r>
              <a:rPr lang="ja-JP" altLang="en-US" sz="2400" dirty="0"/>
              <a:t>には描画クオリティ別にテンプレートがあります。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</a:t>
            </a:r>
            <a:r>
              <a:rPr lang="en-US" altLang="ja-JP" sz="2400" b="1" dirty="0">
                <a:solidFill>
                  <a:srgbClr val="FF0000"/>
                </a:solidFill>
              </a:rPr>
              <a:t>URP</a:t>
            </a:r>
            <a:r>
              <a:rPr lang="ja-JP" altLang="en-US" sz="2400" b="1" dirty="0">
                <a:solidFill>
                  <a:srgbClr val="FF0000"/>
                </a:solidFill>
              </a:rPr>
              <a:t>（</a:t>
            </a:r>
            <a:r>
              <a:rPr lang="en-US" altLang="ja-JP" sz="2400" b="1" dirty="0">
                <a:solidFill>
                  <a:srgbClr val="FF0000"/>
                </a:solidFill>
              </a:rPr>
              <a:t>Unity Render Pipeline</a:t>
            </a:r>
            <a:r>
              <a:rPr lang="ja-JP" altLang="en-US" sz="2400" b="1" dirty="0">
                <a:solidFill>
                  <a:srgbClr val="FF0000"/>
                </a:solidFill>
              </a:rPr>
              <a:t>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これまで使ってきたやつ。</a:t>
            </a:r>
            <a:endParaRPr kumimoji="1" lang="en-US" altLang="ja-JP" sz="2400" dirty="0"/>
          </a:p>
          <a:p>
            <a:r>
              <a:rPr kumimoji="1" lang="en-US" altLang="ja-JP" sz="2400" dirty="0"/>
              <a:t>Unity</a:t>
            </a:r>
            <a:r>
              <a:rPr kumimoji="1" lang="ja-JP" altLang="en-US" sz="2400" dirty="0"/>
              <a:t>で作られているゲームのほとんどに使われている。</a:t>
            </a:r>
            <a:endParaRPr kumimoji="1" lang="en-US" altLang="ja-JP" sz="2400" dirty="0"/>
          </a:p>
          <a:p>
            <a:r>
              <a:rPr lang="ja-JP" altLang="en-US" sz="2400" dirty="0"/>
              <a:t>リアルな表現よりも、アニメ調に適した描画が使われる。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</a:t>
            </a:r>
            <a:r>
              <a:rPr lang="en-US" altLang="ja-JP" sz="2400" b="1" dirty="0">
                <a:solidFill>
                  <a:srgbClr val="FF0000"/>
                </a:solidFill>
              </a:rPr>
              <a:t>HDRP(High Definition Render Pipeline)</a:t>
            </a:r>
          </a:p>
          <a:p>
            <a:r>
              <a:rPr lang="ja-JP" altLang="en-US" sz="2400" dirty="0"/>
              <a:t>フォトリアルな描画が必要な場合に採用される。</a:t>
            </a:r>
            <a:endParaRPr lang="en-US" altLang="ja-JP" sz="2400" dirty="0"/>
          </a:p>
          <a:p>
            <a:r>
              <a:rPr lang="ja-JP" altLang="en-US" sz="2400" dirty="0"/>
              <a:t>描画コストが高く、</a:t>
            </a:r>
            <a:r>
              <a:rPr lang="en-US" altLang="ja-JP" sz="2400" dirty="0"/>
              <a:t>PC</a:t>
            </a:r>
            <a:r>
              <a:rPr lang="ja-JP" altLang="en-US" sz="2400" dirty="0"/>
              <a:t>や</a:t>
            </a:r>
            <a:r>
              <a:rPr lang="en-US" altLang="ja-JP" sz="2400" dirty="0"/>
              <a:t>PS</a:t>
            </a:r>
            <a:r>
              <a:rPr lang="ja-JP" altLang="en-US" sz="2400" dirty="0"/>
              <a:t>５など、</a:t>
            </a:r>
            <a:endParaRPr lang="en-US" altLang="ja-JP" sz="2400" dirty="0"/>
          </a:p>
          <a:p>
            <a:r>
              <a:rPr lang="ja-JP" altLang="en-US" sz="2400" dirty="0"/>
              <a:t>スペックの高いハード向けのソフト開発が対象となる。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6432523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885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URP</a:t>
            </a:r>
            <a:r>
              <a:rPr kumimoji="1" lang="ja-JP" altLang="en-US" sz="3200" b="1" u="sng" dirty="0"/>
              <a:t>と</a:t>
            </a:r>
            <a:r>
              <a:rPr kumimoji="1" lang="en-US" altLang="ja-JP" sz="3200" b="1" u="sng" dirty="0"/>
              <a:t>HDRP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361858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HDRP</a:t>
            </a:r>
            <a:r>
              <a:rPr lang="ja-JP" altLang="en-US" sz="2400" dirty="0"/>
              <a:t>ではリアルにするための以下の機能を使うことができます。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</a:t>
            </a:r>
            <a:r>
              <a:rPr lang="en-US" altLang="ja-JP" sz="2400" b="1" dirty="0">
                <a:solidFill>
                  <a:srgbClr val="FF0000"/>
                </a:solidFill>
              </a:rPr>
              <a:t>HDRP</a:t>
            </a:r>
            <a:r>
              <a:rPr lang="ja-JP" altLang="en-US" sz="2400" b="1" dirty="0">
                <a:solidFill>
                  <a:srgbClr val="FF0000"/>
                </a:solidFill>
              </a:rPr>
              <a:t>限定機能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Volumetric Fog</a:t>
            </a:r>
            <a:r>
              <a:rPr lang="ja-JP" altLang="en-US" sz="2400" dirty="0"/>
              <a:t>（光が当たるリアルな霧）</a:t>
            </a:r>
            <a:endParaRPr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Screen Space Global Illumination</a:t>
            </a:r>
            <a:r>
              <a:rPr lang="ja-JP" altLang="en-US" sz="2400" dirty="0"/>
              <a:t>（リアルな間接光）</a:t>
            </a:r>
            <a:endParaRPr lang="en-US" altLang="ja-JP" sz="2400" dirty="0"/>
          </a:p>
          <a:p>
            <a:r>
              <a:rPr lang="ja-JP" altLang="en-US" sz="2400" dirty="0"/>
              <a:t>・高度な被写界深度（ピントが合ってない部分がぼかされる）</a:t>
            </a:r>
            <a:endParaRPr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Ray Tracing</a:t>
            </a:r>
            <a:r>
              <a:rPr lang="ja-JP" altLang="en-US" sz="2400" dirty="0"/>
              <a:t>（光線をトレースしてリアルな光表現をする手法）</a:t>
            </a:r>
            <a:endParaRPr lang="en-US" altLang="ja-JP" sz="2400" dirty="0"/>
          </a:p>
          <a:p>
            <a:r>
              <a:rPr lang="ja-JP" altLang="en-US" sz="2400" dirty="0"/>
              <a:t>など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どれも処理コストが非常に高いものになります。</a:t>
            </a:r>
            <a:endParaRPr lang="en-US" altLang="ja-JP" sz="2400" dirty="0"/>
          </a:p>
          <a:p>
            <a:r>
              <a:rPr lang="ja-JP" altLang="en-US" sz="2400" dirty="0"/>
              <a:t>その分、リアルな表現が可能になります。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いずれも言葉自体は非常に有名なものです。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　どんなものかは知ってきましょう。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4566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885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URP</a:t>
            </a:r>
            <a:r>
              <a:rPr kumimoji="1" lang="ja-JP" altLang="en-US" sz="3200" b="1" u="sng" dirty="0"/>
              <a:t>と</a:t>
            </a:r>
            <a:r>
              <a:rPr kumimoji="1" lang="en-US" altLang="ja-JP" sz="3200" b="1" u="sng" dirty="0"/>
              <a:t>HDRP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HDRP</a:t>
            </a:r>
            <a:r>
              <a:rPr lang="ja-JP" altLang="en-US" sz="2400" dirty="0"/>
              <a:t>でのゲーム開発は、コストの重い処理に触れる機会が多いです。</a:t>
            </a:r>
            <a:endParaRPr lang="en-US" altLang="ja-JP" sz="2400" dirty="0"/>
          </a:p>
          <a:p>
            <a:r>
              <a:rPr lang="ja-JP" altLang="en-US" sz="2400" dirty="0"/>
              <a:t>つまり、何も考えずに開発するとゲームがまともに動作しなくなります。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特に、先ほど紹介した機能は、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・本当に必要かどうか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・なるべく最低限の力で高品質を実現する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といったような考え方が必須になります。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慎重に扱っていきましょう。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6134200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199</TotalTime>
  <Words>308</Words>
  <Application>Microsoft Office PowerPoint</Application>
  <PresentationFormat>ワイド画面</PresentationFormat>
  <Paragraphs>39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24</cp:revision>
  <dcterms:created xsi:type="dcterms:W3CDTF">2024-08-27T02:15:54Z</dcterms:created>
  <dcterms:modified xsi:type="dcterms:W3CDTF">2026-01-07T00:19:53Z</dcterms:modified>
</cp:coreProperties>
</file>