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454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を使う上でよくあるトラブルとして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コンフリクト（衝突）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まず、誰か１人が</a:t>
            </a:r>
            <a:r>
              <a:rPr lang="en-US" altLang="ja-JP" sz="2400" dirty="0"/>
              <a:t>HP</a:t>
            </a:r>
            <a:r>
              <a:rPr lang="ja-JP" altLang="en-US" sz="2400" dirty="0"/>
              <a:t>を適当に修正して</a:t>
            </a:r>
            <a:r>
              <a:rPr lang="en-US" altLang="ja-JP" sz="2400" dirty="0"/>
              <a:t>Push</a:t>
            </a:r>
            <a:r>
              <a:rPr lang="ja-JP" altLang="en-US" sz="2400" dirty="0"/>
              <a:t>までしましょう。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ほかのメンバーはまだ何もしないでください。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580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前の人とは違うメンバーを１人選び、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をしないまま、</a:t>
            </a:r>
            <a:r>
              <a:rPr lang="en-US" altLang="ja-JP" sz="2400" b="1" dirty="0">
                <a:solidFill>
                  <a:srgbClr val="FF0000"/>
                </a:solidFill>
              </a:rPr>
              <a:t>HP</a:t>
            </a:r>
            <a:r>
              <a:rPr lang="ja-JP" altLang="en-US" sz="2400" b="1" dirty="0">
                <a:solidFill>
                  <a:srgbClr val="FF0000"/>
                </a:solidFill>
              </a:rPr>
              <a:t>を先ほどとは違う値で修正してコミットしましょう。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この後</a:t>
            </a:r>
            <a:r>
              <a:rPr lang="en-US" altLang="ja-JP" sz="2400" dirty="0"/>
              <a:t>Push</a:t>
            </a:r>
            <a:r>
              <a:rPr lang="ja-JP" altLang="en-US" sz="2400" dirty="0"/>
              <a:t>をするのですが、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エラーで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できない</a:t>
            </a:r>
            <a:r>
              <a:rPr lang="ja-JP" altLang="en-US" sz="2400" dirty="0"/>
              <a:t>と思います。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1270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995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発生しているエラーは、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ファイルが最新ではないのに編集してます。最新を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してください。</a:t>
            </a:r>
            <a:r>
              <a:rPr lang="ja-JP" altLang="en-US" sz="2400" dirty="0"/>
              <a:t>」</a:t>
            </a:r>
            <a:endParaRPr lang="en-US" altLang="ja-JP" sz="2400" dirty="0"/>
          </a:p>
          <a:p>
            <a:r>
              <a:rPr lang="ja-JP" altLang="en-US" sz="2400" dirty="0"/>
              <a:t>というエラーになります。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最新の状態でないファイルを編集して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するとエラー</a:t>
            </a:r>
            <a:r>
              <a:rPr lang="ja-JP" altLang="en-US" sz="2400" dirty="0"/>
              <a:t>が出ます。</a:t>
            </a:r>
            <a:endParaRPr lang="en-US" altLang="ja-JP" sz="2400" dirty="0"/>
          </a:p>
          <a:p>
            <a:r>
              <a:rPr lang="en-US" altLang="ja-JP" sz="2400" dirty="0"/>
              <a:t>Pull</a:t>
            </a:r>
            <a:r>
              <a:rPr lang="ja-JP" altLang="en-US" sz="2400" dirty="0"/>
              <a:t>を定期的にしておきたいのはそのためです。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745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282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ではエラーの指示通りに</a:t>
            </a:r>
            <a:r>
              <a:rPr lang="en-US" altLang="ja-JP" sz="2400" dirty="0"/>
              <a:t>Pull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lang="ja-JP" altLang="en-US" sz="2400" dirty="0"/>
              <a:t>この時、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</a:t>
            </a:r>
            <a:r>
              <a:rPr lang="ja-JP" altLang="en-US" sz="2400" dirty="0"/>
              <a:t>が発生し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が失敗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現状を整理してみましょう。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7114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現状、</a:t>
            </a:r>
            <a:r>
              <a:rPr lang="ja-JP" altLang="en-US" sz="2400" b="1" dirty="0">
                <a:solidFill>
                  <a:srgbClr val="FF0000"/>
                </a:solidFill>
              </a:rPr>
              <a:t>チーム内の２人が同じファイル、同じ場所を編集</a:t>
            </a:r>
            <a:r>
              <a:rPr lang="ja-JP" altLang="en-US" sz="2400" dirty="0"/>
              <a:t>しています。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２人の作業が衝突している</a:t>
            </a:r>
            <a:r>
              <a:rPr lang="ja-JP" altLang="en-US" sz="2400" dirty="0"/>
              <a:t>状況です。</a:t>
            </a:r>
            <a:endParaRPr lang="en-US" altLang="ja-JP" sz="2400" dirty="0"/>
          </a:p>
          <a:p>
            <a:r>
              <a:rPr lang="ja-JP" altLang="en-US" sz="2400" dirty="0"/>
              <a:t>この状況のことを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この場合、どちらの編集を採用するのか決める必要があります。</a:t>
            </a:r>
            <a:endParaRPr lang="en-US" altLang="ja-JP" sz="2400" dirty="0"/>
          </a:p>
        </p:txBody>
      </p:sp>
      <p:pic>
        <p:nvPicPr>
          <p:cNvPr id="5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651AD059-243A-432C-B192-E85AF0496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2" y="3702580"/>
            <a:ext cx="2923977" cy="243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思考の吹き出し: 雲形 1">
            <a:extLst>
              <a:ext uri="{FF2B5EF4-FFF2-40B4-BE49-F238E27FC236}">
                <a16:creationId xmlns:a16="http://schemas.microsoft.com/office/drawing/2014/main" id="{3EF74D8E-E3CA-44C3-9B94-89F4AB810CFB}"/>
              </a:ext>
            </a:extLst>
          </p:cNvPr>
          <p:cNvSpPr/>
          <p:nvPr/>
        </p:nvSpPr>
        <p:spPr>
          <a:xfrm>
            <a:off x="3491519" y="3702580"/>
            <a:ext cx="2133600" cy="1377420"/>
          </a:xfrm>
          <a:prstGeom prst="cloudCallout">
            <a:avLst>
              <a:gd name="adj1" fmla="val -60912"/>
              <a:gd name="adj2" fmla="val 34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HP</a:t>
            </a:r>
            <a:r>
              <a:rPr kumimoji="1" lang="ja-JP" altLang="en-US" b="1" dirty="0"/>
              <a:t>は</a:t>
            </a:r>
            <a:r>
              <a:rPr kumimoji="1" lang="en-US" altLang="ja-JP" b="1" dirty="0"/>
              <a:t>300</a:t>
            </a:r>
            <a:endParaRPr kumimoji="1" lang="ja-JP" altLang="en-US" b="1" dirty="0"/>
          </a:p>
        </p:txBody>
      </p:sp>
      <p:pic>
        <p:nvPicPr>
          <p:cNvPr id="10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B459B74E-9F48-4633-9E0D-747810649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496" y="3702580"/>
            <a:ext cx="2923977" cy="243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思考の吹き出し: 雲形 10">
            <a:extLst>
              <a:ext uri="{FF2B5EF4-FFF2-40B4-BE49-F238E27FC236}">
                <a16:creationId xmlns:a16="http://schemas.microsoft.com/office/drawing/2014/main" id="{14E4C8FB-9AC9-40AC-B097-ACC7E08CEFA3}"/>
              </a:ext>
            </a:extLst>
          </p:cNvPr>
          <p:cNvSpPr/>
          <p:nvPr/>
        </p:nvSpPr>
        <p:spPr>
          <a:xfrm>
            <a:off x="9339473" y="3702580"/>
            <a:ext cx="2133600" cy="1377420"/>
          </a:xfrm>
          <a:prstGeom prst="cloudCallout">
            <a:avLst>
              <a:gd name="adj1" fmla="val -60912"/>
              <a:gd name="adj2" fmla="val 34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HP</a:t>
            </a:r>
            <a:r>
              <a:rPr kumimoji="1" lang="ja-JP" altLang="en-US" b="1" dirty="0"/>
              <a:t>は</a:t>
            </a:r>
            <a:r>
              <a:rPr kumimoji="1" lang="en-US" altLang="ja-JP" b="1" dirty="0"/>
              <a:t>500</a:t>
            </a:r>
            <a:endParaRPr kumimoji="1" lang="ja-JP" altLang="en-US" b="1" dirty="0"/>
          </a:p>
        </p:txBody>
      </p:sp>
      <p:sp>
        <p:nvSpPr>
          <p:cNvPr id="3" name="爆発: 8 pt 2">
            <a:extLst>
              <a:ext uri="{FF2B5EF4-FFF2-40B4-BE49-F238E27FC236}">
                <a16:creationId xmlns:a16="http://schemas.microsoft.com/office/drawing/2014/main" id="{CB73D370-A21F-4FEE-BA4F-AE17FFF08F4B}"/>
              </a:ext>
            </a:extLst>
          </p:cNvPr>
          <p:cNvSpPr/>
          <p:nvPr/>
        </p:nvSpPr>
        <p:spPr>
          <a:xfrm>
            <a:off x="4558319" y="4600171"/>
            <a:ext cx="2923977" cy="2082800"/>
          </a:xfrm>
          <a:prstGeom prst="irregularSeal1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衝突！！</a:t>
            </a:r>
          </a:p>
        </p:txBody>
      </p:sp>
    </p:spTree>
    <p:extLst>
      <p:ext uri="{BB962C8B-B14F-4D97-AF65-F5344CB8AC3E}">
        <p14:creationId xmlns:p14="http://schemas.microsoft.com/office/powerpoint/2010/main" val="427168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衝突が発生したファイルを開きましょう。</a:t>
            </a:r>
            <a:endParaRPr lang="en-US" altLang="ja-JP" sz="2400" dirty="0"/>
          </a:p>
          <a:p>
            <a:r>
              <a:rPr lang="ja-JP" altLang="en-US" sz="2400" dirty="0"/>
              <a:t>すると衝突が起きている場所で２人分の編集が記載されています。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563820-3361-40D4-9B75-C975B753B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62" y="2187126"/>
            <a:ext cx="8368249" cy="431228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17DCAC-B50F-4502-BE17-B607E26D3817}"/>
              </a:ext>
            </a:extLst>
          </p:cNvPr>
          <p:cNvSpPr txBox="1"/>
          <p:nvPr/>
        </p:nvSpPr>
        <p:spPr>
          <a:xfrm>
            <a:off x="2905163" y="3497815"/>
            <a:ext cx="31277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HEAD</a:t>
            </a:r>
            <a:r>
              <a:rPr lang="ja-JP" altLang="en-US" b="1" dirty="0">
                <a:solidFill>
                  <a:srgbClr val="FF0000"/>
                </a:solidFill>
              </a:rPr>
              <a:t>側は自分が編集した分</a:t>
            </a:r>
            <a:endParaRPr lang="en-US" altLang="ja-JP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03035A-467D-4D95-B135-52E2B5EEA979}"/>
              </a:ext>
            </a:extLst>
          </p:cNvPr>
          <p:cNvSpPr txBox="1"/>
          <p:nvPr/>
        </p:nvSpPr>
        <p:spPr>
          <a:xfrm>
            <a:off x="2905163" y="4454438"/>
            <a:ext cx="444705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その下がリポジトリに</a:t>
            </a:r>
            <a:r>
              <a:rPr lang="en-US" altLang="ja-JP" b="1" dirty="0">
                <a:solidFill>
                  <a:srgbClr val="FF0000"/>
                </a:solidFill>
              </a:rPr>
              <a:t>Push</a:t>
            </a:r>
            <a:r>
              <a:rPr lang="ja-JP" altLang="en-US" b="1" dirty="0">
                <a:solidFill>
                  <a:srgbClr val="FF0000"/>
                </a:solidFill>
              </a:rPr>
              <a:t>されている分</a:t>
            </a:r>
            <a:endParaRPr lang="en-US" altLang="ja-JP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05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採用する方を残して保存しましょう。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D1D5F1-4696-4EE8-BFCA-C0D13F56C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987399" cy="32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9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354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コンフリクトは</a:t>
            </a:r>
            <a:r>
              <a:rPr lang="ja-JP" altLang="en-US" sz="2400" b="1" dirty="0">
                <a:solidFill>
                  <a:srgbClr val="FF0000"/>
                </a:solidFill>
              </a:rPr>
              <a:t>解決した状態を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に教えなければいけません。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衝突が起きたファイルを右クリックし、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TortoiseGit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Resolve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5DBE25C-7862-48E3-9876-0EC809D1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205729" cy="3825987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4D11DD91-822D-49E7-B7BE-0BA798499D94}"/>
              </a:ext>
            </a:extLst>
          </p:cNvPr>
          <p:cNvSpPr/>
          <p:nvPr/>
        </p:nvSpPr>
        <p:spPr>
          <a:xfrm rot="13453238">
            <a:off x="4109533" y="4169062"/>
            <a:ext cx="505687" cy="41649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7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解決した状態をコミットし、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lang="ja-JP" altLang="en-US" sz="2400" dirty="0"/>
              <a:t>これでコンフリクトが完全に解決されます。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コンフリクト解決のコミットはメッセージが自動で書かれます。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　そのままコミットしましょう。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24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コンフリクトはなるべく起きないように作業する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r>
              <a:rPr lang="ja-JP" altLang="en-US" sz="2400" dirty="0"/>
              <a:t>チーム内でしっかりとコミュニケーションをとりながら、</a:t>
            </a:r>
            <a:endParaRPr lang="en-US" altLang="ja-JP" sz="2400" dirty="0"/>
          </a:p>
          <a:p>
            <a:r>
              <a:rPr lang="ja-JP" altLang="en-US" sz="2400" dirty="0"/>
              <a:t>特に</a:t>
            </a:r>
            <a:r>
              <a:rPr lang="ja-JP" altLang="en-US" sz="2400" b="1" dirty="0">
                <a:solidFill>
                  <a:srgbClr val="FF0000"/>
                </a:solidFill>
              </a:rPr>
              <a:t>同じタイミングで同じファイルを複数人が編集する場合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dirty="0"/>
              <a:t>順番に作業して未然に防ぎましょう。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特に</a:t>
            </a:r>
            <a:r>
              <a:rPr lang="en-US" altLang="ja-JP" sz="2400" dirty="0"/>
              <a:t>Unity</a:t>
            </a:r>
            <a:r>
              <a:rPr lang="ja-JP" altLang="en-US" sz="2400" dirty="0"/>
              <a:t>の</a:t>
            </a:r>
            <a:r>
              <a:rPr lang="en-US" altLang="ja-JP" sz="2400" dirty="0"/>
              <a:t>Prefab</a:t>
            </a:r>
            <a:r>
              <a:rPr lang="ja-JP" altLang="en-US" sz="2400" dirty="0"/>
              <a:t>はコンフリクトが起きやすいです。</a:t>
            </a:r>
            <a:endParaRPr lang="en-US" altLang="ja-JP" sz="2400" dirty="0"/>
          </a:p>
          <a:p>
            <a:r>
              <a:rPr lang="ja-JP" altLang="en-US" sz="2400" dirty="0"/>
              <a:t>　気を付けましょう。（インスペクタを編集したときなど）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作業の進め方次第ではどうしても発生する場合もあります。</a:t>
            </a:r>
            <a:endParaRPr lang="en-US" altLang="ja-JP" sz="2400" dirty="0"/>
          </a:p>
          <a:p>
            <a:r>
              <a:rPr lang="ja-JP" altLang="en-US" sz="2400" dirty="0"/>
              <a:t>　その場合は慎重に解決しましょう。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6847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455</Words>
  <Application>Microsoft Office PowerPoint</Application>
  <PresentationFormat>ワイド画面</PresentationFormat>
  <Paragraphs>59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53</cp:revision>
  <dcterms:created xsi:type="dcterms:W3CDTF">2024-08-27T02:15:54Z</dcterms:created>
  <dcterms:modified xsi:type="dcterms:W3CDTF">2025-01-27T07:23:43Z</dcterms:modified>
</cp:coreProperties>
</file>