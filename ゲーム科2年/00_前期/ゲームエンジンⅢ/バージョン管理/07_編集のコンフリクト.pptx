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コンフリクト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44548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Git</a:t>
            </a:r>
            <a:r>
              <a:rPr lang="ja-JP" altLang="en-US" sz="2400" dirty="0"/>
              <a:t>を使う上でよくあるトラブルとして</a:t>
            </a:r>
            <a:r>
              <a:rPr lang="ja-JP" altLang="en-US" sz="2400" b="1" dirty="0">
                <a:solidFill>
                  <a:srgbClr val="FF0000"/>
                </a:solidFill>
              </a:rPr>
              <a:t>コンフリクト（衝突）</a:t>
            </a:r>
            <a:r>
              <a:rPr lang="ja-JP" altLang="en-US" sz="2400" dirty="0"/>
              <a:t>があります。</a:t>
            </a:r>
            <a:endParaRPr lang="en-US" altLang="ja-JP" sz="2400" dirty="0"/>
          </a:p>
          <a:p>
            <a:r>
              <a:rPr lang="ja-JP" altLang="en-US" sz="2400" dirty="0"/>
              <a:t>まず、誰か１人が</a:t>
            </a:r>
            <a:r>
              <a:rPr lang="en-US" altLang="ja-JP" sz="2400" dirty="0"/>
              <a:t>HP</a:t>
            </a:r>
            <a:r>
              <a:rPr lang="ja-JP" altLang="en-US" sz="2400" dirty="0"/>
              <a:t>を適当に修正して</a:t>
            </a:r>
            <a:r>
              <a:rPr lang="en-US" altLang="ja-JP" sz="2400" dirty="0"/>
              <a:t>Push</a:t>
            </a:r>
            <a:r>
              <a:rPr lang="ja-JP" altLang="en-US" sz="2400" dirty="0"/>
              <a:t>までしましょう。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ほかのメンバーはまだ何もしないでください。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コンフリクト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75807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前の人とは違うメンバーを１人選び、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Pull</a:t>
            </a:r>
            <a:r>
              <a:rPr lang="ja-JP" altLang="en-US" sz="2400" b="1" dirty="0">
                <a:solidFill>
                  <a:srgbClr val="FF0000"/>
                </a:solidFill>
              </a:rPr>
              <a:t>をしないまま、</a:t>
            </a:r>
            <a:r>
              <a:rPr lang="en-US" altLang="ja-JP" sz="2400" b="1" dirty="0">
                <a:solidFill>
                  <a:srgbClr val="FF0000"/>
                </a:solidFill>
              </a:rPr>
              <a:t>HP</a:t>
            </a:r>
            <a:r>
              <a:rPr lang="ja-JP" altLang="en-US" sz="2400" b="1" dirty="0">
                <a:solidFill>
                  <a:srgbClr val="FF0000"/>
                </a:solidFill>
              </a:rPr>
              <a:t>を先ほどとは違う値で修正してコミットしましょう。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この後</a:t>
            </a:r>
            <a:r>
              <a:rPr lang="en-US" altLang="ja-JP" sz="2400" dirty="0"/>
              <a:t>Push</a:t>
            </a:r>
            <a:r>
              <a:rPr lang="ja-JP" altLang="en-US" sz="2400" dirty="0"/>
              <a:t>をするのですが、</a:t>
            </a:r>
            <a:r>
              <a:rPr lang="ja-JP" altLang="en-US" sz="2400" b="1" dirty="0">
                <a:solidFill>
                  <a:srgbClr val="FF0000"/>
                </a:solidFill>
              </a:rPr>
              <a:t>エラーで</a:t>
            </a:r>
            <a:r>
              <a:rPr lang="en-US" altLang="ja-JP" sz="2400" b="1" dirty="0">
                <a:solidFill>
                  <a:srgbClr val="FF0000"/>
                </a:solidFill>
              </a:rPr>
              <a:t>Push</a:t>
            </a:r>
            <a:r>
              <a:rPr lang="ja-JP" altLang="en-US" sz="2400" b="1" dirty="0">
                <a:solidFill>
                  <a:srgbClr val="FF0000"/>
                </a:solidFill>
              </a:rPr>
              <a:t>できない</a:t>
            </a:r>
            <a:r>
              <a:rPr lang="ja-JP" altLang="en-US" sz="2400" dirty="0"/>
              <a:t>と思います。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412703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コンフリクト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09951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発生しているエラーは、</a:t>
            </a:r>
            <a:endParaRPr lang="en-US" altLang="ja-JP" sz="2400" dirty="0"/>
          </a:p>
          <a:p>
            <a:r>
              <a:rPr lang="ja-JP" altLang="en-US" sz="2400" dirty="0"/>
              <a:t>「</a:t>
            </a:r>
            <a:r>
              <a:rPr lang="ja-JP" altLang="en-US" sz="2400" b="1" dirty="0">
                <a:solidFill>
                  <a:srgbClr val="FF0000"/>
                </a:solidFill>
              </a:rPr>
              <a:t>ファイルが最新ではないのに編集してます。最新を</a:t>
            </a:r>
            <a:r>
              <a:rPr lang="en-US" altLang="ja-JP" sz="2400" b="1" dirty="0">
                <a:solidFill>
                  <a:srgbClr val="FF0000"/>
                </a:solidFill>
              </a:rPr>
              <a:t>Pull</a:t>
            </a:r>
            <a:r>
              <a:rPr lang="ja-JP" altLang="en-US" sz="2400" b="1" dirty="0">
                <a:solidFill>
                  <a:srgbClr val="FF0000"/>
                </a:solidFill>
              </a:rPr>
              <a:t>してください。</a:t>
            </a:r>
            <a:r>
              <a:rPr lang="ja-JP" altLang="en-US" sz="2400" dirty="0"/>
              <a:t>」</a:t>
            </a:r>
            <a:endParaRPr lang="en-US" altLang="ja-JP" sz="2400" dirty="0"/>
          </a:p>
          <a:p>
            <a:r>
              <a:rPr lang="ja-JP" altLang="en-US" sz="2400" dirty="0"/>
              <a:t>というエラーになります。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このように</a:t>
            </a:r>
            <a:r>
              <a:rPr lang="ja-JP" altLang="en-US" sz="2400" b="1" dirty="0">
                <a:solidFill>
                  <a:srgbClr val="FF0000"/>
                </a:solidFill>
              </a:rPr>
              <a:t>最新の状態でないファイルを編集して</a:t>
            </a:r>
            <a:r>
              <a:rPr lang="en-US" altLang="ja-JP" sz="2400" b="1" dirty="0">
                <a:solidFill>
                  <a:srgbClr val="FF0000"/>
                </a:solidFill>
              </a:rPr>
              <a:t>Push</a:t>
            </a:r>
            <a:r>
              <a:rPr lang="ja-JP" altLang="en-US" sz="2400" b="1" dirty="0">
                <a:solidFill>
                  <a:srgbClr val="FF0000"/>
                </a:solidFill>
              </a:rPr>
              <a:t>するとエラー</a:t>
            </a:r>
            <a:r>
              <a:rPr lang="ja-JP" altLang="en-US" sz="2400" dirty="0"/>
              <a:t>が出ます。</a:t>
            </a:r>
            <a:endParaRPr lang="en-US" altLang="ja-JP" sz="2400" dirty="0"/>
          </a:p>
          <a:p>
            <a:r>
              <a:rPr lang="en-US" altLang="ja-JP" sz="2400" dirty="0"/>
              <a:t>Pull</a:t>
            </a:r>
            <a:r>
              <a:rPr lang="ja-JP" altLang="en-US" sz="2400" dirty="0"/>
              <a:t>を定期的にしておきたいのはそのためです。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274501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コンフリクト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2826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ではエラーの指示通りに</a:t>
            </a:r>
            <a:r>
              <a:rPr lang="en-US" altLang="ja-JP" sz="2400" dirty="0"/>
              <a:t>Pull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  <a:p>
            <a:r>
              <a:rPr lang="ja-JP" altLang="en-US" sz="2400" dirty="0"/>
              <a:t>この時、</a:t>
            </a:r>
            <a:r>
              <a:rPr lang="ja-JP" altLang="en-US" sz="2400" b="1" dirty="0">
                <a:solidFill>
                  <a:srgbClr val="FF0000"/>
                </a:solidFill>
              </a:rPr>
              <a:t>コンフリクト</a:t>
            </a:r>
            <a:r>
              <a:rPr lang="ja-JP" altLang="en-US" sz="2400" dirty="0"/>
              <a:t>が発生し</a:t>
            </a:r>
            <a:r>
              <a:rPr lang="en-US" altLang="ja-JP" sz="2400" b="1" dirty="0">
                <a:solidFill>
                  <a:srgbClr val="FF0000"/>
                </a:solidFill>
              </a:rPr>
              <a:t>Pull</a:t>
            </a:r>
            <a:r>
              <a:rPr lang="ja-JP" altLang="en-US" sz="2400" b="1" dirty="0">
                <a:solidFill>
                  <a:srgbClr val="FF0000"/>
                </a:solidFill>
              </a:rPr>
              <a:t>が失敗</a:t>
            </a:r>
            <a:r>
              <a:rPr lang="ja-JP" altLang="en-US" sz="2400" dirty="0"/>
              <a:t>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現状を整理してみましょう。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771144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コンフリクト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現状、</a:t>
            </a:r>
            <a:r>
              <a:rPr lang="ja-JP" altLang="en-US" sz="2400" b="1" dirty="0">
                <a:solidFill>
                  <a:srgbClr val="FF0000"/>
                </a:solidFill>
              </a:rPr>
              <a:t>チーム内の２人が同じファイル、同じ場所を編集</a:t>
            </a:r>
            <a:r>
              <a:rPr lang="ja-JP" altLang="en-US" sz="2400" dirty="0"/>
              <a:t>しています。</a:t>
            </a:r>
            <a:endParaRPr lang="en-US" altLang="ja-JP" sz="2400" dirty="0"/>
          </a:p>
          <a:p>
            <a:r>
              <a:rPr lang="ja-JP" altLang="en-US" sz="2400" dirty="0"/>
              <a:t>つまり</a:t>
            </a:r>
            <a:r>
              <a:rPr lang="ja-JP" altLang="en-US" sz="2400" b="1" dirty="0">
                <a:solidFill>
                  <a:srgbClr val="FF0000"/>
                </a:solidFill>
              </a:rPr>
              <a:t>２人の作業が衝突している</a:t>
            </a:r>
            <a:r>
              <a:rPr lang="ja-JP" altLang="en-US" sz="2400" dirty="0"/>
              <a:t>状況です。</a:t>
            </a:r>
            <a:endParaRPr lang="en-US" altLang="ja-JP" sz="2400" dirty="0"/>
          </a:p>
          <a:p>
            <a:r>
              <a:rPr lang="ja-JP" altLang="en-US" sz="2400" dirty="0"/>
              <a:t>この状況のことを</a:t>
            </a:r>
            <a:r>
              <a:rPr lang="ja-JP" altLang="en-US" sz="2400" b="1" dirty="0">
                <a:solidFill>
                  <a:srgbClr val="FF0000"/>
                </a:solidFill>
              </a:rPr>
              <a:t>コンフリクト</a:t>
            </a:r>
            <a:r>
              <a:rPr lang="ja-JP" altLang="en-US" sz="2400" dirty="0"/>
              <a:t>と言います。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この場合、どちらの編集を採用するのか決める必要があります。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2716891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コンフリクト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衝突が発生したファイルを開きましょう。</a:t>
            </a:r>
            <a:endParaRPr lang="en-US" altLang="ja-JP" sz="2400" dirty="0"/>
          </a:p>
          <a:p>
            <a:r>
              <a:rPr lang="ja-JP" altLang="en-US" sz="2400" dirty="0"/>
              <a:t>すると衝突が起きている場所で２人分の編集が記載されています。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3563820-3361-40D4-9B75-C975B753BD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62" y="2187126"/>
            <a:ext cx="8368249" cy="4312286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317DCAC-B50F-4502-BE17-B607E26D3817}"/>
              </a:ext>
            </a:extLst>
          </p:cNvPr>
          <p:cNvSpPr txBox="1"/>
          <p:nvPr/>
        </p:nvSpPr>
        <p:spPr>
          <a:xfrm>
            <a:off x="2905163" y="3497815"/>
            <a:ext cx="312777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FF0000"/>
                </a:solidFill>
              </a:rPr>
              <a:t>HEAD</a:t>
            </a:r>
            <a:r>
              <a:rPr lang="ja-JP" altLang="en-US" b="1" dirty="0">
                <a:solidFill>
                  <a:srgbClr val="FF0000"/>
                </a:solidFill>
              </a:rPr>
              <a:t>側は自分が編集した分</a:t>
            </a:r>
            <a:endParaRPr lang="en-US" altLang="ja-JP" b="1" dirty="0">
              <a:solidFill>
                <a:srgbClr val="FF0000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D03035A-467D-4D95-B135-52E2B5EEA979}"/>
              </a:ext>
            </a:extLst>
          </p:cNvPr>
          <p:cNvSpPr txBox="1"/>
          <p:nvPr/>
        </p:nvSpPr>
        <p:spPr>
          <a:xfrm>
            <a:off x="2905163" y="4454438"/>
            <a:ext cx="4447051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b="1" dirty="0">
                <a:solidFill>
                  <a:srgbClr val="FF0000"/>
                </a:solidFill>
              </a:rPr>
              <a:t>その下がリポジトリに</a:t>
            </a:r>
            <a:r>
              <a:rPr lang="en-US" altLang="ja-JP" b="1" dirty="0">
                <a:solidFill>
                  <a:srgbClr val="FF0000"/>
                </a:solidFill>
              </a:rPr>
              <a:t>Push</a:t>
            </a:r>
            <a:r>
              <a:rPr lang="ja-JP" altLang="en-US" b="1" dirty="0">
                <a:solidFill>
                  <a:srgbClr val="FF0000"/>
                </a:solidFill>
              </a:rPr>
              <a:t>されている分</a:t>
            </a:r>
            <a:endParaRPr lang="en-US" altLang="ja-JP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00584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コンフリクト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採用する方を残して保存しましょう。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7D1D5F1-4696-4EE8-BFCA-C0D13F56C1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1987399" cy="3245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4949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コンフリクト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93545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コンフリクトは</a:t>
            </a:r>
            <a:r>
              <a:rPr lang="ja-JP" altLang="en-US" sz="2400" b="1" dirty="0">
                <a:solidFill>
                  <a:srgbClr val="FF0000"/>
                </a:solidFill>
              </a:rPr>
              <a:t>解決した状態を</a:t>
            </a:r>
            <a:r>
              <a:rPr lang="en-US" altLang="ja-JP" sz="2400" b="1" dirty="0">
                <a:solidFill>
                  <a:srgbClr val="FF0000"/>
                </a:solidFill>
              </a:rPr>
              <a:t>Git</a:t>
            </a:r>
            <a:r>
              <a:rPr lang="ja-JP" altLang="en-US" sz="2400" b="1" dirty="0">
                <a:solidFill>
                  <a:srgbClr val="FF0000"/>
                </a:solidFill>
              </a:rPr>
              <a:t>に教えなければいけません。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衝突が起きたファイルを右クリックし、</a:t>
            </a:r>
            <a:endParaRPr lang="en-US" altLang="ja-JP" sz="2400" dirty="0"/>
          </a:p>
          <a:p>
            <a:r>
              <a:rPr lang="ja-JP" altLang="en-US" sz="2400" dirty="0"/>
              <a:t>「</a:t>
            </a:r>
            <a:r>
              <a:rPr lang="en-US" altLang="ja-JP" sz="2400" b="1" dirty="0" err="1">
                <a:solidFill>
                  <a:srgbClr val="FF0000"/>
                </a:solidFill>
              </a:rPr>
              <a:t>TortoiseGit</a:t>
            </a:r>
            <a:r>
              <a:rPr lang="ja-JP" altLang="en-US" sz="2400" b="1" dirty="0">
                <a:solidFill>
                  <a:srgbClr val="FF0000"/>
                </a:solidFill>
              </a:rPr>
              <a:t>　＞　</a:t>
            </a:r>
            <a:r>
              <a:rPr lang="en-US" altLang="ja-JP" sz="2400" b="1" dirty="0">
                <a:solidFill>
                  <a:srgbClr val="FF0000"/>
                </a:solidFill>
              </a:rPr>
              <a:t>Resolve</a:t>
            </a:r>
            <a:r>
              <a:rPr lang="ja-JP" altLang="en-US" sz="2400" dirty="0"/>
              <a:t>」を選択しましょう。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5DBE25C-7862-48E3-9876-0EC809D1E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5205729" cy="3825987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4D11DD91-822D-49E7-B7BE-0BA798499D94}"/>
              </a:ext>
            </a:extLst>
          </p:cNvPr>
          <p:cNvSpPr/>
          <p:nvPr/>
        </p:nvSpPr>
        <p:spPr>
          <a:xfrm rot="13453238">
            <a:off x="4109533" y="4169062"/>
            <a:ext cx="505687" cy="416499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6736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コンフリクト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解決した状態をコミットし、</a:t>
            </a:r>
            <a:r>
              <a:rPr lang="en-US" altLang="ja-JP" sz="2400" b="1" dirty="0">
                <a:solidFill>
                  <a:srgbClr val="FF0000"/>
                </a:solidFill>
              </a:rPr>
              <a:t>Push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  <a:p>
            <a:r>
              <a:rPr lang="ja-JP" altLang="en-US" sz="2400" dirty="0"/>
              <a:t>これでコンフリクトが完全に解決されます。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コンフリクト解決のコミットはメッセージが自動で書かれます。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　そのままコミットしましょう。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72454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コンフリクト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189534"/>
            <a:ext cx="9725739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コンフリクトはなるべく起きないように作業する</a:t>
            </a:r>
            <a:r>
              <a:rPr lang="ja-JP" altLang="en-US" sz="2400" dirty="0"/>
              <a:t>必要があります。</a:t>
            </a:r>
            <a:endParaRPr lang="en-US" altLang="ja-JP" sz="2400" dirty="0"/>
          </a:p>
          <a:p>
            <a:r>
              <a:rPr lang="ja-JP" altLang="en-US" sz="2400" dirty="0"/>
              <a:t>チーム内でしっかりとコミュニケーションをとりながら、</a:t>
            </a:r>
            <a:endParaRPr lang="en-US" altLang="ja-JP" sz="2400" dirty="0"/>
          </a:p>
          <a:p>
            <a:r>
              <a:rPr lang="ja-JP" altLang="en-US" sz="2400" dirty="0"/>
              <a:t>特に</a:t>
            </a:r>
            <a:r>
              <a:rPr lang="ja-JP" altLang="en-US" sz="2400" b="1" dirty="0">
                <a:solidFill>
                  <a:srgbClr val="FF0000"/>
                </a:solidFill>
              </a:rPr>
              <a:t>同じタイミングで同じファイルを複数人が編集する場合</a:t>
            </a:r>
            <a:r>
              <a:rPr lang="ja-JP" altLang="en-US" sz="2400" dirty="0"/>
              <a:t>は、</a:t>
            </a:r>
            <a:endParaRPr lang="en-US" altLang="ja-JP" sz="2400" dirty="0"/>
          </a:p>
          <a:p>
            <a:r>
              <a:rPr lang="ja-JP" altLang="en-US" sz="2400" dirty="0"/>
              <a:t>衝突を避けるように作業して未然に防ぎましょう。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特に</a:t>
            </a:r>
            <a:r>
              <a:rPr lang="en-US" altLang="ja-JP" sz="2400" dirty="0"/>
              <a:t>Unity</a:t>
            </a:r>
            <a:r>
              <a:rPr lang="ja-JP" altLang="en-US" sz="2400" dirty="0"/>
              <a:t>の</a:t>
            </a:r>
            <a:r>
              <a:rPr lang="en-US" altLang="ja-JP" sz="2400" dirty="0"/>
              <a:t>Prefab</a:t>
            </a:r>
            <a:r>
              <a:rPr lang="ja-JP" altLang="en-US" sz="2400" dirty="0"/>
              <a:t>はコンフリクトが起きやすいです。</a:t>
            </a:r>
            <a:endParaRPr lang="en-US" altLang="ja-JP" sz="2400" dirty="0"/>
          </a:p>
          <a:p>
            <a:r>
              <a:rPr lang="ja-JP" altLang="en-US" sz="2400" dirty="0"/>
              <a:t>　気を付けましょう。（インスペクタで値を編集したときなど）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作業の進め方次第ではどうしても発生する場合もあります。</a:t>
            </a:r>
            <a:endParaRPr lang="en-US" altLang="ja-JP" sz="2400" dirty="0"/>
          </a:p>
          <a:p>
            <a:r>
              <a:rPr lang="ja-JP" altLang="en-US" sz="2400" dirty="0"/>
              <a:t>　その場合は慎重に解決しましょう。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868476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536</TotalTime>
  <Words>451</Words>
  <Application>Microsoft Office PowerPoint</Application>
  <PresentationFormat>ワイド画面</PresentationFormat>
  <Paragraphs>56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53</cp:revision>
  <dcterms:created xsi:type="dcterms:W3CDTF">2024-08-27T02:15:54Z</dcterms:created>
  <dcterms:modified xsi:type="dcterms:W3CDTF">2025-02-27T01:07:30Z</dcterms:modified>
</cp:coreProperties>
</file>