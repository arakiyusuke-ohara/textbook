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57239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前回はリポジトリを作成しました。</a:t>
            </a:r>
            <a:endParaRPr lang="en-US" altLang="ja-JP" sz="2400" dirty="0"/>
          </a:p>
          <a:p>
            <a:r>
              <a:rPr lang="ja-JP" altLang="en-US" sz="2400" dirty="0"/>
              <a:t>そもそもリポジトリ作成とは、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サーバーに保存場所を作る</a:t>
            </a:r>
            <a:r>
              <a:rPr lang="ja-JP" altLang="en-US" sz="2400" dirty="0"/>
              <a:t>ようなものになります。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909C1A8C-4394-498E-904B-D173A5D6387E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391CF2-4A92-4E10-98E4-3966F621DEC7}"/>
              </a:ext>
            </a:extLst>
          </p:cNvPr>
          <p:cNvSpPr txBox="1"/>
          <p:nvPr/>
        </p:nvSpPr>
        <p:spPr>
          <a:xfrm>
            <a:off x="686446" y="36368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Bitbucket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C1CB3E-14C5-4724-9A46-7F41ADD76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912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作業するためには、</a:t>
            </a:r>
            <a:r>
              <a:rPr lang="ja-JP" altLang="en-US" sz="2400" b="1" dirty="0">
                <a:solidFill>
                  <a:srgbClr val="FF0000"/>
                </a:solidFill>
              </a:rPr>
              <a:t>サーバーのデータを自分の</a:t>
            </a:r>
            <a:r>
              <a:rPr lang="en-US" altLang="ja-JP" sz="2400" b="1" dirty="0">
                <a:solidFill>
                  <a:srgbClr val="FF0000"/>
                </a:solidFill>
              </a:rPr>
              <a:t>PC</a:t>
            </a:r>
            <a:r>
              <a:rPr lang="ja-JP" altLang="en-US" sz="2400" b="1" dirty="0">
                <a:solidFill>
                  <a:srgbClr val="FF0000"/>
                </a:solidFill>
              </a:rPr>
              <a:t>にコピーする</a:t>
            </a:r>
            <a:r>
              <a:rPr lang="ja-JP" altLang="en-US" sz="2400" dirty="0"/>
              <a:t>必要があります。</a:t>
            </a:r>
            <a:endParaRPr lang="en-US" altLang="ja-JP" sz="2400" dirty="0"/>
          </a:p>
          <a:p>
            <a:r>
              <a:rPr lang="ja-JP" altLang="en-US" sz="2400" dirty="0"/>
              <a:t>これを行うのが</a:t>
            </a:r>
            <a:r>
              <a:rPr lang="en-US" altLang="ja-JP" sz="2400" dirty="0"/>
              <a:t>Git</a:t>
            </a:r>
            <a:r>
              <a:rPr lang="ja-JP" altLang="en-US" sz="2400" dirty="0"/>
              <a:t>の</a:t>
            </a:r>
            <a:r>
              <a:rPr lang="en-US" altLang="ja-JP" sz="2400" b="1" dirty="0">
                <a:solidFill>
                  <a:srgbClr val="FF0000"/>
                </a:solidFill>
              </a:rPr>
              <a:t>Clone</a:t>
            </a:r>
            <a:r>
              <a:rPr lang="ja-JP" altLang="en-US" sz="2400" dirty="0"/>
              <a:t>という機能です。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■イメージ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2" name="円柱 1">
            <a:extLst>
              <a:ext uri="{FF2B5EF4-FFF2-40B4-BE49-F238E27FC236}">
                <a16:creationId xmlns:a16="http://schemas.microsoft.com/office/drawing/2014/main" id="{909C1A8C-4394-498E-904B-D173A5D6387E}"/>
              </a:ext>
            </a:extLst>
          </p:cNvPr>
          <p:cNvSpPr/>
          <p:nvPr/>
        </p:nvSpPr>
        <p:spPr>
          <a:xfrm>
            <a:off x="567542" y="2925788"/>
            <a:ext cx="2429435" cy="3519835"/>
          </a:xfrm>
          <a:prstGeom prst="ca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391CF2-4A92-4E10-98E4-3966F621DEC7}"/>
              </a:ext>
            </a:extLst>
          </p:cNvPr>
          <p:cNvSpPr txBox="1"/>
          <p:nvPr/>
        </p:nvSpPr>
        <p:spPr>
          <a:xfrm>
            <a:off x="686446" y="3636899"/>
            <a:ext cx="2191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70C0"/>
                </a:solidFill>
              </a:rPr>
              <a:t>Bitbucket</a:t>
            </a:r>
            <a:r>
              <a:rPr lang="ja-JP" altLang="en-US" b="1" dirty="0">
                <a:solidFill>
                  <a:srgbClr val="0070C0"/>
                </a:solidFill>
              </a:rPr>
              <a:t>サーバー</a:t>
            </a:r>
            <a:endParaRPr lang="en-US" altLang="ja-JP" b="1" dirty="0">
              <a:solidFill>
                <a:srgbClr val="0070C0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3C1CB3E-14C5-4724-9A46-7F41ADD76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6" y="4143094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後ろから見たパソコンを使う人のイラスト（男性）">
            <a:extLst>
              <a:ext uri="{FF2B5EF4-FFF2-40B4-BE49-F238E27FC236}">
                <a16:creationId xmlns:a16="http://schemas.microsoft.com/office/drawing/2014/main" id="{0E743837-FFD7-4F32-B216-3E23572D8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5353" y="3212445"/>
            <a:ext cx="3810000" cy="3171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矢印: 右 2">
            <a:extLst>
              <a:ext uri="{FF2B5EF4-FFF2-40B4-BE49-F238E27FC236}">
                <a16:creationId xmlns:a16="http://schemas.microsoft.com/office/drawing/2014/main" id="{7EBA3C21-9F6C-45CD-A248-DA19792520DD}"/>
              </a:ext>
            </a:extLst>
          </p:cNvPr>
          <p:cNvSpPr/>
          <p:nvPr/>
        </p:nvSpPr>
        <p:spPr>
          <a:xfrm>
            <a:off x="3451412" y="4143094"/>
            <a:ext cx="1730188" cy="90403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Clone</a:t>
            </a:r>
            <a:endParaRPr kumimoji="1" lang="ja-JP" altLang="en-US" b="1" dirty="0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9935AF37-E584-4F01-BEDC-6D26310E52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846" y="3860603"/>
            <a:ext cx="975277" cy="65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97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501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Bitbucket</a:t>
            </a:r>
            <a:r>
              <a:rPr lang="ja-JP" altLang="en-US" sz="2400" dirty="0"/>
              <a:t>のリポジトリページから</a:t>
            </a:r>
            <a:r>
              <a:rPr lang="en-US" altLang="ja-JP" sz="2400" b="1" dirty="0">
                <a:solidFill>
                  <a:srgbClr val="FF0000"/>
                </a:solidFill>
              </a:rPr>
              <a:t>Clone</a:t>
            </a:r>
            <a:r>
              <a:rPr lang="ja-JP" altLang="en-US" sz="2400" b="1" dirty="0">
                <a:solidFill>
                  <a:srgbClr val="FF0000"/>
                </a:solidFill>
              </a:rPr>
              <a:t>ボタン</a:t>
            </a:r>
            <a:r>
              <a:rPr lang="ja-JP" altLang="en-US" sz="2400" dirty="0"/>
              <a:t>を押します。</a:t>
            </a:r>
            <a:endParaRPr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5892928C-94C5-4C88-A420-66C9BD31C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10118387" cy="2912975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EB3C77D-DB76-4CAE-8AA0-A4F98915EBA4}"/>
              </a:ext>
            </a:extLst>
          </p:cNvPr>
          <p:cNvSpPr txBox="1"/>
          <p:nvPr/>
        </p:nvSpPr>
        <p:spPr>
          <a:xfrm>
            <a:off x="567541" y="4870469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リーダーとメンバーでページの見た目が少し変わります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50EF28D9-0519-4598-B735-9F32C7407EDC}"/>
              </a:ext>
            </a:extLst>
          </p:cNvPr>
          <p:cNvSpPr/>
          <p:nvPr/>
        </p:nvSpPr>
        <p:spPr>
          <a:xfrm rot="13561662">
            <a:off x="9905113" y="2474258"/>
            <a:ext cx="735106" cy="43927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9657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最初から選択されている文字列をコピーします。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5EB70210-F102-40F8-8B8D-978C2BC75B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7714858" cy="4484394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E6EB693A-5E1E-442E-893E-C0AF4AE08D28}"/>
              </a:ext>
            </a:extLst>
          </p:cNvPr>
          <p:cNvSpPr/>
          <p:nvPr/>
        </p:nvSpPr>
        <p:spPr>
          <a:xfrm rot="13561662">
            <a:off x="7914846" y="3352800"/>
            <a:ext cx="735106" cy="43927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410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エクスプローラーで空のフォルダを作り、中に入りましょう。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1449B4E-7F2D-461A-81CA-B509013C9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4"/>
            <a:ext cx="7052458" cy="3925336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A46184-64F7-487F-9238-5174035AAC03}"/>
              </a:ext>
            </a:extLst>
          </p:cNvPr>
          <p:cNvSpPr txBox="1"/>
          <p:nvPr/>
        </p:nvSpPr>
        <p:spPr>
          <a:xfrm>
            <a:off x="567542" y="5904381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この場所にプロジェクトが保存されます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86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6998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右クリックから「</a:t>
            </a:r>
            <a:r>
              <a:rPr lang="en-US" altLang="ja-JP" sz="2400" b="1" dirty="0">
                <a:solidFill>
                  <a:srgbClr val="FF0000"/>
                </a:solidFill>
              </a:rPr>
              <a:t>Open Git Bash Here</a:t>
            </a:r>
            <a:r>
              <a:rPr lang="ja-JP" altLang="en-US" sz="2400" dirty="0"/>
              <a:t>」を選択しましょう。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83AB6D72-D91C-4A42-95AC-F20DA1F04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5108200" cy="3614818"/>
          </a:xfrm>
          <a:prstGeom prst="rect">
            <a:avLst/>
          </a:prstGeom>
        </p:spPr>
      </p:pic>
      <p:sp>
        <p:nvSpPr>
          <p:cNvPr id="9" name="矢印: 右 8">
            <a:extLst>
              <a:ext uri="{FF2B5EF4-FFF2-40B4-BE49-F238E27FC236}">
                <a16:creationId xmlns:a16="http://schemas.microsoft.com/office/drawing/2014/main" id="{91AEF993-171A-42DC-9E94-2E8485C88A62}"/>
              </a:ext>
            </a:extLst>
          </p:cNvPr>
          <p:cNvSpPr/>
          <p:nvPr/>
        </p:nvSpPr>
        <p:spPr>
          <a:xfrm rot="13561662">
            <a:off x="3280094" y="2792351"/>
            <a:ext cx="735106" cy="43927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622C944-DBB2-4E19-A08F-41229A219C8D}"/>
              </a:ext>
            </a:extLst>
          </p:cNvPr>
          <p:cNvSpPr txBox="1"/>
          <p:nvPr/>
        </p:nvSpPr>
        <p:spPr>
          <a:xfrm>
            <a:off x="567542" y="5572312"/>
            <a:ext cx="94179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ない場合は「そのほかのオプションを確認」を押しましょう。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46487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4617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黒い画面を右クリックして</a:t>
            </a:r>
            <a:r>
              <a:rPr lang="en-US" altLang="ja-JP" sz="2400" dirty="0"/>
              <a:t>Paste</a:t>
            </a:r>
            <a:r>
              <a:rPr lang="ja-JP" altLang="en-US" sz="2400" dirty="0"/>
              <a:t>を押すとコピーした文字列が貼り付けされます。</a:t>
            </a:r>
            <a:endParaRPr lang="en-US" altLang="ja-JP" sz="2400" dirty="0"/>
          </a:p>
          <a:p>
            <a:r>
              <a:rPr lang="ja-JP" altLang="en-US" sz="2400" dirty="0"/>
              <a:t>その状態で</a:t>
            </a:r>
            <a:r>
              <a:rPr lang="en-US" altLang="ja-JP" sz="2400" dirty="0"/>
              <a:t>Enter</a:t>
            </a:r>
            <a:r>
              <a:rPr lang="ja-JP" altLang="en-US" sz="2400" dirty="0"/>
              <a:t>キーを押しましょう。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0E40D7-CDC3-407E-9ED0-DBD2D76F3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410955" cy="3429479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B946719-AB96-4887-AB3B-4A4026B5382E}"/>
              </a:ext>
            </a:extLst>
          </p:cNvPr>
          <p:cNvSpPr txBox="1"/>
          <p:nvPr/>
        </p:nvSpPr>
        <p:spPr>
          <a:xfrm>
            <a:off x="567542" y="5756305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※</a:t>
            </a:r>
            <a:r>
              <a:rPr lang="ja-JP" altLang="en-US" sz="2400" dirty="0"/>
              <a:t>サインインを促されたらサインインしましょう。</a:t>
            </a:r>
            <a:endParaRPr lang="en-US" altLang="ja-JP" sz="24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55E70C3-5BC8-4ECA-B128-7679C7DE7014}"/>
              </a:ext>
            </a:extLst>
          </p:cNvPr>
          <p:cNvSpPr txBox="1"/>
          <p:nvPr/>
        </p:nvSpPr>
        <p:spPr>
          <a:xfrm>
            <a:off x="5978497" y="3440200"/>
            <a:ext cx="578075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b="1" dirty="0">
                <a:solidFill>
                  <a:srgbClr val="00B050"/>
                </a:solidFill>
              </a:rPr>
              <a:t>MEMO</a:t>
            </a:r>
          </a:p>
          <a:p>
            <a:r>
              <a:rPr lang="en-US" altLang="ja-JP" dirty="0"/>
              <a:t>Git Bash </a:t>
            </a:r>
            <a:r>
              <a:rPr lang="ja-JP" altLang="en-US" dirty="0"/>
              <a:t>はこのようにコマンドを文字で打ち込んで、</a:t>
            </a:r>
            <a:endParaRPr lang="en-US" altLang="ja-JP" dirty="0"/>
          </a:p>
          <a:p>
            <a:r>
              <a:rPr lang="en-US" altLang="ja-JP" dirty="0"/>
              <a:t>Git</a:t>
            </a:r>
            <a:r>
              <a:rPr lang="ja-JP" altLang="en-US" dirty="0"/>
              <a:t>を操作するものになります。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22798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337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Clone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リポジトリの内容がコピーされてきます。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313299E-5B12-46B3-9B09-1E574DF313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8301084" cy="2987288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7D9CE68C-AED3-498F-B739-723B9F347F63}"/>
              </a:ext>
            </a:extLst>
          </p:cNvPr>
          <p:cNvSpPr txBox="1"/>
          <p:nvPr/>
        </p:nvSpPr>
        <p:spPr>
          <a:xfrm>
            <a:off x="567541" y="4944782"/>
            <a:ext cx="818685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これで</a:t>
            </a:r>
            <a:r>
              <a:rPr lang="en-US" altLang="ja-JP" sz="2400" dirty="0"/>
              <a:t>Clone</a:t>
            </a:r>
            <a:r>
              <a:rPr lang="ja-JP" altLang="en-US" sz="2400" dirty="0"/>
              <a:t>は完了です。</a:t>
            </a:r>
            <a:endParaRPr lang="en-US" altLang="ja-JP" sz="2400" dirty="0"/>
          </a:p>
          <a:p>
            <a:r>
              <a:rPr lang="ja-JP" altLang="en-US" sz="2400" dirty="0"/>
              <a:t>ここからファイルを追加したり編集したりしていきます。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834555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232</Words>
  <Application>Microsoft Office PowerPoint</Application>
  <PresentationFormat>ワイド画面</PresentationFormat>
  <Paragraphs>35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33</cp:revision>
  <dcterms:created xsi:type="dcterms:W3CDTF">2024-08-27T02:15:54Z</dcterms:created>
  <dcterms:modified xsi:type="dcterms:W3CDTF">2025-01-27T07:15:35Z</dcterms:modified>
</cp:coreProperties>
</file>