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6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113" d="100"/>
          <a:sy n="113" d="100"/>
        </p:scale>
        <p:origin x="456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A950417-98BD-4172-A454-C76A49B9771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9F83E9AE-84BC-4452-8901-A17B27CC419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1B320892-0B52-41F1-BED3-1F36AE1E3B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2025/1/27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B4114070-C582-4B06-9805-0DFEFB583F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EE8014BC-198B-4E5B-89B4-FDBFD423BF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7455607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42C298B-DDF7-4BBD-B08C-16E40ED109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F284FECC-C823-4D42-8CAA-49FC9A8C5B3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98B26879-4594-4C3F-BFFA-F4CB8674F4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2025/1/27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F5FC6BE6-BB12-4008-B4BA-62D249C499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26B8CAC6-4A91-4F74-9267-5C30714BF9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8024735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078AD04-3137-4B16-97B1-DC1252F678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9BF8FC57-7A4A-4196-89B9-B1A6197D422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5CB80319-F15F-4C62-95BA-15B326F988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2025/1/27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C89F0141-2F76-4B73-AAE0-1EDFEEA42E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11F3A285-8438-4738-B4CE-18FC566351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0814076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539AAF0-C896-4BE5-8FCC-3432085248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A96C332E-2DEA-4D46-8FEF-31D60DD975B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F9D3FC79-3A15-47E8-8DC1-B5A928FF7FF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E6AC8BB6-CC26-4AE8-B477-9A47780715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2025/1/27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0D813CBF-5D01-4CF4-BD63-C8FC321B24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4123F9A7-54F5-421C-9A71-CC8C4BC923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520282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E9A2E9A-2DDB-4057-9711-D792B04FFD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32E5496D-7437-4ADF-BF05-1B99ACC0910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48A11600-06C5-424A-B2EA-FFEF7E75EAA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43408E51-ED83-4218-8378-F0B44E296EC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3D26C0C0-145F-4A52-BA72-D19A2971D5E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F649033F-9C86-42B4-AB90-0FE47F39E3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2025/1/27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F73F9DE8-EAB7-4A80-BF64-725C6DF460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71D0069B-43F7-430A-8C9D-C2BA7B92EC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2546531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CD48D3C-20F1-4E20-8FBC-734E9D946A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B2E416B3-4C21-4278-9B88-62D41335DC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2025/1/27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3EBA727E-E9E7-4EA2-B6ED-8CF036F2B5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8DC1C47C-5B0A-471B-BB77-77BE62B991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53085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E55C2DD0-D598-4A5F-B542-7C6806B2F7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2025/1/27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2260FD2A-DF3F-46FE-B2F8-14D9A20697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52EF1C2C-6093-4ADD-9BFE-41DB125AD3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4204145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A35797B-0171-40BC-BCA2-0C1BA0D4C3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579CB0DB-618C-450C-BE67-5FD277B25D6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42CC888D-BF8F-439D-9FC7-2DD4A8D750E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A4C2FA2E-4305-4946-8BDE-7AE113CDE6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2025/1/27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BBA070CF-301C-4595-8007-2A2C19DFE0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E3E21C8C-DA9E-4E6B-B45C-C2C4D38971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06692950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00F7326-6BA4-4DC0-9519-87D04747ED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3A1C2397-9613-4B24-A7D0-9EEE44E01C8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05462283-8239-49BE-9D96-00B24831B7C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0F53455D-91B5-4938-AC24-CAFF77A6CD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2025/1/27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A7F23C7B-CEBC-48FC-81DC-98AFE68C2D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A7E65B5D-4A4C-4A6E-8AEB-3D88DC5827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51402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2AE957E-488D-43B9-8182-2A1DEEF0F7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0E67B1EC-AFC1-41D0-BBB1-9A2E85E1399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31B76048-AF91-4C32-A054-6305C2928E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2025/1/27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98C66A49-F960-4196-B16B-31B98B3401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3D7A86F7-B140-4439-A33B-63EA8498DC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4856319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B4FA5DEF-DC74-4F38-9DA0-1EE9752F5F3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23C9EE93-ED20-4B3B-93FB-5A088C436B2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A8370666-1A4C-42B1-8748-A0D1453943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2025/1/27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E26EC7E2-E7E6-45F2-BF6D-CDF318CECC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CCDE4F59-4276-46E3-AE2A-D255BC7BB3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428509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F527E70E-5441-439A-8EA3-0826A036FC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2A7C9CE9-5A22-43DB-862A-3B24B2BF151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A845D76C-CB70-434A-A116-22531EEB417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9CC885B-4903-4D54-9A93-00025F12DED9}" type="datetimeFigureOut">
              <a:rPr kumimoji="1" lang="ja-JP" altLang="en-US" smtClean="0"/>
              <a:t>2025/1/27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2505E6D4-441B-4864-8545-0FDE04F664F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8FFD1810-F6DD-4BB4-8465-A3A3F3BF335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517845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100540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課題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11146000" cy="452431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dirty="0"/>
              <a:t>分担してシューティングゲームの</a:t>
            </a:r>
            <a:r>
              <a:rPr lang="en-US" altLang="ja-JP" sz="2400" dirty="0"/>
              <a:t>Player</a:t>
            </a:r>
            <a:r>
              <a:rPr lang="ja-JP" altLang="en-US" sz="2400" dirty="0"/>
              <a:t>を作成します。</a:t>
            </a:r>
            <a:endParaRPr lang="en-US" altLang="ja-JP" sz="2400" dirty="0"/>
          </a:p>
          <a:p>
            <a:r>
              <a:rPr lang="ja-JP" altLang="en-US" sz="2400" dirty="0"/>
              <a:t>まずはリーダーが以下の手順で</a:t>
            </a:r>
            <a:r>
              <a:rPr lang="en-US" altLang="ja-JP" sz="2400" dirty="0"/>
              <a:t>Unity</a:t>
            </a:r>
            <a:r>
              <a:rPr lang="ja-JP" altLang="en-US" sz="2400" dirty="0"/>
              <a:t>プロジェクトを</a:t>
            </a:r>
            <a:r>
              <a:rPr lang="en-US" altLang="ja-JP" sz="2400" dirty="0"/>
              <a:t>Push</a:t>
            </a:r>
            <a:r>
              <a:rPr lang="ja-JP" altLang="en-US" sz="2400" dirty="0"/>
              <a:t>しましょう。</a:t>
            </a:r>
            <a:endParaRPr lang="en-US" altLang="ja-JP" sz="2400" dirty="0"/>
          </a:p>
          <a:p>
            <a:endParaRPr lang="en-US" altLang="ja-JP" sz="2400" dirty="0"/>
          </a:p>
          <a:p>
            <a:r>
              <a:rPr lang="ja-JP" altLang="en-US" sz="2400" b="1" dirty="0">
                <a:solidFill>
                  <a:srgbClr val="FF0000"/>
                </a:solidFill>
              </a:rPr>
              <a:t>■手順</a:t>
            </a:r>
            <a:endParaRPr lang="en-US" altLang="ja-JP" sz="2400" b="1" dirty="0">
              <a:solidFill>
                <a:srgbClr val="FF0000"/>
              </a:solidFill>
            </a:endParaRPr>
          </a:p>
          <a:p>
            <a:r>
              <a:rPr lang="ja-JP" altLang="en-US" sz="2400" dirty="0"/>
              <a:t>１．大元のフォルダの中に「</a:t>
            </a:r>
            <a:r>
              <a:rPr lang="en-US" altLang="ja-JP" sz="2400" dirty="0"/>
              <a:t>09_</a:t>
            </a:r>
            <a:r>
              <a:rPr lang="ja-JP" altLang="en-US" sz="2400" dirty="0"/>
              <a:t>ここまでの課題」という名前のフォルダを作成</a:t>
            </a:r>
            <a:endParaRPr lang="en-US" altLang="ja-JP" sz="2400" dirty="0"/>
          </a:p>
          <a:p>
            <a:r>
              <a:rPr lang="ja-JP" altLang="en-US" sz="2400" dirty="0"/>
              <a:t>２．１で作ったフォルダの中に</a:t>
            </a:r>
            <a:r>
              <a:rPr lang="en-US" altLang="ja-JP" sz="2400" dirty="0"/>
              <a:t>Unity</a:t>
            </a:r>
            <a:r>
              <a:rPr lang="ja-JP" altLang="en-US" sz="2400" dirty="0"/>
              <a:t>の</a:t>
            </a:r>
            <a:r>
              <a:rPr lang="en-US" altLang="ja-JP" sz="2400" dirty="0"/>
              <a:t>3D</a:t>
            </a:r>
            <a:r>
              <a:rPr lang="ja-JP" altLang="en-US" sz="2400" dirty="0"/>
              <a:t>プロジェクトを作成</a:t>
            </a:r>
            <a:endParaRPr lang="en-US" altLang="ja-JP" sz="2400" dirty="0"/>
          </a:p>
          <a:p>
            <a:r>
              <a:rPr lang="ja-JP" altLang="en-US" sz="2400" dirty="0"/>
              <a:t>３．</a:t>
            </a:r>
            <a:r>
              <a:rPr lang="en-US" altLang="ja-JP" sz="2400" dirty="0"/>
              <a:t>Unity</a:t>
            </a:r>
            <a:r>
              <a:rPr lang="ja-JP" altLang="en-US" sz="2400" dirty="0"/>
              <a:t>プロジェクトフォルダを右クリックしてコミット画面を表示する</a:t>
            </a:r>
            <a:endParaRPr lang="en-US" altLang="ja-JP" sz="2400" dirty="0"/>
          </a:p>
          <a:p>
            <a:r>
              <a:rPr lang="ja-JP" altLang="en-US" sz="2400" dirty="0"/>
              <a:t>４．画面下側に表示されたファイル群を全選択して</a:t>
            </a:r>
            <a:r>
              <a:rPr lang="en-US" altLang="ja-JP" sz="2400" dirty="0"/>
              <a:t>Git</a:t>
            </a:r>
            <a:r>
              <a:rPr lang="ja-JP" altLang="en-US" sz="2400" dirty="0"/>
              <a:t>に</a:t>
            </a:r>
            <a:r>
              <a:rPr lang="en-US" altLang="ja-JP" sz="2400" dirty="0"/>
              <a:t>Add</a:t>
            </a:r>
            <a:r>
              <a:rPr lang="ja-JP" altLang="en-US" sz="2400" dirty="0"/>
              <a:t>する</a:t>
            </a:r>
            <a:endParaRPr lang="en-US" altLang="ja-JP" sz="2400" dirty="0"/>
          </a:p>
          <a:p>
            <a:r>
              <a:rPr lang="ja-JP" altLang="en-US" sz="2400" dirty="0"/>
              <a:t>５．コミットして</a:t>
            </a:r>
            <a:r>
              <a:rPr lang="en-US" altLang="ja-JP" sz="2400" dirty="0"/>
              <a:t>Push</a:t>
            </a:r>
            <a:r>
              <a:rPr lang="ja-JP" altLang="en-US" sz="2400" dirty="0"/>
              <a:t>する</a:t>
            </a:r>
            <a:endParaRPr lang="en-US" altLang="ja-JP" sz="2400" dirty="0"/>
          </a:p>
          <a:p>
            <a:r>
              <a:rPr lang="en-US" altLang="ja-JP" sz="2400" b="1" dirty="0">
                <a:solidFill>
                  <a:srgbClr val="FF0000"/>
                </a:solidFill>
              </a:rPr>
              <a:t>※</a:t>
            </a:r>
            <a:r>
              <a:rPr lang="ja-JP" altLang="en-US" sz="2400" b="1" dirty="0">
                <a:solidFill>
                  <a:srgbClr val="FF0000"/>
                </a:solidFill>
              </a:rPr>
              <a:t>コミット画面から</a:t>
            </a:r>
            <a:r>
              <a:rPr lang="en-US" altLang="ja-JP" sz="2400" b="1" dirty="0">
                <a:solidFill>
                  <a:srgbClr val="FF0000"/>
                </a:solidFill>
              </a:rPr>
              <a:t>Add</a:t>
            </a:r>
            <a:r>
              <a:rPr lang="ja-JP" altLang="en-US" sz="2400" b="1" dirty="0">
                <a:solidFill>
                  <a:srgbClr val="FF0000"/>
                </a:solidFill>
              </a:rPr>
              <a:t>しないと除外対象のファイルまで</a:t>
            </a:r>
            <a:r>
              <a:rPr lang="en-US" altLang="ja-JP" sz="2400" b="1" dirty="0">
                <a:solidFill>
                  <a:srgbClr val="FF0000"/>
                </a:solidFill>
              </a:rPr>
              <a:t>Add</a:t>
            </a:r>
            <a:r>
              <a:rPr lang="ja-JP" altLang="en-US" sz="2400" b="1" dirty="0">
                <a:solidFill>
                  <a:srgbClr val="FF0000"/>
                </a:solidFill>
              </a:rPr>
              <a:t>します</a:t>
            </a:r>
            <a:endParaRPr lang="en-US" altLang="ja-JP" sz="2400" b="1" dirty="0">
              <a:solidFill>
                <a:srgbClr val="FF0000"/>
              </a:solidFill>
            </a:endParaRPr>
          </a:p>
          <a:p>
            <a:endParaRPr lang="en-US" altLang="ja-JP" sz="2400" b="1" dirty="0">
              <a:solidFill>
                <a:srgbClr val="FF0000"/>
              </a:solidFill>
            </a:endParaRPr>
          </a:p>
          <a:p>
            <a:r>
              <a:rPr lang="ja-JP" altLang="en-US" sz="2400" dirty="0"/>
              <a:t>他のメンバーは</a:t>
            </a:r>
            <a:r>
              <a:rPr lang="en-US" altLang="ja-JP" sz="2400" dirty="0"/>
              <a:t>Pull</a:t>
            </a:r>
            <a:r>
              <a:rPr lang="ja-JP" altLang="en-US" sz="2400" dirty="0"/>
              <a:t>してプロジェクトを追加しましょう。</a:t>
            </a:r>
            <a:endParaRPr lang="en-US" altLang="ja-JP" sz="2400" dirty="0"/>
          </a:p>
        </p:txBody>
      </p:sp>
    </p:spTree>
    <p:extLst>
      <p:ext uri="{BB962C8B-B14F-4D97-AF65-F5344CB8AC3E}">
        <p14:creationId xmlns:p14="http://schemas.microsoft.com/office/powerpoint/2010/main" val="191822705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100540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課題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8494633" cy="489364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dirty="0"/>
              <a:t>以下のタスクを分担して実装してください。</a:t>
            </a:r>
            <a:endParaRPr lang="en-US" altLang="ja-JP" sz="2400" dirty="0"/>
          </a:p>
          <a:p>
            <a:r>
              <a:rPr lang="ja-JP" altLang="en-US" sz="2400" dirty="0"/>
              <a:t>ただし</a:t>
            </a:r>
            <a:r>
              <a:rPr lang="ja-JP" altLang="en-US" sz="2400" b="1" dirty="0">
                <a:solidFill>
                  <a:srgbClr val="FF0000"/>
                </a:solidFill>
              </a:rPr>
              <a:t>タスク２とタスク３は別々の人で作業してください。</a:t>
            </a:r>
            <a:endParaRPr lang="en-US" altLang="ja-JP" sz="2400" b="1" dirty="0">
              <a:solidFill>
                <a:srgbClr val="FF0000"/>
              </a:solidFill>
            </a:endParaRPr>
          </a:p>
          <a:p>
            <a:endParaRPr lang="en-US" altLang="ja-JP" sz="2400" dirty="0"/>
          </a:p>
          <a:p>
            <a:r>
              <a:rPr lang="ja-JP" altLang="en-US" sz="2400" b="1" dirty="0">
                <a:solidFill>
                  <a:srgbClr val="00B050"/>
                </a:solidFill>
              </a:rPr>
              <a:t>タスク</a:t>
            </a:r>
            <a:r>
              <a:rPr lang="en-US" altLang="ja-JP" sz="2400" b="1" dirty="0">
                <a:solidFill>
                  <a:srgbClr val="00B050"/>
                </a:solidFill>
              </a:rPr>
              <a:t>1</a:t>
            </a:r>
            <a:r>
              <a:rPr lang="ja-JP" altLang="en-US" sz="2400" dirty="0"/>
              <a:t>：シーン作成</a:t>
            </a:r>
            <a:endParaRPr lang="en-US" altLang="ja-JP" sz="2400" dirty="0"/>
          </a:p>
          <a:p>
            <a:r>
              <a:rPr lang="ja-JP" altLang="en-US" sz="2400" dirty="0"/>
              <a:t>　・</a:t>
            </a:r>
            <a:r>
              <a:rPr lang="en-US" altLang="ja-JP" sz="2400" dirty="0"/>
              <a:t>Play</a:t>
            </a:r>
            <a:r>
              <a:rPr lang="ja-JP" altLang="en-US" sz="2400" dirty="0"/>
              <a:t>シーン作成</a:t>
            </a:r>
            <a:endParaRPr lang="en-US" altLang="ja-JP" sz="2400" dirty="0"/>
          </a:p>
          <a:p>
            <a:r>
              <a:rPr lang="ja-JP" altLang="en-US" sz="2400" dirty="0"/>
              <a:t>　・</a:t>
            </a:r>
            <a:r>
              <a:rPr lang="en-US" altLang="ja-JP" sz="2400" dirty="0"/>
              <a:t>Play</a:t>
            </a:r>
            <a:r>
              <a:rPr lang="ja-JP" altLang="en-US" sz="2400" dirty="0"/>
              <a:t>シーンを</a:t>
            </a:r>
            <a:r>
              <a:rPr lang="en-US" altLang="ja-JP" sz="2400" dirty="0"/>
              <a:t>Build Setting</a:t>
            </a:r>
            <a:r>
              <a:rPr lang="ja-JP" altLang="en-US" sz="2400" dirty="0"/>
              <a:t>に追加</a:t>
            </a:r>
            <a:endParaRPr lang="en-US" altLang="ja-JP" sz="2400" dirty="0"/>
          </a:p>
          <a:p>
            <a:r>
              <a:rPr lang="ja-JP" altLang="en-US" sz="2400" dirty="0"/>
              <a:t>　・</a:t>
            </a:r>
            <a:r>
              <a:rPr lang="en-US" altLang="ja-JP" sz="2400" dirty="0" err="1"/>
              <a:t>Plyaer</a:t>
            </a:r>
            <a:r>
              <a:rPr lang="ja-JP" altLang="en-US" sz="2400" dirty="0"/>
              <a:t>が歩く床をシーンに配置</a:t>
            </a:r>
            <a:endParaRPr lang="en-US" altLang="ja-JP" sz="2400" dirty="0"/>
          </a:p>
          <a:p>
            <a:endParaRPr lang="en-US" altLang="ja-JP" sz="2400" dirty="0"/>
          </a:p>
          <a:p>
            <a:r>
              <a:rPr lang="ja-JP" altLang="en-US" sz="2400" b="1" dirty="0">
                <a:solidFill>
                  <a:srgbClr val="00B050"/>
                </a:solidFill>
              </a:rPr>
              <a:t>タスク</a:t>
            </a:r>
            <a:r>
              <a:rPr lang="en-US" altLang="ja-JP" sz="2400" b="1" dirty="0">
                <a:solidFill>
                  <a:srgbClr val="00B050"/>
                </a:solidFill>
              </a:rPr>
              <a:t>2</a:t>
            </a:r>
            <a:r>
              <a:rPr lang="ja-JP" altLang="en-US" sz="2400" dirty="0"/>
              <a:t>：プレイヤー作成</a:t>
            </a:r>
            <a:endParaRPr lang="en-US" altLang="ja-JP" sz="2400" dirty="0"/>
          </a:p>
          <a:p>
            <a:r>
              <a:rPr lang="ja-JP" altLang="en-US" sz="2400" dirty="0"/>
              <a:t>　・プレイヤーの</a:t>
            </a:r>
            <a:r>
              <a:rPr lang="en-US" altLang="ja-JP" sz="2400" dirty="0"/>
              <a:t>Prefab</a:t>
            </a:r>
            <a:r>
              <a:rPr lang="ja-JP" altLang="en-US" sz="2400" dirty="0"/>
              <a:t>を作成</a:t>
            </a:r>
            <a:endParaRPr lang="en-US" altLang="ja-JP" sz="2400" dirty="0"/>
          </a:p>
          <a:p>
            <a:r>
              <a:rPr lang="ja-JP" altLang="en-US" sz="2400" dirty="0"/>
              <a:t>　・プレイヤーをシーンに配置</a:t>
            </a:r>
            <a:endParaRPr lang="en-US" altLang="ja-JP" sz="2400" dirty="0"/>
          </a:p>
          <a:p>
            <a:r>
              <a:rPr lang="ja-JP" altLang="en-US" sz="2400" dirty="0"/>
              <a:t>　・</a:t>
            </a:r>
            <a:r>
              <a:rPr lang="en-US" altLang="ja-JP" sz="2400" dirty="0" err="1"/>
              <a:t>Player.cs</a:t>
            </a:r>
            <a:r>
              <a:rPr lang="ja-JP" altLang="en-US" sz="2400" dirty="0"/>
              <a:t>追加</a:t>
            </a:r>
            <a:endParaRPr lang="en-US" altLang="ja-JP" sz="2400" dirty="0"/>
          </a:p>
          <a:p>
            <a:r>
              <a:rPr lang="ja-JP" altLang="en-US" sz="2400" dirty="0"/>
              <a:t>　・カーソルキーで移動、</a:t>
            </a:r>
            <a:r>
              <a:rPr lang="en-US" altLang="ja-JP" sz="2400" dirty="0"/>
              <a:t>Z</a:t>
            </a:r>
            <a:r>
              <a:rPr lang="ja-JP" altLang="en-US" sz="2400" dirty="0"/>
              <a:t>キーでジャンプする処理を作成</a:t>
            </a:r>
            <a:endParaRPr lang="en-US" altLang="ja-JP" sz="2400" dirty="0"/>
          </a:p>
        </p:txBody>
      </p:sp>
    </p:spTree>
    <p:extLst>
      <p:ext uri="{BB962C8B-B14F-4D97-AF65-F5344CB8AC3E}">
        <p14:creationId xmlns:p14="http://schemas.microsoft.com/office/powerpoint/2010/main" val="41002898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100540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課題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8494633" cy="378565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dirty="0"/>
              <a:t>以下のタスクを分担して実装してください。</a:t>
            </a:r>
            <a:endParaRPr lang="en-US" altLang="ja-JP" sz="2400" dirty="0"/>
          </a:p>
          <a:p>
            <a:r>
              <a:rPr lang="ja-JP" altLang="en-US" sz="2400" dirty="0"/>
              <a:t>ただし</a:t>
            </a:r>
            <a:r>
              <a:rPr lang="ja-JP" altLang="en-US" sz="2400" b="1" dirty="0">
                <a:solidFill>
                  <a:srgbClr val="FF0000"/>
                </a:solidFill>
              </a:rPr>
              <a:t>タスク２とタスク３は別々の人で作業してください。</a:t>
            </a:r>
            <a:endParaRPr lang="en-US" altLang="ja-JP" sz="2400" b="1" dirty="0">
              <a:solidFill>
                <a:srgbClr val="FF0000"/>
              </a:solidFill>
            </a:endParaRPr>
          </a:p>
          <a:p>
            <a:endParaRPr lang="en-US" altLang="ja-JP" sz="2400" dirty="0"/>
          </a:p>
          <a:p>
            <a:r>
              <a:rPr lang="ja-JP" altLang="en-US" sz="2400" b="1" dirty="0">
                <a:solidFill>
                  <a:srgbClr val="00B050"/>
                </a:solidFill>
              </a:rPr>
              <a:t>タスク</a:t>
            </a:r>
            <a:r>
              <a:rPr lang="en-US" altLang="ja-JP" sz="2400" b="1" dirty="0">
                <a:solidFill>
                  <a:srgbClr val="00B050"/>
                </a:solidFill>
              </a:rPr>
              <a:t>3</a:t>
            </a:r>
            <a:r>
              <a:rPr lang="ja-JP" altLang="en-US" sz="2400" dirty="0"/>
              <a:t>：バレット作成</a:t>
            </a:r>
            <a:endParaRPr lang="en-US" altLang="ja-JP" sz="2400" dirty="0"/>
          </a:p>
          <a:p>
            <a:r>
              <a:rPr lang="ja-JP" altLang="en-US" sz="2400" dirty="0"/>
              <a:t>　・バレットの</a:t>
            </a:r>
            <a:r>
              <a:rPr lang="en-US" altLang="ja-JP" sz="2400" dirty="0"/>
              <a:t>Prefab</a:t>
            </a:r>
            <a:r>
              <a:rPr lang="ja-JP" altLang="en-US" sz="2400" dirty="0"/>
              <a:t>を作成</a:t>
            </a:r>
            <a:endParaRPr lang="en-US" altLang="ja-JP" sz="2400" dirty="0"/>
          </a:p>
          <a:p>
            <a:r>
              <a:rPr lang="ja-JP" altLang="en-US" sz="2400" dirty="0"/>
              <a:t>　・</a:t>
            </a:r>
            <a:r>
              <a:rPr lang="en-US" altLang="ja-JP" sz="2400" dirty="0" err="1"/>
              <a:t>Bullet.cs</a:t>
            </a:r>
            <a:r>
              <a:rPr lang="ja-JP" altLang="en-US" sz="2400" dirty="0"/>
              <a:t>作成</a:t>
            </a:r>
            <a:endParaRPr lang="en-US" altLang="ja-JP" sz="2400" dirty="0"/>
          </a:p>
          <a:p>
            <a:r>
              <a:rPr lang="ja-JP" altLang="en-US" sz="2400" dirty="0"/>
              <a:t>　・バレットが前進する処理を作成</a:t>
            </a:r>
            <a:endParaRPr lang="en-US" altLang="ja-JP" sz="2400" dirty="0"/>
          </a:p>
          <a:p>
            <a:r>
              <a:rPr lang="ja-JP" altLang="en-US" sz="2400" dirty="0"/>
              <a:t>　・</a:t>
            </a:r>
            <a:r>
              <a:rPr lang="en-US" altLang="ja-JP" sz="2400" dirty="0"/>
              <a:t>X</a:t>
            </a:r>
            <a:r>
              <a:rPr lang="ja-JP" altLang="en-US" sz="2400" dirty="0"/>
              <a:t>キーでバレットを発射する処理を作成</a:t>
            </a:r>
            <a:endParaRPr lang="en-US" altLang="ja-JP" sz="2400" dirty="0"/>
          </a:p>
          <a:p>
            <a:endParaRPr lang="en-US" altLang="ja-JP" sz="2400" dirty="0"/>
          </a:p>
          <a:p>
            <a:r>
              <a:rPr lang="en-US" altLang="ja-JP" sz="2400" b="1" dirty="0">
                <a:solidFill>
                  <a:srgbClr val="FF0000"/>
                </a:solidFill>
              </a:rPr>
              <a:t>※</a:t>
            </a:r>
            <a:r>
              <a:rPr lang="ja-JP" altLang="en-US" sz="2400" b="1" dirty="0">
                <a:solidFill>
                  <a:srgbClr val="FF0000"/>
                </a:solidFill>
              </a:rPr>
              <a:t>スライドに書いていない作業は誰が担当しても良いです。</a:t>
            </a:r>
            <a:endParaRPr lang="en-US" altLang="ja-JP" sz="24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3980398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100540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課題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6955750" cy="452431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dirty="0"/>
              <a:t>以下は余裕のあるチームは取り組んでください。</a:t>
            </a:r>
            <a:endParaRPr lang="en-US" altLang="ja-JP" sz="2400" dirty="0"/>
          </a:p>
          <a:p>
            <a:endParaRPr lang="en-US" altLang="ja-JP" sz="2400" b="1" dirty="0">
              <a:solidFill>
                <a:srgbClr val="FF0000"/>
              </a:solidFill>
            </a:endParaRPr>
          </a:p>
          <a:p>
            <a:r>
              <a:rPr lang="en-US" altLang="ja-JP" sz="2400" b="1" dirty="0">
                <a:solidFill>
                  <a:srgbClr val="00B050"/>
                </a:solidFill>
              </a:rPr>
              <a:t>EX</a:t>
            </a:r>
            <a:r>
              <a:rPr lang="ja-JP" altLang="en-US" sz="2400" b="1" dirty="0">
                <a:solidFill>
                  <a:srgbClr val="00B050"/>
                </a:solidFill>
              </a:rPr>
              <a:t>タスク</a:t>
            </a:r>
            <a:r>
              <a:rPr lang="en-US" altLang="ja-JP" sz="2400" b="1" dirty="0">
                <a:solidFill>
                  <a:srgbClr val="00B050"/>
                </a:solidFill>
              </a:rPr>
              <a:t>1</a:t>
            </a:r>
            <a:r>
              <a:rPr lang="ja-JP" altLang="en-US" sz="2400" dirty="0"/>
              <a:t>：エネミー作成</a:t>
            </a:r>
            <a:endParaRPr lang="en-US" altLang="ja-JP" sz="2400" dirty="0"/>
          </a:p>
          <a:p>
            <a:r>
              <a:rPr lang="ja-JP" altLang="en-US" sz="2400" dirty="0"/>
              <a:t>　・エネミーの</a:t>
            </a:r>
            <a:r>
              <a:rPr lang="en-US" altLang="ja-JP" sz="2400" dirty="0"/>
              <a:t>Prefab</a:t>
            </a:r>
            <a:r>
              <a:rPr lang="ja-JP" altLang="en-US" sz="2400" dirty="0"/>
              <a:t>を作成</a:t>
            </a:r>
            <a:endParaRPr lang="en-US" altLang="ja-JP" sz="2400" dirty="0"/>
          </a:p>
          <a:p>
            <a:r>
              <a:rPr lang="ja-JP" altLang="en-US" sz="2400" dirty="0"/>
              <a:t>　・</a:t>
            </a:r>
            <a:r>
              <a:rPr lang="en-US" altLang="ja-JP" sz="2400" dirty="0" err="1"/>
              <a:t>Enemy.cs</a:t>
            </a:r>
            <a:r>
              <a:rPr lang="ja-JP" altLang="en-US" sz="2400" dirty="0"/>
              <a:t>を作成</a:t>
            </a:r>
            <a:endParaRPr lang="en-US" altLang="ja-JP" sz="2400" dirty="0"/>
          </a:p>
          <a:p>
            <a:r>
              <a:rPr lang="ja-JP" altLang="en-US" sz="2400" dirty="0"/>
              <a:t>　・エネミーの処理を適当に作成</a:t>
            </a:r>
            <a:endParaRPr lang="en-US" altLang="ja-JP" sz="2400" dirty="0"/>
          </a:p>
          <a:p>
            <a:r>
              <a:rPr lang="ja-JP" altLang="en-US" sz="2400" dirty="0"/>
              <a:t>　・エネミーをシーンに配置</a:t>
            </a:r>
            <a:endParaRPr lang="en-US" altLang="ja-JP" sz="2400" dirty="0"/>
          </a:p>
          <a:p>
            <a:endParaRPr lang="en-US" altLang="ja-JP" sz="2400" dirty="0"/>
          </a:p>
          <a:p>
            <a:r>
              <a:rPr lang="en-US" altLang="ja-JP" sz="2400" b="1" dirty="0">
                <a:solidFill>
                  <a:srgbClr val="00B050"/>
                </a:solidFill>
              </a:rPr>
              <a:t>EX</a:t>
            </a:r>
            <a:r>
              <a:rPr lang="ja-JP" altLang="en-US" sz="2400" b="1" dirty="0">
                <a:solidFill>
                  <a:srgbClr val="00B050"/>
                </a:solidFill>
              </a:rPr>
              <a:t>タスク</a:t>
            </a:r>
            <a:r>
              <a:rPr lang="en-US" altLang="ja-JP" sz="2400" b="1" dirty="0">
                <a:solidFill>
                  <a:srgbClr val="00B050"/>
                </a:solidFill>
              </a:rPr>
              <a:t>2</a:t>
            </a:r>
            <a:r>
              <a:rPr lang="ja-JP" altLang="en-US" sz="2400" dirty="0"/>
              <a:t>：スコアの実装</a:t>
            </a:r>
            <a:endParaRPr lang="en-US" altLang="ja-JP" sz="2400" dirty="0"/>
          </a:p>
          <a:p>
            <a:r>
              <a:rPr lang="ja-JP" altLang="en-US" sz="2400" dirty="0"/>
              <a:t>　・エネミーを射撃して倒せるようにする</a:t>
            </a:r>
            <a:endParaRPr lang="en-US" altLang="ja-JP" sz="2400" dirty="0"/>
          </a:p>
          <a:p>
            <a:r>
              <a:rPr lang="ja-JP" altLang="en-US" sz="2400" dirty="0"/>
              <a:t>　・エネミーを倒すとスコアが加算される</a:t>
            </a:r>
            <a:endParaRPr lang="en-US" altLang="ja-JP" sz="2400" dirty="0"/>
          </a:p>
          <a:p>
            <a:r>
              <a:rPr lang="ja-JP" altLang="en-US" sz="2400" dirty="0"/>
              <a:t>　・スコアを画面に表示する</a:t>
            </a:r>
            <a:endParaRPr lang="en-US" altLang="ja-JP" sz="2400" dirty="0"/>
          </a:p>
        </p:txBody>
      </p:sp>
    </p:spTree>
    <p:extLst>
      <p:ext uri="{BB962C8B-B14F-4D97-AF65-F5344CB8AC3E}">
        <p14:creationId xmlns:p14="http://schemas.microsoft.com/office/powerpoint/2010/main" val="138123575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276389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課題 注意事項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8723863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dirty="0"/>
              <a:t>課題は実行ファイルと、</a:t>
            </a:r>
            <a:r>
              <a:rPr lang="en-US" altLang="ja-JP" sz="2400" dirty="0"/>
              <a:t>Bitbucket</a:t>
            </a:r>
            <a:r>
              <a:rPr lang="ja-JP" altLang="en-US" sz="2400" dirty="0"/>
              <a:t>で確認します。</a:t>
            </a:r>
            <a:endParaRPr lang="en-US" altLang="ja-JP" sz="2400" dirty="0"/>
          </a:p>
          <a:p>
            <a:r>
              <a:rPr lang="ja-JP" altLang="en-US" sz="2400" b="1" dirty="0">
                <a:solidFill>
                  <a:srgbClr val="FF0000"/>
                </a:solidFill>
              </a:rPr>
              <a:t>作業した分は必ず</a:t>
            </a:r>
            <a:r>
              <a:rPr lang="en-US" altLang="ja-JP" sz="2400" b="1" dirty="0">
                <a:solidFill>
                  <a:srgbClr val="FF0000"/>
                </a:solidFill>
              </a:rPr>
              <a:t>Push</a:t>
            </a:r>
            <a:r>
              <a:rPr lang="ja-JP" altLang="en-US" sz="2400" dirty="0"/>
              <a:t>しましょう。</a:t>
            </a:r>
            <a:endParaRPr lang="en-US" altLang="ja-JP" sz="2400" dirty="0"/>
          </a:p>
          <a:p>
            <a:endParaRPr lang="en-US" altLang="ja-JP" sz="2400" dirty="0"/>
          </a:p>
          <a:p>
            <a:r>
              <a:rPr lang="en-US" altLang="ja-JP" sz="2400" dirty="0"/>
              <a:t>※Push</a:t>
            </a:r>
            <a:r>
              <a:rPr lang="ja-JP" altLang="en-US" sz="2400" dirty="0"/>
              <a:t>を忘れると</a:t>
            </a:r>
            <a:r>
              <a:rPr lang="en-US" altLang="ja-JP" sz="2400" dirty="0"/>
              <a:t>Bitbucket</a:t>
            </a:r>
            <a:r>
              <a:rPr lang="ja-JP" altLang="en-US" sz="2400" dirty="0"/>
              <a:t>に反映されず、評価できません。</a:t>
            </a:r>
            <a:endParaRPr lang="en-US" altLang="ja-JP" sz="2400" dirty="0"/>
          </a:p>
        </p:txBody>
      </p:sp>
    </p:spTree>
    <p:extLst>
      <p:ext uri="{BB962C8B-B14F-4D97-AF65-F5344CB8AC3E}">
        <p14:creationId xmlns:p14="http://schemas.microsoft.com/office/powerpoint/2010/main" val="261790452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688</TotalTime>
  <Words>412</Words>
  <Application>Microsoft Office PowerPoint</Application>
  <PresentationFormat>ワイド画面</PresentationFormat>
  <Paragraphs>56</Paragraphs>
  <Slides>5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5</vt:i4>
      </vt:variant>
    </vt:vector>
  </HeadingPairs>
  <TitlesOfParts>
    <vt:vector size="9" baseType="lpstr">
      <vt:lpstr>游ゴシック</vt:lpstr>
      <vt:lpstr>游ゴシック Light</vt:lpstr>
      <vt:lpstr>Arial</vt:lpstr>
      <vt:lpstr>Office テーマ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creator>北九州校　ゲーム</dc:creator>
  <cp:lastModifiedBy>荒木 優介</cp:lastModifiedBy>
  <cp:revision>66</cp:revision>
  <dcterms:created xsi:type="dcterms:W3CDTF">2024-08-27T02:15:54Z</dcterms:created>
  <dcterms:modified xsi:type="dcterms:W3CDTF">2025-01-27T07:27:31Z</dcterms:modified>
</cp:coreProperties>
</file>