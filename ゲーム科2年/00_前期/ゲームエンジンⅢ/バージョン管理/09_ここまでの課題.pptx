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課題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146000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分担してシューティングゲームの</a:t>
            </a:r>
            <a:r>
              <a:rPr lang="en-US" altLang="ja-JP" sz="2400" dirty="0"/>
              <a:t>Player</a:t>
            </a:r>
            <a:r>
              <a:rPr lang="ja-JP" altLang="en-US" sz="2400" dirty="0"/>
              <a:t>を作成します。</a:t>
            </a:r>
            <a:endParaRPr lang="en-US" altLang="ja-JP" sz="2400" dirty="0"/>
          </a:p>
          <a:p>
            <a:r>
              <a:rPr lang="ja-JP" altLang="en-US" sz="2400" dirty="0"/>
              <a:t>まずはリーダーが以下の手順で</a:t>
            </a:r>
            <a:r>
              <a:rPr lang="en-US" altLang="ja-JP" sz="2400" dirty="0"/>
              <a:t>Unity</a:t>
            </a:r>
            <a:r>
              <a:rPr lang="ja-JP" altLang="en-US" sz="2400" dirty="0"/>
              <a:t>プロジェクトを</a:t>
            </a:r>
            <a:r>
              <a:rPr lang="en-US" altLang="ja-JP" sz="2400" dirty="0"/>
              <a:t>Push</a:t>
            </a:r>
            <a:r>
              <a:rPr lang="ja-JP" altLang="en-US" sz="2400" dirty="0"/>
              <a:t>しましょう。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■手順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１．大元のフォルダの中に「</a:t>
            </a:r>
            <a:r>
              <a:rPr lang="en-US" altLang="ja-JP" sz="2400" dirty="0"/>
              <a:t>09_</a:t>
            </a:r>
            <a:r>
              <a:rPr lang="ja-JP" altLang="en-US" sz="2400" dirty="0"/>
              <a:t>ここまでの課題」という名前のフォルダを作成</a:t>
            </a:r>
            <a:endParaRPr lang="en-US" altLang="ja-JP" sz="2400" dirty="0"/>
          </a:p>
          <a:p>
            <a:r>
              <a:rPr lang="ja-JP" altLang="en-US" sz="2400" dirty="0"/>
              <a:t>２．１で作ったフォルダの中に</a:t>
            </a:r>
            <a:r>
              <a:rPr lang="en-US" altLang="ja-JP" sz="2400" dirty="0"/>
              <a:t>Unity</a:t>
            </a:r>
            <a:r>
              <a:rPr lang="ja-JP" altLang="en-US" sz="2400" dirty="0"/>
              <a:t>の</a:t>
            </a:r>
            <a:r>
              <a:rPr lang="en-US" altLang="ja-JP" sz="2400" dirty="0"/>
              <a:t>3D</a:t>
            </a:r>
            <a:r>
              <a:rPr lang="ja-JP" altLang="en-US" sz="2400" dirty="0"/>
              <a:t>プロジェクトを作成</a:t>
            </a:r>
            <a:endParaRPr lang="en-US" altLang="ja-JP" sz="2400" dirty="0"/>
          </a:p>
          <a:p>
            <a:r>
              <a:rPr lang="ja-JP" altLang="en-US" sz="2400" dirty="0"/>
              <a:t>３．</a:t>
            </a:r>
            <a:r>
              <a:rPr lang="en-US" altLang="ja-JP" sz="2400" dirty="0"/>
              <a:t>Unity</a:t>
            </a:r>
            <a:r>
              <a:rPr lang="ja-JP" altLang="en-US" sz="2400" dirty="0"/>
              <a:t>プロジェクトフォルダを右クリックしてコミット画面を表示する</a:t>
            </a:r>
            <a:endParaRPr lang="en-US" altLang="ja-JP" sz="2400" dirty="0"/>
          </a:p>
          <a:p>
            <a:r>
              <a:rPr lang="ja-JP" altLang="en-US" sz="2400" dirty="0"/>
              <a:t>４．画面下側に表示されたファイル群を全選択して</a:t>
            </a:r>
            <a:r>
              <a:rPr lang="en-US" altLang="ja-JP" sz="2400" dirty="0"/>
              <a:t>Git</a:t>
            </a:r>
            <a:r>
              <a:rPr lang="ja-JP" altLang="en-US" sz="2400" dirty="0"/>
              <a:t>に</a:t>
            </a:r>
            <a:r>
              <a:rPr lang="en-US" altLang="ja-JP" sz="2400" dirty="0"/>
              <a:t>Add</a:t>
            </a:r>
            <a:r>
              <a:rPr lang="ja-JP" altLang="en-US" sz="2400" dirty="0"/>
              <a:t>する</a:t>
            </a:r>
            <a:endParaRPr lang="en-US" altLang="ja-JP" sz="2400" dirty="0"/>
          </a:p>
          <a:p>
            <a:r>
              <a:rPr lang="ja-JP" altLang="en-US" sz="2400" dirty="0"/>
              <a:t>５．コミットして</a:t>
            </a:r>
            <a:r>
              <a:rPr lang="en-US" altLang="ja-JP" sz="2400" dirty="0"/>
              <a:t>Push</a:t>
            </a:r>
            <a:r>
              <a:rPr lang="ja-JP" altLang="en-US" sz="2400" dirty="0"/>
              <a:t>する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コミット画面から</a:t>
            </a:r>
            <a:r>
              <a:rPr lang="en-US" altLang="ja-JP" sz="2400" b="1" dirty="0">
                <a:solidFill>
                  <a:srgbClr val="FF0000"/>
                </a:solidFill>
              </a:rPr>
              <a:t>Add</a:t>
            </a:r>
            <a:r>
              <a:rPr lang="ja-JP" altLang="en-US" sz="2400" b="1" dirty="0">
                <a:solidFill>
                  <a:srgbClr val="FF0000"/>
                </a:solidFill>
              </a:rPr>
              <a:t>しないと</a:t>
            </a:r>
            <a:r>
              <a:rPr lang="en-US" altLang="ja-JP" sz="2400" b="1" dirty="0">
                <a:solidFill>
                  <a:srgbClr val="FF0000"/>
                </a:solidFill>
              </a:rPr>
              <a:t>.</a:t>
            </a:r>
            <a:r>
              <a:rPr lang="en-US" altLang="ja-JP" sz="2400" b="1" dirty="0" err="1">
                <a:solidFill>
                  <a:srgbClr val="FF0000"/>
                </a:solidFill>
              </a:rPr>
              <a:t>gitignore</a:t>
            </a:r>
            <a:r>
              <a:rPr lang="ja-JP" altLang="en-US" sz="2400" b="1" dirty="0">
                <a:solidFill>
                  <a:srgbClr val="FF0000"/>
                </a:solidFill>
              </a:rPr>
              <a:t>対象のファイルまで</a:t>
            </a:r>
            <a:r>
              <a:rPr lang="en-US" altLang="ja-JP" sz="2400" b="1" dirty="0">
                <a:solidFill>
                  <a:srgbClr val="FF0000"/>
                </a:solidFill>
              </a:rPr>
              <a:t>Add</a:t>
            </a:r>
            <a:r>
              <a:rPr lang="ja-JP" altLang="en-US" sz="2400" b="1" dirty="0">
                <a:solidFill>
                  <a:srgbClr val="FF0000"/>
                </a:solidFill>
              </a:rPr>
              <a:t>します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他のメンバーは</a:t>
            </a:r>
            <a:r>
              <a:rPr lang="en-US" altLang="ja-JP" sz="2400" dirty="0"/>
              <a:t>Pull</a:t>
            </a:r>
            <a:r>
              <a:rPr lang="ja-JP" altLang="en-US" sz="2400" dirty="0"/>
              <a:t>してプロジェクトを追加しましょう。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9182270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課題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以下のタスクを分担して実装してください。</a:t>
            </a:r>
            <a:endParaRPr lang="en-US" altLang="ja-JP" sz="2400" dirty="0"/>
          </a:p>
          <a:p>
            <a:r>
              <a:rPr lang="ja-JP" altLang="en-US" sz="2400" dirty="0"/>
              <a:t>ただし</a:t>
            </a:r>
            <a:r>
              <a:rPr lang="ja-JP" altLang="en-US" sz="2400" b="1" dirty="0">
                <a:solidFill>
                  <a:srgbClr val="FF0000"/>
                </a:solidFill>
              </a:rPr>
              <a:t>タスク２とタスク３は別々の人で作業してください。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lang="ja-JP" altLang="en-US" sz="2400" dirty="0"/>
              <a:t>タスク</a:t>
            </a:r>
            <a:r>
              <a:rPr lang="en-US" altLang="ja-JP" sz="2400" dirty="0"/>
              <a:t>1</a:t>
            </a:r>
            <a:r>
              <a:rPr lang="ja-JP" altLang="en-US" sz="2400" dirty="0"/>
              <a:t>：シーン作成</a:t>
            </a:r>
            <a:endParaRPr lang="en-US" altLang="ja-JP" sz="2400" dirty="0"/>
          </a:p>
          <a:p>
            <a:r>
              <a:rPr lang="ja-JP" altLang="en-US" sz="2400" dirty="0"/>
              <a:t>　・</a:t>
            </a:r>
            <a:r>
              <a:rPr lang="en-US" altLang="ja-JP" sz="2400" dirty="0"/>
              <a:t>Play</a:t>
            </a:r>
            <a:r>
              <a:rPr lang="ja-JP" altLang="en-US" sz="2400" dirty="0"/>
              <a:t>シーン作成</a:t>
            </a:r>
            <a:endParaRPr lang="en-US" altLang="ja-JP" sz="2400" dirty="0"/>
          </a:p>
          <a:p>
            <a:r>
              <a:rPr lang="ja-JP" altLang="en-US" sz="2400" dirty="0"/>
              <a:t>　・</a:t>
            </a:r>
            <a:r>
              <a:rPr lang="en-US" altLang="ja-JP" sz="2400" dirty="0"/>
              <a:t>Play</a:t>
            </a:r>
            <a:r>
              <a:rPr lang="ja-JP" altLang="en-US" sz="2400" dirty="0"/>
              <a:t>シーンを</a:t>
            </a:r>
            <a:r>
              <a:rPr lang="en-US" altLang="ja-JP" sz="2400" dirty="0"/>
              <a:t>Build Setting</a:t>
            </a:r>
            <a:r>
              <a:rPr lang="ja-JP" altLang="en-US" sz="2400" dirty="0"/>
              <a:t>に追加</a:t>
            </a:r>
            <a:endParaRPr lang="en-US" altLang="ja-JP" sz="2400" dirty="0"/>
          </a:p>
          <a:p>
            <a:r>
              <a:rPr lang="ja-JP" altLang="en-US" sz="2400" dirty="0"/>
              <a:t>　・</a:t>
            </a:r>
            <a:r>
              <a:rPr lang="en-US" altLang="ja-JP" sz="2400" dirty="0" err="1"/>
              <a:t>Plyaer</a:t>
            </a:r>
            <a:r>
              <a:rPr lang="ja-JP" altLang="en-US" sz="2400" dirty="0"/>
              <a:t>が歩く床をシーンに配置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タスク</a:t>
            </a:r>
            <a:r>
              <a:rPr lang="en-US" altLang="ja-JP" sz="2400" dirty="0"/>
              <a:t>2</a:t>
            </a:r>
            <a:r>
              <a:rPr lang="ja-JP" altLang="en-US" sz="2400" dirty="0"/>
              <a:t>：プレイヤー作成</a:t>
            </a:r>
            <a:endParaRPr lang="en-US" altLang="ja-JP" sz="2400" dirty="0"/>
          </a:p>
          <a:p>
            <a:r>
              <a:rPr lang="ja-JP" altLang="en-US" sz="2400" dirty="0"/>
              <a:t>　・プレイヤーの</a:t>
            </a:r>
            <a:r>
              <a:rPr lang="en-US" altLang="ja-JP" sz="2400" dirty="0"/>
              <a:t>Prefab</a:t>
            </a:r>
            <a:r>
              <a:rPr lang="ja-JP" altLang="en-US" sz="2400" dirty="0"/>
              <a:t>を作成</a:t>
            </a:r>
            <a:endParaRPr lang="en-US" altLang="ja-JP" sz="2400" dirty="0"/>
          </a:p>
          <a:p>
            <a:r>
              <a:rPr lang="ja-JP" altLang="en-US" sz="2400" dirty="0"/>
              <a:t>　・プレイヤーをシーンに配置</a:t>
            </a:r>
            <a:endParaRPr lang="en-US" altLang="ja-JP" sz="2400" dirty="0"/>
          </a:p>
          <a:p>
            <a:r>
              <a:rPr lang="ja-JP" altLang="en-US" sz="2400" dirty="0"/>
              <a:t>　・</a:t>
            </a:r>
            <a:r>
              <a:rPr lang="en-US" altLang="ja-JP" sz="2400" dirty="0" err="1"/>
              <a:t>Player.cs</a:t>
            </a:r>
            <a:r>
              <a:rPr lang="ja-JP" altLang="en-US" sz="2400" dirty="0"/>
              <a:t>追加</a:t>
            </a:r>
            <a:endParaRPr lang="en-US" altLang="ja-JP" sz="2400" dirty="0"/>
          </a:p>
          <a:p>
            <a:r>
              <a:rPr lang="ja-JP" altLang="en-US" sz="2400" dirty="0"/>
              <a:t>　・カーソルキーで移動、</a:t>
            </a:r>
            <a:r>
              <a:rPr lang="en-US" altLang="ja-JP" sz="2400" dirty="0"/>
              <a:t>Z</a:t>
            </a:r>
            <a:r>
              <a:rPr lang="ja-JP" altLang="en-US" sz="2400" dirty="0"/>
              <a:t>キーでジャンプする処理を作成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課題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以下のタスクを分担して実装してください。</a:t>
            </a:r>
            <a:endParaRPr lang="en-US" altLang="ja-JP" sz="2400" dirty="0"/>
          </a:p>
          <a:p>
            <a:r>
              <a:rPr lang="ja-JP" altLang="en-US" sz="2400" dirty="0"/>
              <a:t>ただし</a:t>
            </a:r>
            <a:r>
              <a:rPr lang="ja-JP" altLang="en-US" sz="2400" b="1" dirty="0">
                <a:solidFill>
                  <a:srgbClr val="FF0000"/>
                </a:solidFill>
              </a:rPr>
              <a:t>タスク２とタスク３は別々の人で作業してください。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lang="ja-JP" altLang="en-US" sz="2400" dirty="0"/>
              <a:t>タスク</a:t>
            </a:r>
            <a:r>
              <a:rPr lang="en-US" altLang="ja-JP" sz="2400" dirty="0"/>
              <a:t>3</a:t>
            </a:r>
            <a:r>
              <a:rPr lang="ja-JP" altLang="en-US" sz="2400" dirty="0"/>
              <a:t>：バレット作成</a:t>
            </a:r>
            <a:endParaRPr lang="en-US" altLang="ja-JP" sz="2400" dirty="0"/>
          </a:p>
          <a:p>
            <a:r>
              <a:rPr lang="ja-JP" altLang="en-US" sz="2400" dirty="0"/>
              <a:t>　・バレットの</a:t>
            </a:r>
            <a:r>
              <a:rPr lang="en-US" altLang="ja-JP" sz="2400" dirty="0"/>
              <a:t>Prefab</a:t>
            </a:r>
            <a:r>
              <a:rPr lang="ja-JP" altLang="en-US" sz="2400" dirty="0"/>
              <a:t>を作成</a:t>
            </a:r>
            <a:endParaRPr lang="en-US" altLang="ja-JP" sz="2400" dirty="0"/>
          </a:p>
          <a:p>
            <a:r>
              <a:rPr lang="ja-JP" altLang="en-US" sz="2400" dirty="0"/>
              <a:t>　・</a:t>
            </a:r>
            <a:r>
              <a:rPr lang="en-US" altLang="ja-JP" sz="2400" dirty="0" err="1"/>
              <a:t>Bullet.cs</a:t>
            </a:r>
            <a:r>
              <a:rPr lang="ja-JP" altLang="en-US" sz="2400" dirty="0"/>
              <a:t>作成</a:t>
            </a:r>
            <a:endParaRPr lang="en-US" altLang="ja-JP" sz="2400" dirty="0"/>
          </a:p>
          <a:p>
            <a:r>
              <a:rPr lang="ja-JP" altLang="en-US" sz="2400" dirty="0"/>
              <a:t>　・バレットが前進する処理を作成</a:t>
            </a:r>
            <a:endParaRPr lang="en-US" altLang="ja-JP" sz="2400" dirty="0"/>
          </a:p>
          <a:p>
            <a:r>
              <a:rPr lang="ja-JP" altLang="en-US" sz="2400" dirty="0"/>
              <a:t>　・</a:t>
            </a:r>
            <a:r>
              <a:rPr lang="en-US" altLang="ja-JP" sz="2400" dirty="0"/>
              <a:t>X</a:t>
            </a:r>
            <a:r>
              <a:rPr lang="ja-JP" altLang="en-US" sz="2400" dirty="0"/>
              <a:t>キーでバレットを発射する処理を作成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スライドに書いていない作業は誰が担当しても良いです。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9803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課題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以下は余裕のあるチームは取り組んでください。</a:t>
            </a:r>
            <a:endParaRPr lang="en-US" altLang="ja-JP" sz="2400" dirty="0"/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dirty="0"/>
              <a:t>EX</a:t>
            </a:r>
            <a:r>
              <a:rPr lang="ja-JP" altLang="en-US" sz="2400" dirty="0"/>
              <a:t>タスク</a:t>
            </a:r>
            <a:r>
              <a:rPr lang="en-US" altLang="ja-JP" sz="2400" dirty="0"/>
              <a:t>1</a:t>
            </a:r>
            <a:r>
              <a:rPr lang="ja-JP" altLang="en-US" sz="2400" dirty="0"/>
              <a:t>：エネミー作成</a:t>
            </a:r>
            <a:endParaRPr lang="en-US" altLang="ja-JP" sz="2400" dirty="0"/>
          </a:p>
          <a:p>
            <a:r>
              <a:rPr lang="ja-JP" altLang="en-US" sz="2400" dirty="0"/>
              <a:t>　・エネミーの</a:t>
            </a:r>
            <a:r>
              <a:rPr lang="en-US" altLang="ja-JP" sz="2400" dirty="0"/>
              <a:t>Prefab</a:t>
            </a:r>
            <a:r>
              <a:rPr lang="ja-JP" altLang="en-US" sz="2400" dirty="0"/>
              <a:t>を作成</a:t>
            </a:r>
            <a:endParaRPr lang="en-US" altLang="ja-JP" sz="2400" dirty="0"/>
          </a:p>
          <a:p>
            <a:r>
              <a:rPr lang="ja-JP" altLang="en-US" sz="2400" dirty="0"/>
              <a:t>　・</a:t>
            </a:r>
            <a:r>
              <a:rPr lang="en-US" altLang="ja-JP" sz="2400" dirty="0" err="1"/>
              <a:t>Enemy.cs</a:t>
            </a:r>
            <a:r>
              <a:rPr lang="ja-JP" altLang="en-US" sz="2400" dirty="0"/>
              <a:t>を作成</a:t>
            </a:r>
            <a:endParaRPr lang="en-US" altLang="ja-JP" sz="2400" dirty="0"/>
          </a:p>
          <a:p>
            <a:r>
              <a:rPr lang="ja-JP" altLang="en-US" sz="2400" dirty="0"/>
              <a:t>　・エネミーの処理を適当に作成</a:t>
            </a:r>
            <a:endParaRPr lang="en-US" altLang="ja-JP" sz="2400" dirty="0"/>
          </a:p>
          <a:p>
            <a:r>
              <a:rPr lang="ja-JP" altLang="en-US" sz="2400" dirty="0"/>
              <a:t>　・エネミーをシーンに配置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EX</a:t>
            </a:r>
            <a:r>
              <a:rPr lang="ja-JP" altLang="en-US" sz="2400" dirty="0"/>
              <a:t>タスク</a:t>
            </a:r>
            <a:r>
              <a:rPr lang="en-US" altLang="ja-JP" sz="2400" dirty="0"/>
              <a:t>2</a:t>
            </a:r>
            <a:r>
              <a:rPr lang="ja-JP" altLang="en-US" sz="2400" dirty="0"/>
              <a:t>：スコアの実装</a:t>
            </a:r>
            <a:endParaRPr lang="en-US" altLang="ja-JP" sz="2400" dirty="0"/>
          </a:p>
          <a:p>
            <a:r>
              <a:rPr lang="ja-JP" altLang="en-US" sz="2400" dirty="0"/>
              <a:t>　・エネミーを射撃して倒せるようにする</a:t>
            </a:r>
            <a:endParaRPr lang="en-US" altLang="ja-JP" sz="2400" dirty="0"/>
          </a:p>
          <a:p>
            <a:r>
              <a:rPr lang="ja-JP" altLang="en-US" sz="2400" dirty="0"/>
              <a:t>　・エネミーを倒すとスコアが加算される</a:t>
            </a:r>
            <a:endParaRPr lang="en-US" altLang="ja-JP" sz="2400" dirty="0"/>
          </a:p>
          <a:p>
            <a:r>
              <a:rPr lang="ja-JP" altLang="en-US" sz="2400" dirty="0"/>
              <a:t>　・スコアを画面に表示する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3812357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課題 注意事項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72386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課題は実行ファイルと、</a:t>
            </a:r>
            <a:r>
              <a:rPr lang="en-US" altLang="ja-JP" sz="2400" dirty="0"/>
              <a:t>Bitbucket</a:t>
            </a:r>
            <a:r>
              <a:rPr lang="ja-JP" altLang="en-US" sz="2400" dirty="0"/>
              <a:t>で確認します。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作業した分は必ず</a:t>
            </a:r>
            <a:r>
              <a:rPr lang="en-US" altLang="ja-JP" sz="2400" b="1" dirty="0">
                <a:solidFill>
                  <a:srgbClr val="FF0000"/>
                </a:solidFill>
              </a:rPr>
              <a:t>Push</a:t>
            </a:r>
            <a:r>
              <a:rPr lang="ja-JP" altLang="en-US" sz="2400" dirty="0"/>
              <a:t>しましょう。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※Push</a:t>
            </a:r>
            <a:r>
              <a:rPr lang="ja-JP" altLang="en-US" sz="2400" dirty="0"/>
              <a:t>を忘れると</a:t>
            </a:r>
            <a:r>
              <a:rPr lang="en-US" altLang="ja-JP" sz="2400" dirty="0"/>
              <a:t>Bitbucket</a:t>
            </a:r>
            <a:r>
              <a:rPr lang="ja-JP" altLang="en-US" sz="2400" dirty="0"/>
              <a:t>に反映されず、評価できません。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617904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685</TotalTime>
  <Words>413</Words>
  <Application>Microsoft Office PowerPoint</Application>
  <PresentationFormat>ワイド画面</PresentationFormat>
  <Paragraphs>56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64</cp:revision>
  <dcterms:created xsi:type="dcterms:W3CDTF">2024-08-27T02:15:54Z</dcterms:created>
  <dcterms:modified xsi:type="dcterms:W3CDTF">2025-01-16T05:18:01Z</dcterms:modified>
</cp:coreProperties>
</file>