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簡単なメモ帳でファイル編集の練習をします。</a:t>
            </a:r>
            <a:endParaRPr lang="en-US" altLang="ja-JP" sz="2400" dirty="0"/>
          </a:p>
          <a:p>
            <a:r>
              <a:rPr lang="ja-JP" altLang="en-US" sz="2400" dirty="0"/>
              <a:t>チーム内で１人選び、選ばれた方は練習用のテキストを開きましょう。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EA32CDB-FDD2-4EC1-B170-6D793C19B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1754317" cy="33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以下の手順で作業しましょう。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１．</a:t>
            </a:r>
            <a:r>
              <a:rPr lang="en-US" altLang="ja-JP" sz="2400" dirty="0"/>
              <a:t>HP</a:t>
            </a:r>
            <a:r>
              <a:rPr lang="ja-JP" altLang="en-US" sz="2400" dirty="0"/>
              <a:t>を</a:t>
            </a:r>
            <a:r>
              <a:rPr lang="en-US" altLang="ja-JP" sz="2400" dirty="0"/>
              <a:t>200</a:t>
            </a:r>
            <a:r>
              <a:rPr lang="ja-JP" altLang="en-US" sz="2400" dirty="0"/>
              <a:t>に書き換えて保存</a:t>
            </a:r>
            <a:endParaRPr lang="en-US" altLang="ja-JP" sz="2400" dirty="0"/>
          </a:p>
          <a:p>
            <a:r>
              <a:rPr lang="ja-JP" altLang="en-US" sz="2400" dirty="0"/>
              <a:t>２．修正したファイルをコミット（必ずメッセージを書くこと）</a:t>
            </a:r>
            <a:endParaRPr lang="en-US" altLang="ja-JP" sz="2400" dirty="0"/>
          </a:p>
          <a:p>
            <a:r>
              <a:rPr lang="ja-JP" altLang="en-US" sz="2400" dirty="0"/>
              <a:t>３．プロジェクトを</a:t>
            </a:r>
            <a:r>
              <a:rPr lang="en-US" altLang="ja-JP" sz="2400" dirty="0"/>
              <a:t>Push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ここまで終わったらほかのメンバーは</a:t>
            </a:r>
            <a:r>
              <a:rPr lang="en-US" altLang="ja-JP" sz="2400" dirty="0"/>
              <a:t>Pull</a:t>
            </a:r>
            <a:r>
              <a:rPr lang="ja-JP" altLang="en-US" sz="2400" dirty="0"/>
              <a:t>をして、</a:t>
            </a:r>
            <a:endParaRPr lang="en-US" altLang="ja-JP" sz="2400" dirty="0"/>
          </a:p>
          <a:p>
            <a:r>
              <a:rPr lang="en-US" altLang="ja-JP" sz="2400" dirty="0"/>
              <a:t>HP</a:t>
            </a:r>
            <a:r>
              <a:rPr lang="ja-JP" altLang="en-US" sz="2400" dirty="0"/>
              <a:t>が書き換わっているか確認しましょう。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8416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14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ファイルを編集</a:t>
            </a:r>
            <a:r>
              <a:rPr lang="ja-JP" altLang="en-US" sz="2400" dirty="0"/>
              <a:t>した場合も、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コミット、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してリポジトリに反映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他のメンバーは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することで編集を反映</a:t>
            </a:r>
            <a:r>
              <a:rPr lang="ja-JP" altLang="en-US" sz="2400" dirty="0"/>
              <a:t>していきます。</a:t>
            </a:r>
            <a:endParaRPr lang="en-US" altLang="ja-JP" sz="2400" dirty="0"/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06D26F02-A9A3-4B5E-80C1-DEA1E63A67FF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E3227D-2435-4412-AB00-BBDD1746FBB6}"/>
              </a:ext>
            </a:extLst>
          </p:cNvPr>
          <p:cNvSpPr txBox="1"/>
          <p:nvPr/>
        </p:nvSpPr>
        <p:spPr>
          <a:xfrm>
            <a:off x="686446" y="36368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Bitbucket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6FF957F-B24C-4A04-B9B6-01F03E8F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AE0E47C7-E498-48F5-AF59-31F0BCDA2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376" y="2645789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61F1586-6C9D-4172-BDCE-B3359594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53" y="2877560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矢印: 左 10">
            <a:extLst>
              <a:ext uri="{FF2B5EF4-FFF2-40B4-BE49-F238E27FC236}">
                <a16:creationId xmlns:a16="http://schemas.microsoft.com/office/drawing/2014/main" id="{756C1273-A148-4A3F-88F3-50257FA7AC36}"/>
              </a:ext>
            </a:extLst>
          </p:cNvPr>
          <p:cNvSpPr/>
          <p:nvPr/>
        </p:nvSpPr>
        <p:spPr>
          <a:xfrm rot="20264320">
            <a:off x="3597253" y="3346520"/>
            <a:ext cx="2429435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12" name="四角形: メモ 11">
            <a:extLst>
              <a:ext uri="{FF2B5EF4-FFF2-40B4-BE49-F238E27FC236}">
                <a16:creationId xmlns:a16="http://schemas.microsoft.com/office/drawing/2014/main" id="{5ADD106E-5648-464F-905E-CC70E3062780}"/>
              </a:ext>
            </a:extLst>
          </p:cNvPr>
          <p:cNvSpPr/>
          <p:nvPr/>
        </p:nvSpPr>
        <p:spPr>
          <a:xfrm>
            <a:off x="6842447" y="2958639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03CE3721-3689-4C26-BBDA-2D3A5ECC4C22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4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48214930-D0A7-46C6-9C0D-1E9121C21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8" y="5250925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C36E5D89-F84D-4B54-B373-32059EE42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35" y="5482696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2A300EED-48D6-411F-8B83-34DBE48F5D09}"/>
              </a:ext>
            </a:extLst>
          </p:cNvPr>
          <p:cNvSpPr/>
          <p:nvPr/>
        </p:nvSpPr>
        <p:spPr>
          <a:xfrm>
            <a:off x="6923129" y="5563775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25EDC3E-783C-44E5-A56B-A17F601FBF6D}"/>
              </a:ext>
            </a:extLst>
          </p:cNvPr>
          <p:cNvSpPr/>
          <p:nvPr/>
        </p:nvSpPr>
        <p:spPr>
          <a:xfrm rot="846043">
            <a:off x="3722035" y="5181390"/>
            <a:ext cx="2415938" cy="764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Pull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644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以下の手順を何度か繰り返して練習しましょう。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■手順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１．だれか１人がステータスを編集</a:t>
            </a:r>
            <a:endParaRPr lang="en-US" altLang="ja-JP" sz="2400" dirty="0"/>
          </a:p>
          <a:p>
            <a:r>
              <a:rPr lang="ja-JP" altLang="en-US" sz="2400" dirty="0"/>
              <a:t>２．コミット、</a:t>
            </a:r>
            <a:r>
              <a:rPr lang="en-US" altLang="ja-JP" sz="2400" dirty="0"/>
              <a:t>Push</a:t>
            </a:r>
            <a:r>
              <a:rPr lang="ja-JP" altLang="en-US" sz="2400" dirty="0"/>
              <a:t>する</a:t>
            </a:r>
            <a:endParaRPr lang="en-US" altLang="ja-JP" sz="2400" dirty="0"/>
          </a:p>
          <a:p>
            <a:r>
              <a:rPr lang="ja-JP" altLang="en-US" sz="2400" dirty="0"/>
              <a:t>３．ほかのメンバーは</a:t>
            </a:r>
            <a:r>
              <a:rPr lang="en-US" altLang="ja-JP" sz="2400" dirty="0"/>
              <a:t>Pull</a:t>
            </a:r>
            <a:r>
              <a:rPr lang="ja-JP" altLang="en-US" sz="2400" dirty="0"/>
              <a:t>して最新の状態にする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順番を守らないとエラーが発生する場合があります。</a:t>
            </a:r>
            <a:endParaRPr lang="en-US" altLang="ja-JP" sz="2400" dirty="0"/>
          </a:p>
          <a:p>
            <a:r>
              <a:rPr lang="ja-JP" altLang="en-US" sz="2400" dirty="0"/>
              <a:t>ゆっくりで良いので練習しましょう。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3008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187</Words>
  <Application>Microsoft Office PowerPoint</Application>
  <PresentationFormat>ワイド画面</PresentationFormat>
  <Paragraphs>29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45</cp:revision>
  <dcterms:created xsi:type="dcterms:W3CDTF">2024-08-27T02:15:54Z</dcterms:created>
  <dcterms:modified xsi:type="dcterms:W3CDTF">2025-01-16T01:56:16Z</dcterms:modified>
</cp:coreProperties>
</file>