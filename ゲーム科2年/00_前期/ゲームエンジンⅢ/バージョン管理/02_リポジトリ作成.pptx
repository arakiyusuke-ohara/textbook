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チーム制作を想定したバージョン管理を学習します。</a:t>
            </a:r>
            <a:endParaRPr kumimoji="1" lang="en-US" altLang="ja-JP" sz="2400" dirty="0"/>
          </a:p>
          <a:p>
            <a:r>
              <a:rPr lang="ja-JP" altLang="en-US" sz="2400" dirty="0"/>
              <a:t>以下に従ってチームを作り、準備しましょう。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■チームについて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・３人以上であること</a:t>
            </a:r>
            <a:endParaRPr lang="en-US" altLang="ja-JP" sz="2400" dirty="0"/>
          </a:p>
          <a:p>
            <a:r>
              <a:rPr lang="ja-JP" altLang="en-US" sz="2400" dirty="0"/>
              <a:t>・リーダーを１人決めること</a:t>
            </a:r>
            <a:endParaRPr lang="en-US" altLang="ja-JP" sz="2400" dirty="0"/>
          </a:p>
          <a:p>
            <a:r>
              <a:rPr lang="ja-JP" altLang="en-US" sz="2400" dirty="0"/>
              <a:t>・チーム名を決めること（後で使うので変な名前にしないように）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今回は</a:t>
            </a:r>
            <a:r>
              <a:rPr lang="en-US" altLang="ja-JP" sz="2400" b="1" dirty="0" err="1">
                <a:solidFill>
                  <a:srgbClr val="FF0000"/>
                </a:solidFill>
              </a:rPr>
              <a:t>BitBucket</a:t>
            </a:r>
            <a:r>
              <a:rPr lang="ja-JP" altLang="en-US" sz="2400" b="1" dirty="0">
                <a:solidFill>
                  <a:srgbClr val="FF0000"/>
                </a:solidFill>
              </a:rPr>
              <a:t>を使った方法を学習します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以降のページはリーダーのみ作業してください。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73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バージョン管理の根本となる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リポジトリ</a:t>
            </a:r>
            <a:r>
              <a:rPr kumimoji="1" lang="ja-JP" altLang="en-US" sz="2400" dirty="0"/>
              <a:t>を作成します。</a:t>
            </a:r>
            <a:endParaRPr kumimoji="1" lang="en-US" altLang="ja-JP" sz="2400" dirty="0"/>
          </a:p>
          <a:p>
            <a:r>
              <a:rPr lang="en-US" altLang="ja-JP" sz="2400" dirty="0"/>
              <a:t>Bitbucket</a:t>
            </a:r>
            <a:r>
              <a:rPr lang="ja-JP" altLang="en-US" sz="2400" dirty="0"/>
              <a:t>にサインインして、</a:t>
            </a:r>
            <a:r>
              <a:rPr lang="en-US" altLang="ja-JP" sz="2400" b="1" dirty="0">
                <a:solidFill>
                  <a:srgbClr val="FF0000"/>
                </a:solidFill>
              </a:rPr>
              <a:t>Create Repository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AA43F4-1F28-49D8-87E6-23AC6DFD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9376353" cy="405230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6193092-6E55-4D42-AFEC-C3F9D2FD4BE1}"/>
              </a:ext>
            </a:extLst>
          </p:cNvPr>
          <p:cNvSpPr/>
          <p:nvPr/>
        </p:nvSpPr>
        <p:spPr>
          <a:xfrm>
            <a:off x="2590800" y="5145740"/>
            <a:ext cx="1721224" cy="495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14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以下のように記入していきましょう。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CF72BA9-6E02-4D11-ADCC-FC95B7137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678094"/>
            <a:ext cx="5530099" cy="46879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645056-89EF-4DC0-8E68-E61946217A0A}"/>
              </a:ext>
            </a:extLst>
          </p:cNvPr>
          <p:cNvSpPr txBox="1"/>
          <p:nvPr/>
        </p:nvSpPr>
        <p:spPr>
          <a:xfrm>
            <a:off x="4727165" y="2995923"/>
            <a:ext cx="510909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①チーム名をアルファベットで入力</a:t>
            </a:r>
            <a:endParaRPr lang="en-US" altLang="ja-JP" sz="2400" dirty="0">
              <a:solidFill>
                <a:srgbClr val="FF0000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1EA552-467C-4790-A277-985024300D6C}"/>
              </a:ext>
            </a:extLst>
          </p:cNvPr>
          <p:cNvSpPr txBox="1"/>
          <p:nvPr/>
        </p:nvSpPr>
        <p:spPr>
          <a:xfrm>
            <a:off x="4727165" y="4605088"/>
            <a:ext cx="241925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FF0000"/>
                </a:solidFill>
              </a:rPr>
              <a:t>②</a:t>
            </a:r>
            <a:r>
              <a:rPr lang="en-US" altLang="ja-JP" sz="2400" dirty="0">
                <a:solidFill>
                  <a:srgbClr val="FF0000"/>
                </a:solidFill>
              </a:rPr>
              <a:t>master</a:t>
            </a:r>
            <a:r>
              <a:rPr lang="ja-JP" altLang="en-US" sz="2400" dirty="0">
                <a:solidFill>
                  <a:srgbClr val="FF0000"/>
                </a:solidFill>
              </a:rPr>
              <a:t>と入力</a:t>
            </a:r>
            <a:endParaRPr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6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リポジトリが出来上がり、管理ページに移動します。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1027AE-FBC8-47E8-B473-D794ED62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56020" cy="4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5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963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リポジトリにチームメンバーを追加します。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Invite</a:t>
            </a:r>
            <a:r>
              <a:rPr lang="ja-JP" altLang="en-US" sz="2400" b="1" dirty="0">
                <a:solidFill>
                  <a:srgbClr val="FF0000"/>
                </a:solidFill>
              </a:rPr>
              <a:t>　＞　</a:t>
            </a:r>
            <a:r>
              <a:rPr lang="en-US" altLang="ja-JP" sz="2400" b="1" dirty="0">
                <a:solidFill>
                  <a:srgbClr val="FF0000"/>
                </a:solidFill>
              </a:rPr>
              <a:t>product access</a:t>
            </a:r>
            <a:r>
              <a:rPr lang="ja-JP" altLang="en-US" sz="2400" dirty="0"/>
              <a:t>」</a:t>
            </a:r>
            <a:r>
              <a:rPr lang="en-US" altLang="ja-JP" sz="2400" dirty="0"/>
              <a:t> 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A538395-A826-4E80-9F67-6BE554331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02975" cy="2366945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FF3115AE-FA57-4C6E-8754-FEFD78DCCADD}"/>
              </a:ext>
            </a:extLst>
          </p:cNvPr>
          <p:cNvSpPr/>
          <p:nvPr/>
        </p:nvSpPr>
        <p:spPr>
          <a:xfrm rot="8160214">
            <a:off x="5636461" y="2581835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C416BF0-3D19-4BF6-9124-C2070331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693771"/>
            <a:ext cx="7509658" cy="1703762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33919BEB-5420-4D22-ACEB-998905841EFF}"/>
              </a:ext>
            </a:extLst>
          </p:cNvPr>
          <p:cNvSpPr/>
          <p:nvPr/>
        </p:nvSpPr>
        <p:spPr>
          <a:xfrm rot="8160214">
            <a:off x="2086439" y="5828643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93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515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既にいくつかグループが作られていますが、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users</a:t>
            </a:r>
            <a:r>
              <a:rPr lang="ja-JP" altLang="en-US" sz="2400" dirty="0"/>
              <a:t>」とついているグループを選択します。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1030EB-0494-46D5-A349-57828CCAA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357840" cy="417892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51A0800-59A4-4674-8A0D-8FFC5BAA1F94}"/>
              </a:ext>
            </a:extLst>
          </p:cNvPr>
          <p:cNvSpPr/>
          <p:nvPr/>
        </p:nvSpPr>
        <p:spPr>
          <a:xfrm>
            <a:off x="690282" y="4652683"/>
            <a:ext cx="3532094" cy="788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86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右上のグループメンバー追加ボタンから、メンバーを追加しましょう。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9CB4AA2-418B-4D80-839B-1C57C6D97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0033516" cy="2596450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1ED08527-305F-43EE-9696-CEF16027E2B1}"/>
              </a:ext>
            </a:extLst>
          </p:cNvPr>
          <p:cNvSpPr/>
          <p:nvPr/>
        </p:nvSpPr>
        <p:spPr>
          <a:xfrm rot="8160214">
            <a:off x="9419567" y="2268070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F6483F-E527-4867-B5A0-283D93ABE96A}"/>
              </a:ext>
            </a:extLst>
          </p:cNvPr>
          <p:cNvSpPr txBox="1"/>
          <p:nvPr/>
        </p:nvSpPr>
        <p:spPr>
          <a:xfrm>
            <a:off x="567542" y="4557852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メールアドレスで検索すると確実です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670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65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まだリポジトリにはメンバーは追加されていません。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リポジトリ画面に戻ってもう一度</a:t>
            </a:r>
            <a:r>
              <a:rPr lang="en-US" altLang="ja-JP" sz="2400" dirty="0"/>
              <a:t>Invite</a:t>
            </a:r>
            <a:r>
              <a:rPr lang="ja-JP" altLang="en-US" sz="2400" dirty="0"/>
              <a:t>ボタンを押しましょう。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B82AA70-991E-46E8-AAA1-DF477C51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761060" cy="3454445"/>
          </a:xfrm>
          <a:prstGeom prst="rect">
            <a:avLst/>
          </a:prstGeom>
        </p:spPr>
      </p:pic>
      <p:sp>
        <p:nvSpPr>
          <p:cNvPr id="10" name="矢印: 下 9">
            <a:extLst>
              <a:ext uri="{FF2B5EF4-FFF2-40B4-BE49-F238E27FC236}">
                <a16:creationId xmlns:a16="http://schemas.microsoft.com/office/drawing/2014/main" id="{9A4C2693-B289-4991-891C-E7221571E768}"/>
              </a:ext>
            </a:extLst>
          </p:cNvPr>
          <p:cNvSpPr/>
          <p:nvPr/>
        </p:nvSpPr>
        <p:spPr>
          <a:xfrm rot="8160214">
            <a:off x="8047967" y="2806320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89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3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Add users or groups </a:t>
            </a:r>
            <a:r>
              <a:rPr lang="ja-JP" altLang="en-US" sz="2400" b="1" dirty="0">
                <a:solidFill>
                  <a:srgbClr val="FF0000"/>
                </a:solidFill>
              </a:rPr>
              <a:t>ボタン</a:t>
            </a:r>
            <a:r>
              <a:rPr lang="ja-JP" altLang="en-US" sz="2400" dirty="0"/>
              <a:t>から同じメンバーを追加しましょう。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71C3192-7270-4AC5-A07B-2D37BFFA7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55279" cy="2486372"/>
          </a:xfrm>
          <a:prstGeom prst="rect">
            <a:avLst/>
          </a:prstGeom>
        </p:spPr>
      </p:pic>
      <p:sp>
        <p:nvSpPr>
          <p:cNvPr id="11" name="矢印: 下 10">
            <a:extLst>
              <a:ext uri="{FF2B5EF4-FFF2-40B4-BE49-F238E27FC236}">
                <a16:creationId xmlns:a16="http://schemas.microsoft.com/office/drawing/2014/main" id="{AE1DA48A-81B4-42EA-8571-0606E1E8FA33}"/>
              </a:ext>
            </a:extLst>
          </p:cNvPr>
          <p:cNvSpPr/>
          <p:nvPr/>
        </p:nvSpPr>
        <p:spPr>
          <a:xfrm rot="8160214">
            <a:off x="10325002" y="2546343"/>
            <a:ext cx="439270" cy="54684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93B87D1F-AF76-49FE-98C5-3891098D2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4443866"/>
            <a:ext cx="4874179" cy="201968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7C0DBE6-06FB-42B1-BE5C-E78CC2717760}"/>
              </a:ext>
            </a:extLst>
          </p:cNvPr>
          <p:cNvSpPr txBox="1"/>
          <p:nvPr/>
        </p:nvSpPr>
        <p:spPr>
          <a:xfrm>
            <a:off x="3803800" y="5480037"/>
            <a:ext cx="525336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権限は「</a:t>
            </a:r>
            <a:r>
              <a:rPr lang="en-US" altLang="ja-JP" sz="2400" b="1" dirty="0">
                <a:solidFill>
                  <a:srgbClr val="FF0000"/>
                </a:solidFill>
              </a:rPr>
              <a:t>Write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09186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リポジトリ作成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これでチームメンバーもリポジトリにあるファイルを編集できます。</a:t>
            </a:r>
            <a:endParaRPr lang="en-US" altLang="ja-JP" sz="2400" dirty="0"/>
          </a:p>
          <a:p>
            <a:r>
              <a:rPr lang="ja-JP" altLang="en-US" sz="2400"/>
              <a:t>実際はここ</a:t>
            </a:r>
            <a:r>
              <a:rPr lang="ja-JP" altLang="en-US" sz="2400" dirty="0"/>
              <a:t>にゲームプロジェクトを追加して作業を進めていきます。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5640533-1829-41E2-9D71-F4487DF7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961940" cy="36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7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270</Words>
  <Application>Microsoft Office PowerPoint</Application>
  <PresentationFormat>ワイド画面</PresentationFormat>
  <Paragraphs>38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28</cp:revision>
  <dcterms:created xsi:type="dcterms:W3CDTF">2024-08-27T02:15:54Z</dcterms:created>
  <dcterms:modified xsi:type="dcterms:W3CDTF">2025-01-17T03:11:56Z</dcterms:modified>
</cp:coreProperties>
</file>