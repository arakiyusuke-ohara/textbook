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972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リーダー以外のメンバーのみ作業してください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リーダーが</a:t>
            </a:r>
            <a:r>
              <a:rPr lang="en-US" altLang="ja-JP" sz="2400" dirty="0"/>
              <a:t>Push</a:t>
            </a:r>
            <a:r>
              <a:rPr lang="ja-JP" altLang="en-US" sz="2400" dirty="0"/>
              <a:t>したものを受け取ります。</a:t>
            </a:r>
            <a:r>
              <a:rPr lang="en-US" altLang="ja-JP" sz="2400" dirty="0"/>
              <a:t>Git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dirty="0"/>
              <a:t>機能を使います。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CE21EF11-5E0F-40CE-941B-666FD9255D27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B4C1F2-20AD-453C-8A9A-75645B16316B}"/>
              </a:ext>
            </a:extLst>
          </p:cNvPr>
          <p:cNvSpPr txBox="1"/>
          <p:nvPr/>
        </p:nvSpPr>
        <p:spPr>
          <a:xfrm>
            <a:off x="686446" y="3636899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Bitbucket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86BE3BE-AEC9-4F2B-A769-593D4591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63DC80FE-612D-48AF-9A5D-779DD0ABC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376" y="2645789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4D9AC332-2F11-4CD7-9F67-432C57A92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553" y="2877560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矢印: 左 11">
            <a:extLst>
              <a:ext uri="{FF2B5EF4-FFF2-40B4-BE49-F238E27FC236}">
                <a16:creationId xmlns:a16="http://schemas.microsoft.com/office/drawing/2014/main" id="{39E13DAC-FC8B-47CF-8B4E-4F4E0ECD07E7}"/>
              </a:ext>
            </a:extLst>
          </p:cNvPr>
          <p:cNvSpPr/>
          <p:nvPr/>
        </p:nvSpPr>
        <p:spPr>
          <a:xfrm rot="20264320">
            <a:off x="3597253" y="3346520"/>
            <a:ext cx="2429435" cy="9064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Push</a:t>
            </a:r>
            <a:endParaRPr kumimoji="1" lang="ja-JP" altLang="en-US" b="1" dirty="0"/>
          </a:p>
        </p:txBody>
      </p:sp>
      <p:sp>
        <p:nvSpPr>
          <p:cNvPr id="13" name="四角形: メモ 12">
            <a:extLst>
              <a:ext uri="{FF2B5EF4-FFF2-40B4-BE49-F238E27FC236}">
                <a16:creationId xmlns:a16="http://schemas.microsoft.com/office/drawing/2014/main" id="{984F6798-2E8A-42C2-9499-49343BC3EF53}"/>
              </a:ext>
            </a:extLst>
          </p:cNvPr>
          <p:cNvSpPr/>
          <p:nvPr/>
        </p:nvSpPr>
        <p:spPr>
          <a:xfrm>
            <a:off x="6842447" y="2958639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四角形: メモ 13">
            <a:extLst>
              <a:ext uri="{FF2B5EF4-FFF2-40B4-BE49-F238E27FC236}">
                <a16:creationId xmlns:a16="http://schemas.microsoft.com/office/drawing/2014/main" id="{DDBB4A4F-42EE-4E30-90BB-9FC361C956BC}"/>
              </a:ext>
            </a:extLst>
          </p:cNvPr>
          <p:cNvSpPr/>
          <p:nvPr/>
        </p:nvSpPr>
        <p:spPr>
          <a:xfrm>
            <a:off x="898555" y="4344478"/>
            <a:ext cx="328441" cy="25249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5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F71C8DCC-A690-40BB-89E6-881080622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58" y="5250925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1061609D-E1A8-4640-B3CF-7D38BD4E0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35" y="5482696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四角形: メモ 16">
            <a:extLst>
              <a:ext uri="{FF2B5EF4-FFF2-40B4-BE49-F238E27FC236}">
                <a16:creationId xmlns:a16="http://schemas.microsoft.com/office/drawing/2014/main" id="{E112735A-0939-41E6-9EE9-4880695EF786}"/>
              </a:ext>
            </a:extLst>
          </p:cNvPr>
          <p:cNvSpPr/>
          <p:nvPr/>
        </p:nvSpPr>
        <p:spPr>
          <a:xfrm>
            <a:off x="6923129" y="5563775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E5076C9D-85C4-4E1B-AF3F-A26B2ACB751D}"/>
              </a:ext>
            </a:extLst>
          </p:cNvPr>
          <p:cNvSpPr/>
          <p:nvPr/>
        </p:nvSpPr>
        <p:spPr>
          <a:xfrm rot="846043">
            <a:off x="3722035" y="5181390"/>
            <a:ext cx="2415938" cy="764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Pull</a:t>
            </a:r>
            <a:endParaRPr kumimoji="1" lang="ja-JP" altLang="en-US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21F0CF5-1F6D-438A-BD50-93220E05B549}"/>
              </a:ext>
            </a:extLst>
          </p:cNvPr>
          <p:cNvSpPr txBox="1"/>
          <p:nvPr/>
        </p:nvSpPr>
        <p:spPr>
          <a:xfrm>
            <a:off x="7946719" y="310065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B050"/>
                </a:solidFill>
              </a:rPr>
              <a:t>リーダー</a:t>
            </a:r>
            <a:endParaRPr lang="en-US" altLang="ja-JP" sz="2000" b="1" dirty="0">
              <a:solidFill>
                <a:srgbClr val="00B05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492421-B068-4122-9E0E-BDB368AB441D}"/>
              </a:ext>
            </a:extLst>
          </p:cNvPr>
          <p:cNvSpPr txBox="1"/>
          <p:nvPr/>
        </p:nvSpPr>
        <p:spPr>
          <a:xfrm>
            <a:off x="7963754" y="572559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</a:rPr>
              <a:t>メンバー</a:t>
            </a:r>
            <a:endParaRPr lang="en-US" altLang="ja-JP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クローンで取得したフォルダ（大元のフォルダ）を右クリックし、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TortoiseGit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dirty="0"/>
              <a:t>」を選択します。</a:t>
            </a:r>
            <a:endParaRPr lang="en-US" altLang="ja-JP" sz="2400" dirty="0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88FFB9EF-AA4F-4B72-8806-AC28F2E4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70653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1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4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リーダーが</a:t>
            </a:r>
            <a:r>
              <a:rPr lang="en-US" altLang="ja-JP" sz="2400" dirty="0"/>
              <a:t>Push</a:t>
            </a:r>
            <a:r>
              <a:rPr lang="ja-JP" altLang="en-US" sz="2400" dirty="0"/>
              <a:t>したデータが追加されます。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FAD7B6-9EFB-4FD3-8479-EF5D8D29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08958" cy="316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44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958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Pull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5360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Pull</a:t>
            </a:r>
            <a:r>
              <a:rPr lang="ja-JP" altLang="en-US" sz="2400" dirty="0"/>
              <a:t>コマンドは</a:t>
            </a:r>
            <a:r>
              <a:rPr lang="ja-JP" altLang="en-US" sz="2400" b="1" dirty="0">
                <a:solidFill>
                  <a:srgbClr val="FF0000"/>
                </a:solidFill>
              </a:rPr>
              <a:t>手元のプロジェクトを最新の状態</a:t>
            </a:r>
            <a:r>
              <a:rPr lang="ja-JP" altLang="en-US" sz="2400" dirty="0"/>
              <a:t>にします。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他のメンバーが作業した部分が欲しい場合</a:t>
            </a:r>
            <a:r>
              <a:rPr lang="ja-JP" altLang="en-US" sz="2400" dirty="0"/>
              <a:t>に使いましょう。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■注意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定期的に</a:t>
            </a:r>
            <a:r>
              <a:rPr lang="en-US" altLang="ja-JP" sz="2400" dirty="0"/>
              <a:t>Pull</a:t>
            </a:r>
            <a:r>
              <a:rPr lang="ja-JP" altLang="en-US" sz="2400"/>
              <a:t>しないと手元のプロジェクト</a:t>
            </a:r>
            <a:r>
              <a:rPr lang="ja-JP" altLang="en-US" sz="2400" dirty="0"/>
              <a:t>が古いままになります。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0346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111</Words>
  <Application>Microsoft Office PowerPoint</Application>
  <PresentationFormat>ワイド画面</PresentationFormat>
  <Paragraphs>21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44</cp:revision>
  <dcterms:created xsi:type="dcterms:W3CDTF">2024-08-27T02:15:54Z</dcterms:created>
  <dcterms:modified xsi:type="dcterms:W3CDTF">2025-01-17T03:17:34Z</dcterms:modified>
</cp:coreProperties>
</file>