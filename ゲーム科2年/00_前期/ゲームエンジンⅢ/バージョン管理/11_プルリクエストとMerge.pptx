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857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前回作成した</a:t>
            </a:r>
            <a:r>
              <a:rPr lang="en-US" altLang="ja-JP" sz="2400" dirty="0"/>
              <a:t>Branch</a:t>
            </a:r>
            <a:r>
              <a:rPr lang="ja-JP" altLang="en-US" sz="2400" dirty="0"/>
              <a:t>で作業をして</a:t>
            </a:r>
            <a:r>
              <a:rPr lang="en-US" altLang="ja-JP" sz="2400" dirty="0"/>
              <a:t>master</a:t>
            </a:r>
            <a:r>
              <a:rPr lang="ja-JP" altLang="en-US" sz="2400" dirty="0"/>
              <a:t>に</a:t>
            </a:r>
            <a:r>
              <a:rPr lang="en-US" altLang="ja-JP" sz="2400" dirty="0"/>
              <a:t>Merge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前回</a:t>
            </a:r>
            <a:r>
              <a:rPr lang="en-US" altLang="ja-JP" sz="2400" b="1" dirty="0">
                <a:solidFill>
                  <a:srgbClr val="FF0000"/>
                </a:solidFill>
              </a:rPr>
              <a:t>Branch</a:t>
            </a:r>
            <a:r>
              <a:rPr lang="ja-JP" altLang="en-US" sz="2400" b="1" dirty="0">
                <a:solidFill>
                  <a:srgbClr val="FF0000"/>
                </a:solidFill>
              </a:rPr>
              <a:t>を作った人が引き続き作業してください。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25</Words>
  <Application>Microsoft Office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71</cp:revision>
  <dcterms:created xsi:type="dcterms:W3CDTF">2024-08-27T02:15:54Z</dcterms:created>
  <dcterms:modified xsi:type="dcterms:W3CDTF">2025-01-16T06:05:12Z</dcterms:modified>
</cp:coreProperties>
</file>