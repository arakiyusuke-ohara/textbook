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7" r:id="rId2"/>
    <p:sldId id="258" r:id="rId3"/>
    <p:sldId id="259" r:id="rId4"/>
    <p:sldId id="260" r:id="rId5"/>
    <p:sldId id="261" r:id="rId6"/>
    <p:sldId id="262" r:id="rId7"/>
    <p:sldId id="263" r:id="rId8"/>
    <p:sldId id="264" r:id="rId9"/>
    <p:sldId id="265" r:id="rId10"/>
    <p:sldId id="268" r:id="rId11"/>
    <p:sldId id="266" r:id="rId12"/>
    <p:sldId id="267" r:id="rId13"/>
    <p:sldId id="269" r:id="rId14"/>
    <p:sldId id="270" r:id="rId15"/>
    <p:sldId id="271" r:id="rId16"/>
    <p:sldId id="272" r:id="rId17"/>
  </p:sldIdLst>
  <p:sldSz cx="12192000" cy="6858000"/>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7" autoAdjust="0"/>
    <p:restoredTop sz="94660"/>
  </p:normalViewPr>
  <p:slideViewPr>
    <p:cSldViewPr snapToGrid="0">
      <p:cViewPr varScale="1">
        <p:scale>
          <a:sx n="113" d="100"/>
          <a:sy n="113" d="100"/>
        </p:scale>
        <p:origin x="456" y="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CA950417-98BD-4172-A454-C76A49B97717}"/>
              </a:ext>
            </a:extLst>
          </p:cNvPr>
          <p:cNvSpPr>
            <a:spLocks noGrp="1"/>
          </p:cNvSpPr>
          <p:nvPr>
            <p:ph type="ctrTitle"/>
          </p:nvPr>
        </p:nvSpPr>
        <p:spPr>
          <a:xfrm>
            <a:off x="1524000" y="1122363"/>
            <a:ext cx="9144000" cy="2387600"/>
          </a:xfrm>
        </p:spPr>
        <p:txBody>
          <a:bodyPr anchor="b"/>
          <a:lstStyle>
            <a:lvl1pPr algn="ctr">
              <a:defRPr sz="6000"/>
            </a:lvl1pPr>
          </a:lstStyle>
          <a:p>
            <a:r>
              <a:rPr kumimoji="1" lang="ja-JP" altLang="en-US"/>
              <a:t>マスター タイトルの書式設定</a:t>
            </a:r>
          </a:p>
        </p:txBody>
      </p:sp>
      <p:sp>
        <p:nvSpPr>
          <p:cNvPr id="3" name="字幕 2">
            <a:extLst>
              <a:ext uri="{FF2B5EF4-FFF2-40B4-BE49-F238E27FC236}">
                <a16:creationId xmlns:a16="http://schemas.microsoft.com/office/drawing/2014/main" id="{9F83E9AE-84BC-4452-8901-A17B27CC419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ja-JP" altLang="en-US"/>
              <a:t>マスター サブタイトルの書式設定</a:t>
            </a:r>
          </a:p>
        </p:txBody>
      </p:sp>
      <p:sp>
        <p:nvSpPr>
          <p:cNvPr id="4" name="日付プレースホルダー 3">
            <a:extLst>
              <a:ext uri="{FF2B5EF4-FFF2-40B4-BE49-F238E27FC236}">
                <a16:creationId xmlns:a16="http://schemas.microsoft.com/office/drawing/2014/main" id="{1B320892-0B52-41F1-BED3-1F36AE1E3B03}"/>
              </a:ext>
            </a:extLst>
          </p:cNvPr>
          <p:cNvSpPr>
            <a:spLocks noGrp="1"/>
          </p:cNvSpPr>
          <p:nvPr>
            <p:ph type="dt" sz="half" idx="10"/>
          </p:nvPr>
        </p:nvSpPr>
        <p:spPr/>
        <p:txBody>
          <a:bodyPr/>
          <a:lstStyle/>
          <a:p>
            <a:fld id="{E9CC885B-4903-4D54-9A93-00025F12DED9}" type="datetimeFigureOut">
              <a:rPr kumimoji="1" lang="ja-JP" altLang="en-US" smtClean="0"/>
              <a:t>2025/1/27</a:t>
            </a:fld>
            <a:endParaRPr kumimoji="1" lang="ja-JP" altLang="en-US"/>
          </a:p>
        </p:txBody>
      </p:sp>
      <p:sp>
        <p:nvSpPr>
          <p:cNvPr id="5" name="フッター プレースホルダー 4">
            <a:extLst>
              <a:ext uri="{FF2B5EF4-FFF2-40B4-BE49-F238E27FC236}">
                <a16:creationId xmlns:a16="http://schemas.microsoft.com/office/drawing/2014/main" id="{B4114070-C582-4B06-9805-0DFEFB583FE4}"/>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EE8014BC-198B-4E5B-89B4-FDBFD423BF52}"/>
              </a:ext>
            </a:extLst>
          </p:cNvPr>
          <p:cNvSpPr>
            <a:spLocks noGrp="1"/>
          </p:cNvSpPr>
          <p:nvPr>
            <p:ph type="sldNum" sz="quarter" idx="12"/>
          </p:nvPr>
        </p:nvSpPr>
        <p:spPr/>
        <p:txBody>
          <a:bodyPr/>
          <a:lstStyle/>
          <a:p>
            <a:fld id="{D812AE58-48EE-4ADF-80EA-6426EE982FE8}" type="slidenum">
              <a:rPr kumimoji="1" lang="ja-JP" altLang="en-US" smtClean="0"/>
              <a:t>‹#›</a:t>
            </a:fld>
            <a:endParaRPr kumimoji="1" lang="ja-JP" altLang="en-US"/>
          </a:p>
        </p:txBody>
      </p:sp>
    </p:spTree>
    <p:extLst>
      <p:ext uri="{BB962C8B-B14F-4D97-AF65-F5344CB8AC3E}">
        <p14:creationId xmlns:p14="http://schemas.microsoft.com/office/powerpoint/2010/main" val="374556076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42C298B-DDF7-4BBD-B08C-16E40ED109E3}"/>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F284FECC-C823-4D42-8CAA-49FC9A8C5B3E}"/>
              </a:ext>
            </a:extLst>
          </p:cNvPr>
          <p:cNvSpPr>
            <a:spLocks noGrp="1"/>
          </p:cNvSpPr>
          <p:nvPr>
            <p:ph idx="1"/>
          </p:nvPr>
        </p:nvSpPr>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98B26879-4594-4C3F-BFFA-F4CB8674F4A9}"/>
              </a:ext>
            </a:extLst>
          </p:cNvPr>
          <p:cNvSpPr>
            <a:spLocks noGrp="1"/>
          </p:cNvSpPr>
          <p:nvPr>
            <p:ph type="dt" sz="half" idx="10"/>
          </p:nvPr>
        </p:nvSpPr>
        <p:spPr/>
        <p:txBody>
          <a:bodyPr/>
          <a:lstStyle/>
          <a:p>
            <a:fld id="{E9CC885B-4903-4D54-9A93-00025F12DED9}" type="datetimeFigureOut">
              <a:rPr kumimoji="1" lang="ja-JP" altLang="en-US" smtClean="0"/>
              <a:t>2025/1/27</a:t>
            </a:fld>
            <a:endParaRPr kumimoji="1" lang="ja-JP" altLang="en-US"/>
          </a:p>
        </p:txBody>
      </p:sp>
      <p:sp>
        <p:nvSpPr>
          <p:cNvPr id="5" name="フッター プレースホルダー 4">
            <a:extLst>
              <a:ext uri="{FF2B5EF4-FFF2-40B4-BE49-F238E27FC236}">
                <a16:creationId xmlns:a16="http://schemas.microsoft.com/office/drawing/2014/main" id="{F5FC6BE6-BB12-4008-B4BA-62D249C49909}"/>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26B8CAC6-4A91-4F74-9267-5C30714BF978}"/>
              </a:ext>
            </a:extLst>
          </p:cNvPr>
          <p:cNvSpPr>
            <a:spLocks noGrp="1"/>
          </p:cNvSpPr>
          <p:nvPr>
            <p:ph type="sldNum" sz="quarter" idx="12"/>
          </p:nvPr>
        </p:nvSpPr>
        <p:spPr/>
        <p:txBody>
          <a:bodyPr/>
          <a:lstStyle/>
          <a:p>
            <a:fld id="{D812AE58-48EE-4ADF-80EA-6426EE982FE8}" type="slidenum">
              <a:rPr kumimoji="1" lang="ja-JP" altLang="en-US" smtClean="0"/>
              <a:t>‹#›</a:t>
            </a:fld>
            <a:endParaRPr kumimoji="1" lang="ja-JP" altLang="en-US"/>
          </a:p>
        </p:txBody>
      </p:sp>
    </p:spTree>
    <p:extLst>
      <p:ext uri="{BB962C8B-B14F-4D97-AF65-F5344CB8AC3E}">
        <p14:creationId xmlns:p14="http://schemas.microsoft.com/office/powerpoint/2010/main" val="380247357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078AD04-3137-4B16-97B1-DC1252F678A1}"/>
              </a:ext>
            </a:extLst>
          </p:cNvPr>
          <p:cNvSpPr>
            <a:spLocks noGrp="1"/>
          </p:cNvSpPr>
          <p:nvPr>
            <p:ph type="title"/>
          </p:nvPr>
        </p:nvSpPr>
        <p:spPr>
          <a:xfrm>
            <a:off x="831850" y="1709738"/>
            <a:ext cx="10515600" cy="2852737"/>
          </a:xfrm>
        </p:spPr>
        <p:txBody>
          <a:bodyPr anchor="b"/>
          <a:lstStyle>
            <a:lvl1pPr>
              <a:defRPr sz="6000"/>
            </a:lvl1p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9BF8FC57-7A4A-4196-89B9-B1A6197D4229}"/>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kumimoji="1" lang="ja-JP" altLang="en-US"/>
              <a:t>マスター テキストの書式設定</a:t>
            </a:r>
          </a:p>
        </p:txBody>
      </p:sp>
      <p:sp>
        <p:nvSpPr>
          <p:cNvPr id="4" name="日付プレースホルダー 3">
            <a:extLst>
              <a:ext uri="{FF2B5EF4-FFF2-40B4-BE49-F238E27FC236}">
                <a16:creationId xmlns:a16="http://schemas.microsoft.com/office/drawing/2014/main" id="{5CB80319-F15F-4C62-95BA-15B326F988A2}"/>
              </a:ext>
            </a:extLst>
          </p:cNvPr>
          <p:cNvSpPr>
            <a:spLocks noGrp="1"/>
          </p:cNvSpPr>
          <p:nvPr>
            <p:ph type="dt" sz="half" idx="10"/>
          </p:nvPr>
        </p:nvSpPr>
        <p:spPr/>
        <p:txBody>
          <a:bodyPr/>
          <a:lstStyle/>
          <a:p>
            <a:fld id="{E9CC885B-4903-4D54-9A93-00025F12DED9}" type="datetimeFigureOut">
              <a:rPr kumimoji="1" lang="ja-JP" altLang="en-US" smtClean="0"/>
              <a:t>2025/1/27</a:t>
            </a:fld>
            <a:endParaRPr kumimoji="1" lang="ja-JP" altLang="en-US"/>
          </a:p>
        </p:txBody>
      </p:sp>
      <p:sp>
        <p:nvSpPr>
          <p:cNvPr id="5" name="フッター プレースホルダー 4">
            <a:extLst>
              <a:ext uri="{FF2B5EF4-FFF2-40B4-BE49-F238E27FC236}">
                <a16:creationId xmlns:a16="http://schemas.microsoft.com/office/drawing/2014/main" id="{C89F0141-2F76-4B73-AAE0-1EDFEEA42E37}"/>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11F3A285-8438-4738-B4CE-18FC566351C3}"/>
              </a:ext>
            </a:extLst>
          </p:cNvPr>
          <p:cNvSpPr>
            <a:spLocks noGrp="1"/>
          </p:cNvSpPr>
          <p:nvPr>
            <p:ph type="sldNum" sz="quarter" idx="12"/>
          </p:nvPr>
        </p:nvSpPr>
        <p:spPr/>
        <p:txBody>
          <a:bodyPr/>
          <a:lstStyle/>
          <a:p>
            <a:fld id="{D812AE58-48EE-4ADF-80EA-6426EE982FE8}" type="slidenum">
              <a:rPr kumimoji="1" lang="ja-JP" altLang="en-US" smtClean="0"/>
              <a:t>‹#›</a:t>
            </a:fld>
            <a:endParaRPr kumimoji="1" lang="ja-JP" altLang="en-US"/>
          </a:p>
        </p:txBody>
      </p:sp>
    </p:spTree>
    <p:extLst>
      <p:ext uri="{BB962C8B-B14F-4D97-AF65-F5344CB8AC3E}">
        <p14:creationId xmlns:p14="http://schemas.microsoft.com/office/powerpoint/2010/main" val="208140760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539AAF0-C896-4BE5-8FCC-343208524824}"/>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A96C332E-2DEA-4D46-8FEF-31D60DD975BC}"/>
              </a:ext>
            </a:extLst>
          </p:cNvPr>
          <p:cNvSpPr>
            <a:spLocks noGrp="1"/>
          </p:cNvSpPr>
          <p:nvPr>
            <p:ph sz="half" idx="1"/>
          </p:nvPr>
        </p:nvSpPr>
        <p:spPr>
          <a:xfrm>
            <a:off x="838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コンテンツ プレースホルダー 3">
            <a:extLst>
              <a:ext uri="{FF2B5EF4-FFF2-40B4-BE49-F238E27FC236}">
                <a16:creationId xmlns:a16="http://schemas.microsoft.com/office/drawing/2014/main" id="{F9D3FC79-3A15-47E8-8DC1-B5A928FF7FF2}"/>
              </a:ext>
            </a:extLst>
          </p:cNvPr>
          <p:cNvSpPr>
            <a:spLocks noGrp="1"/>
          </p:cNvSpPr>
          <p:nvPr>
            <p:ph sz="half" idx="2"/>
          </p:nvPr>
        </p:nvSpPr>
        <p:spPr>
          <a:xfrm>
            <a:off x="6172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日付プレースホルダー 4">
            <a:extLst>
              <a:ext uri="{FF2B5EF4-FFF2-40B4-BE49-F238E27FC236}">
                <a16:creationId xmlns:a16="http://schemas.microsoft.com/office/drawing/2014/main" id="{E6AC8BB6-CC26-4AE8-B477-9A47780715C5}"/>
              </a:ext>
            </a:extLst>
          </p:cNvPr>
          <p:cNvSpPr>
            <a:spLocks noGrp="1"/>
          </p:cNvSpPr>
          <p:nvPr>
            <p:ph type="dt" sz="half" idx="10"/>
          </p:nvPr>
        </p:nvSpPr>
        <p:spPr/>
        <p:txBody>
          <a:bodyPr/>
          <a:lstStyle/>
          <a:p>
            <a:fld id="{E9CC885B-4903-4D54-9A93-00025F12DED9}" type="datetimeFigureOut">
              <a:rPr kumimoji="1" lang="ja-JP" altLang="en-US" smtClean="0"/>
              <a:t>2025/1/27</a:t>
            </a:fld>
            <a:endParaRPr kumimoji="1" lang="ja-JP" altLang="en-US"/>
          </a:p>
        </p:txBody>
      </p:sp>
      <p:sp>
        <p:nvSpPr>
          <p:cNvPr id="6" name="フッター プレースホルダー 5">
            <a:extLst>
              <a:ext uri="{FF2B5EF4-FFF2-40B4-BE49-F238E27FC236}">
                <a16:creationId xmlns:a16="http://schemas.microsoft.com/office/drawing/2014/main" id="{0D813CBF-5D01-4CF4-BD63-C8FC321B2429}"/>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4123F9A7-54F5-421C-9A71-CC8C4BC92376}"/>
              </a:ext>
            </a:extLst>
          </p:cNvPr>
          <p:cNvSpPr>
            <a:spLocks noGrp="1"/>
          </p:cNvSpPr>
          <p:nvPr>
            <p:ph type="sldNum" sz="quarter" idx="12"/>
          </p:nvPr>
        </p:nvSpPr>
        <p:spPr/>
        <p:txBody>
          <a:bodyPr/>
          <a:lstStyle/>
          <a:p>
            <a:fld id="{D812AE58-48EE-4ADF-80EA-6426EE982FE8}" type="slidenum">
              <a:rPr kumimoji="1" lang="ja-JP" altLang="en-US" smtClean="0"/>
              <a:t>‹#›</a:t>
            </a:fld>
            <a:endParaRPr kumimoji="1" lang="ja-JP" altLang="en-US"/>
          </a:p>
        </p:txBody>
      </p:sp>
    </p:spTree>
    <p:extLst>
      <p:ext uri="{BB962C8B-B14F-4D97-AF65-F5344CB8AC3E}">
        <p14:creationId xmlns:p14="http://schemas.microsoft.com/office/powerpoint/2010/main" val="315202820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E9A2E9A-2DDB-4057-9711-D792B04FFD0C}"/>
              </a:ext>
            </a:extLst>
          </p:cNvPr>
          <p:cNvSpPr>
            <a:spLocks noGrp="1"/>
          </p:cNvSpPr>
          <p:nvPr>
            <p:ph type="title"/>
          </p:nvPr>
        </p:nvSpPr>
        <p:spPr>
          <a:xfrm>
            <a:off x="839788" y="365125"/>
            <a:ext cx="10515600" cy="1325563"/>
          </a:xfrm>
        </p:spPr>
        <p:txBody>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32E5496D-7437-4ADF-BF05-1B99ACC0910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4" name="コンテンツ プレースホルダー 3">
            <a:extLst>
              <a:ext uri="{FF2B5EF4-FFF2-40B4-BE49-F238E27FC236}">
                <a16:creationId xmlns:a16="http://schemas.microsoft.com/office/drawing/2014/main" id="{48A11600-06C5-424A-B2EA-FFEF7E75EAA5}"/>
              </a:ext>
            </a:extLst>
          </p:cNvPr>
          <p:cNvSpPr>
            <a:spLocks noGrp="1"/>
          </p:cNvSpPr>
          <p:nvPr>
            <p:ph sz="half" idx="2"/>
          </p:nvPr>
        </p:nvSpPr>
        <p:spPr>
          <a:xfrm>
            <a:off x="839788" y="2505075"/>
            <a:ext cx="5157787"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テキスト プレースホルダー 4">
            <a:extLst>
              <a:ext uri="{FF2B5EF4-FFF2-40B4-BE49-F238E27FC236}">
                <a16:creationId xmlns:a16="http://schemas.microsoft.com/office/drawing/2014/main" id="{43408E51-ED83-4218-8378-F0B44E296EC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6" name="コンテンツ プレースホルダー 5">
            <a:extLst>
              <a:ext uri="{FF2B5EF4-FFF2-40B4-BE49-F238E27FC236}">
                <a16:creationId xmlns:a16="http://schemas.microsoft.com/office/drawing/2014/main" id="{3D26C0C0-145F-4A52-BA72-D19A2971D5E1}"/>
              </a:ext>
            </a:extLst>
          </p:cNvPr>
          <p:cNvSpPr>
            <a:spLocks noGrp="1"/>
          </p:cNvSpPr>
          <p:nvPr>
            <p:ph sz="quarter" idx="4"/>
          </p:nvPr>
        </p:nvSpPr>
        <p:spPr>
          <a:xfrm>
            <a:off x="6172200" y="2505075"/>
            <a:ext cx="5183188"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7" name="日付プレースホルダー 6">
            <a:extLst>
              <a:ext uri="{FF2B5EF4-FFF2-40B4-BE49-F238E27FC236}">
                <a16:creationId xmlns:a16="http://schemas.microsoft.com/office/drawing/2014/main" id="{F649033F-9C86-42B4-AB90-0FE47F39E39A}"/>
              </a:ext>
            </a:extLst>
          </p:cNvPr>
          <p:cNvSpPr>
            <a:spLocks noGrp="1"/>
          </p:cNvSpPr>
          <p:nvPr>
            <p:ph type="dt" sz="half" idx="10"/>
          </p:nvPr>
        </p:nvSpPr>
        <p:spPr/>
        <p:txBody>
          <a:bodyPr/>
          <a:lstStyle/>
          <a:p>
            <a:fld id="{E9CC885B-4903-4D54-9A93-00025F12DED9}" type="datetimeFigureOut">
              <a:rPr kumimoji="1" lang="ja-JP" altLang="en-US" smtClean="0"/>
              <a:t>2025/1/27</a:t>
            </a:fld>
            <a:endParaRPr kumimoji="1" lang="ja-JP" altLang="en-US"/>
          </a:p>
        </p:txBody>
      </p:sp>
      <p:sp>
        <p:nvSpPr>
          <p:cNvPr id="8" name="フッター プレースホルダー 7">
            <a:extLst>
              <a:ext uri="{FF2B5EF4-FFF2-40B4-BE49-F238E27FC236}">
                <a16:creationId xmlns:a16="http://schemas.microsoft.com/office/drawing/2014/main" id="{F73F9DE8-EAB7-4A80-BF64-725C6DF460D7}"/>
              </a:ext>
            </a:extLst>
          </p:cNvPr>
          <p:cNvSpPr>
            <a:spLocks noGrp="1"/>
          </p:cNvSpPr>
          <p:nvPr>
            <p:ph type="ftr" sz="quarter" idx="11"/>
          </p:nvPr>
        </p:nvSpPr>
        <p:spPr/>
        <p:txBody>
          <a:bodyPr/>
          <a:lstStyle/>
          <a:p>
            <a:endParaRPr kumimoji="1" lang="ja-JP" altLang="en-US"/>
          </a:p>
        </p:txBody>
      </p:sp>
      <p:sp>
        <p:nvSpPr>
          <p:cNvPr id="9" name="スライド番号プレースホルダー 8">
            <a:extLst>
              <a:ext uri="{FF2B5EF4-FFF2-40B4-BE49-F238E27FC236}">
                <a16:creationId xmlns:a16="http://schemas.microsoft.com/office/drawing/2014/main" id="{71D0069B-43F7-430A-8C9D-C2BA7B92ECD2}"/>
              </a:ext>
            </a:extLst>
          </p:cNvPr>
          <p:cNvSpPr>
            <a:spLocks noGrp="1"/>
          </p:cNvSpPr>
          <p:nvPr>
            <p:ph type="sldNum" sz="quarter" idx="12"/>
          </p:nvPr>
        </p:nvSpPr>
        <p:spPr/>
        <p:txBody>
          <a:bodyPr/>
          <a:lstStyle/>
          <a:p>
            <a:fld id="{D812AE58-48EE-4ADF-80EA-6426EE982FE8}" type="slidenum">
              <a:rPr kumimoji="1" lang="ja-JP" altLang="en-US" smtClean="0"/>
              <a:t>‹#›</a:t>
            </a:fld>
            <a:endParaRPr kumimoji="1" lang="ja-JP" altLang="en-US"/>
          </a:p>
        </p:txBody>
      </p:sp>
    </p:spTree>
    <p:extLst>
      <p:ext uri="{BB962C8B-B14F-4D97-AF65-F5344CB8AC3E}">
        <p14:creationId xmlns:p14="http://schemas.microsoft.com/office/powerpoint/2010/main" val="125465315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7CD48D3C-20F1-4E20-8FBC-734E9D946A78}"/>
              </a:ext>
            </a:extLst>
          </p:cNvPr>
          <p:cNvSpPr>
            <a:spLocks noGrp="1"/>
          </p:cNvSpPr>
          <p:nvPr>
            <p:ph type="title"/>
          </p:nvPr>
        </p:nvSpPr>
        <p:spPr/>
        <p:txBody>
          <a:bodyPr/>
          <a:lstStyle/>
          <a:p>
            <a:r>
              <a:rPr kumimoji="1" lang="ja-JP" altLang="en-US"/>
              <a:t>マスター タイトルの書式設定</a:t>
            </a:r>
          </a:p>
        </p:txBody>
      </p:sp>
      <p:sp>
        <p:nvSpPr>
          <p:cNvPr id="3" name="日付プレースホルダー 2">
            <a:extLst>
              <a:ext uri="{FF2B5EF4-FFF2-40B4-BE49-F238E27FC236}">
                <a16:creationId xmlns:a16="http://schemas.microsoft.com/office/drawing/2014/main" id="{B2E416B3-4C21-4278-9B88-62D41335DC9D}"/>
              </a:ext>
            </a:extLst>
          </p:cNvPr>
          <p:cNvSpPr>
            <a:spLocks noGrp="1"/>
          </p:cNvSpPr>
          <p:nvPr>
            <p:ph type="dt" sz="half" idx="10"/>
          </p:nvPr>
        </p:nvSpPr>
        <p:spPr/>
        <p:txBody>
          <a:bodyPr/>
          <a:lstStyle/>
          <a:p>
            <a:fld id="{E9CC885B-4903-4D54-9A93-00025F12DED9}" type="datetimeFigureOut">
              <a:rPr kumimoji="1" lang="ja-JP" altLang="en-US" smtClean="0"/>
              <a:t>2025/1/27</a:t>
            </a:fld>
            <a:endParaRPr kumimoji="1" lang="ja-JP" altLang="en-US"/>
          </a:p>
        </p:txBody>
      </p:sp>
      <p:sp>
        <p:nvSpPr>
          <p:cNvPr id="4" name="フッター プレースホルダー 3">
            <a:extLst>
              <a:ext uri="{FF2B5EF4-FFF2-40B4-BE49-F238E27FC236}">
                <a16:creationId xmlns:a16="http://schemas.microsoft.com/office/drawing/2014/main" id="{3EBA727E-E9E7-4EA2-B6ED-8CF036F2B5DA}"/>
              </a:ext>
            </a:extLst>
          </p:cNvPr>
          <p:cNvSpPr>
            <a:spLocks noGrp="1"/>
          </p:cNvSpPr>
          <p:nvPr>
            <p:ph type="ftr" sz="quarter" idx="11"/>
          </p:nvPr>
        </p:nvSpPr>
        <p:spPr/>
        <p:txBody>
          <a:bodyPr/>
          <a:lstStyle/>
          <a:p>
            <a:endParaRPr kumimoji="1" lang="ja-JP" altLang="en-US"/>
          </a:p>
        </p:txBody>
      </p:sp>
      <p:sp>
        <p:nvSpPr>
          <p:cNvPr id="5" name="スライド番号プレースホルダー 4">
            <a:extLst>
              <a:ext uri="{FF2B5EF4-FFF2-40B4-BE49-F238E27FC236}">
                <a16:creationId xmlns:a16="http://schemas.microsoft.com/office/drawing/2014/main" id="{8DC1C47C-5B0A-471B-BB77-77BE62B99175}"/>
              </a:ext>
            </a:extLst>
          </p:cNvPr>
          <p:cNvSpPr>
            <a:spLocks noGrp="1"/>
          </p:cNvSpPr>
          <p:nvPr>
            <p:ph type="sldNum" sz="quarter" idx="12"/>
          </p:nvPr>
        </p:nvSpPr>
        <p:spPr/>
        <p:txBody>
          <a:bodyPr/>
          <a:lstStyle/>
          <a:p>
            <a:fld id="{D812AE58-48EE-4ADF-80EA-6426EE982FE8}" type="slidenum">
              <a:rPr kumimoji="1" lang="ja-JP" altLang="en-US" smtClean="0"/>
              <a:t>‹#›</a:t>
            </a:fld>
            <a:endParaRPr kumimoji="1" lang="ja-JP" altLang="en-US"/>
          </a:p>
        </p:txBody>
      </p:sp>
    </p:spTree>
    <p:extLst>
      <p:ext uri="{BB962C8B-B14F-4D97-AF65-F5344CB8AC3E}">
        <p14:creationId xmlns:p14="http://schemas.microsoft.com/office/powerpoint/2010/main" val="16530853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日付プレースホルダー 1">
            <a:extLst>
              <a:ext uri="{FF2B5EF4-FFF2-40B4-BE49-F238E27FC236}">
                <a16:creationId xmlns:a16="http://schemas.microsoft.com/office/drawing/2014/main" id="{E55C2DD0-D598-4A5F-B542-7C6806B2F749}"/>
              </a:ext>
            </a:extLst>
          </p:cNvPr>
          <p:cNvSpPr>
            <a:spLocks noGrp="1"/>
          </p:cNvSpPr>
          <p:nvPr>
            <p:ph type="dt" sz="half" idx="10"/>
          </p:nvPr>
        </p:nvSpPr>
        <p:spPr/>
        <p:txBody>
          <a:bodyPr/>
          <a:lstStyle/>
          <a:p>
            <a:fld id="{E9CC885B-4903-4D54-9A93-00025F12DED9}" type="datetimeFigureOut">
              <a:rPr kumimoji="1" lang="ja-JP" altLang="en-US" smtClean="0"/>
              <a:t>2025/1/27</a:t>
            </a:fld>
            <a:endParaRPr kumimoji="1" lang="ja-JP" altLang="en-US"/>
          </a:p>
        </p:txBody>
      </p:sp>
      <p:sp>
        <p:nvSpPr>
          <p:cNvPr id="3" name="フッター プレースホルダー 2">
            <a:extLst>
              <a:ext uri="{FF2B5EF4-FFF2-40B4-BE49-F238E27FC236}">
                <a16:creationId xmlns:a16="http://schemas.microsoft.com/office/drawing/2014/main" id="{2260FD2A-DF3F-46FE-B2F8-14D9A2069736}"/>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52EF1C2C-6093-4ADD-9BFE-41DB125AD370}"/>
              </a:ext>
            </a:extLst>
          </p:cNvPr>
          <p:cNvSpPr>
            <a:spLocks noGrp="1"/>
          </p:cNvSpPr>
          <p:nvPr>
            <p:ph type="sldNum" sz="quarter" idx="12"/>
          </p:nvPr>
        </p:nvSpPr>
        <p:spPr/>
        <p:txBody>
          <a:bodyPr/>
          <a:lstStyle/>
          <a:p>
            <a:fld id="{D812AE58-48EE-4ADF-80EA-6426EE982FE8}" type="slidenum">
              <a:rPr kumimoji="1" lang="ja-JP" altLang="en-US" smtClean="0"/>
              <a:t>‹#›</a:t>
            </a:fld>
            <a:endParaRPr kumimoji="1" lang="ja-JP" altLang="en-US"/>
          </a:p>
        </p:txBody>
      </p:sp>
    </p:spTree>
    <p:extLst>
      <p:ext uri="{BB962C8B-B14F-4D97-AF65-F5344CB8AC3E}">
        <p14:creationId xmlns:p14="http://schemas.microsoft.com/office/powerpoint/2010/main" val="242041455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A35797B-0171-40BC-BCA2-0C1BA0D4C304}"/>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579CB0DB-618C-450C-BE67-5FD277B25D6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テキスト プレースホルダー 3">
            <a:extLst>
              <a:ext uri="{FF2B5EF4-FFF2-40B4-BE49-F238E27FC236}">
                <a16:creationId xmlns:a16="http://schemas.microsoft.com/office/drawing/2014/main" id="{42CC888D-BF8F-439D-9FC7-2DD4A8D750E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A4C2FA2E-4305-4946-8BDE-7AE113CDE687}"/>
              </a:ext>
            </a:extLst>
          </p:cNvPr>
          <p:cNvSpPr>
            <a:spLocks noGrp="1"/>
          </p:cNvSpPr>
          <p:nvPr>
            <p:ph type="dt" sz="half" idx="10"/>
          </p:nvPr>
        </p:nvSpPr>
        <p:spPr/>
        <p:txBody>
          <a:bodyPr/>
          <a:lstStyle/>
          <a:p>
            <a:fld id="{E9CC885B-4903-4D54-9A93-00025F12DED9}" type="datetimeFigureOut">
              <a:rPr kumimoji="1" lang="ja-JP" altLang="en-US" smtClean="0"/>
              <a:t>2025/1/27</a:t>
            </a:fld>
            <a:endParaRPr kumimoji="1" lang="ja-JP" altLang="en-US"/>
          </a:p>
        </p:txBody>
      </p:sp>
      <p:sp>
        <p:nvSpPr>
          <p:cNvPr id="6" name="フッター プレースホルダー 5">
            <a:extLst>
              <a:ext uri="{FF2B5EF4-FFF2-40B4-BE49-F238E27FC236}">
                <a16:creationId xmlns:a16="http://schemas.microsoft.com/office/drawing/2014/main" id="{BBA070CF-301C-4595-8007-2A2C19DFE06A}"/>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E3E21C8C-DA9E-4E6B-B45C-C2C4D38971B1}"/>
              </a:ext>
            </a:extLst>
          </p:cNvPr>
          <p:cNvSpPr>
            <a:spLocks noGrp="1"/>
          </p:cNvSpPr>
          <p:nvPr>
            <p:ph type="sldNum" sz="quarter" idx="12"/>
          </p:nvPr>
        </p:nvSpPr>
        <p:spPr/>
        <p:txBody>
          <a:bodyPr/>
          <a:lstStyle/>
          <a:p>
            <a:fld id="{D812AE58-48EE-4ADF-80EA-6426EE982FE8}" type="slidenum">
              <a:rPr kumimoji="1" lang="ja-JP" altLang="en-US" smtClean="0"/>
              <a:t>‹#›</a:t>
            </a:fld>
            <a:endParaRPr kumimoji="1" lang="ja-JP" altLang="en-US"/>
          </a:p>
        </p:txBody>
      </p:sp>
    </p:spTree>
    <p:extLst>
      <p:ext uri="{BB962C8B-B14F-4D97-AF65-F5344CB8AC3E}">
        <p14:creationId xmlns:p14="http://schemas.microsoft.com/office/powerpoint/2010/main" val="306692950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00F7326-6BA4-4DC0-9519-87D04747ED89}"/>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図プレースホルダー 2">
            <a:extLst>
              <a:ext uri="{FF2B5EF4-FFF2-40B4-BE49-F238E27FC236}">
                <a16:creationId xmlns:a16="http://schemas.microsoft.com/office/drawing/2014/main" id="{3A1C2397-9613-4B24-A7D0-9EEE44E01C8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ja-JP" altLang="en-US"/>
          </a:p>
        </p:txBody>
      </p:sp>
      <p:sp>
        <p:nvSpPr>
          <p:cNvPr id="4" name="テキスト プレースホルダー 3">
            <a:extLst>
              <a:ext uri="{FF2B5EF4-FFF2-40B4-BE49-F238E27FC236}">
                <a16:creationId xmlns:a16="http://schemas.microsoft.com/office/drawing/2014/main" id="{05462283-8239-49BE-9D96-00B24831B7C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0F53455D-91B5-4938-AC24-CAFF77A6CD44}"/>
              </a:ext>
            </a:extLst>
          </p:cNvPr>
          <p:cNvSpPr>
            <a:spLocks noGrp="1"/>
          </p:cNvSpPr>
          <p:nvPr>
            <p:ph type="dt" sz="half" idx="10"/>
          </p:nvPr>
        </p:nvSpPr>
        <p:spPr/>
        <p:txBody>
          <a:bodyPr/>
          <a:lstStyle/>
          <a:p>
            <a:fld id="{E9CC885B-4903-4D54-9A93-00025F12DED9}" type="datetimeFigureOut">
              <a:rPr kumimoji="1" lang="ja-JP" altLang="en-US" smtClean="0"/>
              <a:t>2025/1/27</a:t>
            </a:fld>
            <a:endParaRPr kumimoji="1" lang="ja-JP" altLang="en-US"/>
          </a:p>
        </p:txBody>
      </p:sp>
      <p:sp>
        <p:nvSpPr>
          <p:cNvPr id="6" name="フッター プレースホルダー 5">
            <a:extLst>
              <a:ext uri="{FF2B5EF4-FFF2-40B4-BE49-F238E27FC236}">
                <a16:creationId xmlns:a16="http://schemas.microsoft.com/office/drawing/2014/main" id="{A7F23C7B-CEBC-48FC-81DC-98AFE68C2DE2}"/>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A7E65B5D-4A4C-4A6E-8AEB-3D88DC582730}"/>
              </a:ext>
            </a:extLst>
          </p:cNvPr>
          <p:cNvSpPr>
            <a:spLocks noGrp="1"/>
          </p:cNvSpPr>
          <p:nvPr>
            <p:ph type="sldNum" sz="quarter" idx="12"/>
          </p:nvPr>
        </p:nvSpPr>
        <p:spPr/>
        <p:txBody>
          <a:bodyPr/>
          <a:lstStyle/>
          <a:p>
            <a:fld id="{D812AE58-48EE-4ADF-80EA-6426EE982FE8}" type="slidenum">
              <a:rPr kumimoji="1" lang="ja-JP" altLang="en-US" smtClean="0"/>
              <a:t>‹#›</a:t>
            </a:fld>
            <a:endParaRPr kumimoji="1" lang="ja-JP" altLang="en-US"/>
          </a:p>
        </p:txBody>
      </p:sp>
    </p:spTree>
    <p:extLst>
      <p:ext uri="{BB962C8B-B14F-4D97-AF65-F5344CB8AC3E}">
        <p14:creationId xmlns:p14="http://schemas.microsoft.com/office/powerpoint/2010/main" val="31514024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2AE957E-488D-43B9-8182-2A1DEEF0F7DD}"/>
              </a:ext>
            </a:extLst>
          </p:cNvPr>
          <p:cNvSpPr>
            <a:spLocks noGrp="1"/>
          </p:cNvSpPr>
          <p:nvPr>
            <p:ph type="title"/>
          </p:nvPr>
        </p:nvSpPr>
        <p:spPr/>
        <p:txBody>
          <a:bodyPr/>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0E67B1EC-AFC1-41D0-BBB1-9A2E85E1399D}"/>
              </a:ext>
            </a:extLst>
          </p:cNvPr>
          <p:cNvSpPr>
            <a:spLocks noGrp="1"/>
          </p:cNvSpPr>
          <p:nvPr>
            <p:ph type="body" orient="vert" idx="1"/>
          </p:nvPr>
        </p:nvSpPr>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31B76048-AF91-4C32-A054-6305C2928E9F}"/>
              </a:ext>
            </a:extLst>
          </p:cNvPr>
          <p:cNvSpPr>
            <a:spLocks noGrp="1"/>
          </p:cNvSpPr>
          <p:nvPr>
            <p:ph type="dt" sz="half" idx="10"/>
          </p:nvPr>
        </p:nvSpPr>
        <p:spPr/>
        <p:txBody>
          <a:bodyPr/>
          <a:lstStyle/>
          <a:p>
            <a:fld id="{E9CC885B-4903-4D54-9A93-00025F12DED9}" type="datetimeFigureOut">
              <a:rPr kumimoji="1" lang="ja-JP" altLang="en-US" smtClean="0"/>
              <a:t>2025/1/27</a:t>
            </a:fld>
            <a:endParaRPr kumimoji="1" lang="ja-JP" altLang="en-US"/>
          </a:p>
        </p:txBody>
      </p:sp>
      <p:sp>
        <p:nvSpPr>
          <p:cNvPr id="5" name="フッター プレースホルダー 4">
            <a:extLst>
              <a:ext uri="{FF2B5EF4-FFF2-40B4-BE49-F238E27FC236}">
                <a16:creationId xmlns:a16="http://schemas.microsoft.com/office/drawing/2014/main" id="{98C66A49-F960-4196-B16B-31B98B34013C}"/>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3D7A86F7-B140-4439-A33B-63EA8498DCAB}"/>
              </a:ext>
            </a:extLst>
          </p:cNvPr>
          <p:cNvSpPr>
            <a:spLocks noGrp="1"/>
          </p:cNvSpPr>
          <p:nvPr>
            <p:ph type="sldNum" sz="quarter" idx="12"/>
          </p:nvPr>
        </p:nvSpPr>
        <p:spPr/>
        <p:txBody>
          <a:bodyPr/>
          <a:lstStyle/>
          <a:p>
            <a:fld id="{D812AE58-48EE-4ADF-80EA-6426EE982FE8}" type="slidenum">
              <a:rPr kumimoji="1" lang="ja-JP" altLang="en-US" smtClean="0"/>
              <a:t>‹#›</a:t>
            </a:fld>
            <a:endParaRPr kumimoji="1" lang="ja-JP" altLang="en-US"/>
          </a:p>
        </p:txBody>
      </p:sp>
    </p:spTree>
    <p:extLst>
      <p:ext uri="{BB962C8B-B14F-4D97-AF65-F5344CB8AC3E}">
        <p14:creationId xmlns:p14="http://schemas.microsoft.com/office/powerpoint/2010/main" val="148563190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縦書きタイトル 1">
            <a:extLst>
              <a:ext uri="{FF2B5EF4-FFF2-40B4-BE49-F238E27FC236}">
                <a16:creationId xmlns:a16="http://schemas.microsoft.com/office/drawing/2014/main" id="{B4FA5DEF-DC74-4F38-9DA0-1EE9752F5F36}"/>
              </a:ext>
            </a:extLst>
          </p:cNvPr>
          <p:cNvSpPr>
            <a:spLocks noGrp="1"/>
          </p:cNvSpPr>
          <p:nvPr>
            <p:ph type="title" orient="vert"/>
          </p:nvPr>
        </p:nvSpPr>
        <p:spPr>
          <a:xfrm>
            <a:off x="8724900" y="365125"/>
            <a:ext cx="2628900" cy="5811838"/>
          </a:xfrm>
        </p:spPr>
        <p:txBody>
          <a:bodyPr vert="eaVert"/>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23C9EE93-ED20-4B3B-93FB-5A088C436B26}"/>
              </a:ext>
            </a:extLst>
          </p:cNvPr>
          <p:cNvSpPr>
            <a:spLocks noGrp="1"/>
          </p:cNvSpPr>
          <p:nvPr>
            <p:ph type="body" orient="vert" idx="1"/>
          </p:nvPr>
        </p:nvSpPr>
        <p:spPr>
          <a:xfrm>
            <a:off x="838200" y="365125"/>
            <a:ext cx="7734300" cy="5811838"/>
          </a:xfrm>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A8370666-1A4C-42B1-8748-A0D1453943A4}"/>
              </a:ext>
            </a:extLst>
          </p:cNvPr>
          <p:cNvSpPr>
            <a:spLocks noGrp="1"/>
          </p:cNvSpPr>
          <p:nvPr>
            <p:ph type="dt" sz="half" idx="10"/>
          </p:nvPr>
        </p:nvSpPr>
        <p:spPr/>
        <p:txBody>
          <a:bodyPr/>
          <a:lstStyle/>
          <a:p>
            <a:fld id="{E9CC885B-4903-4D54-9A93-00025F12DED9}" type="datetimeFigureOut">
              <a:rPr kumimoji="1" lang="ja-JP" altLang="en-US" smtClean="0"/>
              <a:t>2025/1/27</a:t>
            </a:fld>
            <a:endParaRPr kumimoji="1" lang="ja-JP" altLang="en-US"/>
          </a:p>
        </p:txBody>
      </p:sp>
      <p:sp>
        <p:nvSpPr>
          <p:cNvPr id="5" name="フッター プレースホルダー 4">
            <a:extLst>
              <a:ext uri="{FF2B5EF4-FFF2-40B4-BE49-F238E27FC236}">
                <a16:creationId xmlns:a16="http://schemas.microsoft.com/office/drawing/2014/main" id="{E26EC7E2-E7E6-45F2-BF6D-CDF318CECC0E}"/>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CCDE4F59-4276-46E3-AE2A-D255BC7BB35C}"/>
              </a:ext>
            </a:extLst>
          </p:cNvPr>
          <p:cNvSpPr>
            <a:spLocks noGrp="1"/>
          </p:cNvSpPr>
          <p:nvPr>
            <p:ph type="sldNum" sz="quarter" idx="12"/>
          </p:nvPr>
        </p:nvSpPr>
        <p:spPr/>
        <p:txBody>
          <a:bodyPr/>
          <a:lstStyle/>
          <a:p>
            <a:fld id="{D812AE58-48EE-4ADF-80EA-6426EE982FE8}" type="slidenum">
              <a:rPr kumimoji="1" lang="ja-JP" altLang="en-US" smtClean="0"/>
              <a:t>‹#›</a:t>
            </a:fld>
            <a:endParaRPr kumimoji="1" lang="ja-JP" altLang="en-US"/>
          </a:p>
        </p:txBody>
      </p:sp>
    </p:spTree>
    <p:extLst>
      <p:ext uri="{BB962C8B-B14F-4D97-AF65-F5344CB8AC3E}">
        <p14:creationId xmlns:p14="http://schemas.microsoft.com/office/powerpoint/2010/main" val="164285098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タイトル プレースホルダー 1">
            <a:extLst>
              <a:ext uri="{FF2B5EF4-FFF2-40B4-BE49-F238E27FC236}">
                <a16:creationId xmlns:a16="http://schemas.microsoft.com/office/drawing/2014/main" id="{F527E70E-5441-439A-8EA3-0826A036FC7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2A7C9CE9-5A22-43DB-862A-3B24B2BF151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A845D76C-CB70-434A-A116-22531EEB417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9CC885B-4903-4D54-9A93-00025F12DED9}" type="datetimeFigureOut">
              <a:rPr kumimoji="1" lang="ja-JP" altLang="en-US" smtClean="0"/>
              <a:t>2025/1/27</a:t>
            </a:fld>
            <a:endParaRPr kumimoji="1" lang="ja-JP" altLang="en-US"/>
          </a:p>
        </p:txBody>
      </p:sp>
      <p:sp>
        <p:nvSpPr>
          <p:cNvPr id="5" name="フッター プレースホルダー 4">
            <a:extLst>
              <a:ext uri="{FF2B5EF4-FFF2-40B4-BE49-F238E27FC236}">
                <a16:creationId xmlns:a16="http://schemas.microsoft.com/office/drawing/2014/main" id="{2505E6D4-441B-4864-8545-0FDE04F664F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kumimoji="1" lang="ja-JP" altLang="en-US"/>
          </a:p>
        </p:txBody>
      </p:sp>
      <p:sp>
        <p:nvSpPr>
          <p:cNvPr id="6" name="スライド番号プレースホルダー 5">
            <a:extLst>
              <a:ext uri="{FF2B5EF4-FFF2-40B4-BE49-F238E27FC236}">
                <a16:creationId xmlns:a16="http://schemas.microsoft.com/office/drawing/2014/main" id="{8FFD1810-F6DD-4BB4-8465-A3A3F3BF335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812AE58-48EE-4ADF-80EA-6426EE982FE8}" type="slidenum">
              <a:rPr kumimoji="1" lang="ja-JP" altLang="en-US" smtClean="0"/>
              <a:t>‹#›</a:t>
            </a:fld>
            <a:endParaRPr kumimoji="1" lang="ja-JP" altLang="en-US"/>
          </a:p>
        </p:txBody>
      </p:sp>
    </p:spTree>
    <p:extLst>
      <p:ext uri="{BB962C8B-B14F-4D97-AF65-F5344CB8AC3E}">
        <p14:creationId xmlns:p14="http://schemas.microsoft.com/office/powerpoint/2010/main" val="65178455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5A13BF46-B8C5-48AA-8308-C9ECFF431A18}"/>
              </a:ext>
            </a:extLst>
          </p:cNvPr>
          <p:cNvSpPr txBox="1"/>
          <p:nvPr/>
        </p:nvSpPr>
        <p:spPr>
          <a:xfrm>
            <a:off x="567542" y="491954"/>
            <a:ext cx="3057247" cy="584775"/>
          </a:xfrm>
          <a:prstGeom prst="rect">
            <a:avLst/>
          </a:prstGeom>
          <a:noFill/>
        </p:spPr>
        <p:txBody>
          <a:bodyPr wrap="none" rtlCol="0">
            <a:spAutoFit/>
          </a:bodyPr>
          <a:lstStyle/>
          <a:p>
            <a:r>
              <a:rPr kumimoji="1" lang="ja-JP" altLang="en-US" sz="3200" b="1" u="sng" dirty="0"/>
              <a:t>プルリクエスト</a:t>
            </a:r>
          </a:p>
        </p:txBody>
      </p:sp>
      <p:sp>
        <p:nvSpPr>
          <p:cNvPr id="6" name="テキスト ボックス 5">
            <a:extLst>
              <a:ext uri="{FF2B5EF4-FFF2-40B4-BE49-F238E27FC236}">
                <a16:creationId xmlns:a16="http://schemas.microsoft.com/office/drawing/2014/main" id="{55830AD6-028B-4C4E-80BF-B70DFC1C3A46}"/>
              </a:ext>
            </a:extLst>
          </p:cNvPr>
          <p:cNvSpPr txBox="1"/>
          <p:nvPr/>
        </p:nvSpPr>
        <p:spPr>
          <a:xfrm>
            <a:off x="567542" y="1216429"/>
            <a:ext cx="8885766" cy="830997"/>
          </a:xfrm>
          <a:prstGeom prst="rect">
            <a:avLst/>
          </a:prstGeom>
          <a:noFill/>
        </p:spPr>
        <p:txBody>
          <a:bodyPr wrap="none" rtlCol="0">
            <a:spAutoFit/>
          </a:bodyPr>
          <a:lstStyle/>
          <a:p>
            <a:r>
              <a:rPr lang="ja-JP" altLang="en-US" sz="2400" dirty="0"/>
              <a:t>前回作成した</a:t>
            </a:r>
            <a:r>
              <a:rPr lang="en-US" altLang="ja-JP" sz="2400" b="1" dirty="0">
                <a:solidFill>
                  <a:srgbClr val="0070C0"/>
                </a:solidFill>
              </a:rPr>
              <a:t>Branch</a:t>
            </a:r>
            <a:r>
              <a:rPr lang="ja-JP" altLang="en-US" sz="2400" dirty="0"/>
              <a:t>で作業をして</a:t>
            </a:r>
            <a:r>
              <a:rPr lang="en-US" altLang="ja-JP" sz="2400" dirty="0"/>
              <a:t>master</a:t>
            </a:r>
            <a:r>
              <a:rPr lang="ja-JP" altLang="en-US" sz="2400" dirty="0"/>
              <a:t>に</a:t>
            </a:r>
            <a:r>
              <a:rPr lang="en-US" altLang="ja-JP" sz="2400" b="1" dirty="0">
                <a:solidFill>
                  <a:srgbClr val="0070C0"/>
                </a:solidFill>
              </a:rPr>
              <a:t>Merge</a:t>
            </a:r>
            <a:r>
              <a:rPr lang="ja-JP" altLang="en-US" sz="2400" dirty="0"/>
              <a:t>させます。</a:t>
            </a:r>
            <a:endParaRPr lang="en-US" altLang="ja-JP" sz="2400" dirty="0"/>
          </a:p>
          <a:p>
            <a:r>
              <a:rPr lang="ja-JP" altLang="en-US" sz="2400" b="1" dirty="0">
                <a:solidFill>
                  <a:srgbClr val="FF0000"/>
                </a:solidFill>
              </a:rPr>
              <a:t>前回</a:t>
            </a:r>
            <a:r>
              <a:rPr lang="en-US" altLang="ja-JP" sz="2400" b="1" dirty="0">
                <a:solidFill>
                  <a:srgbClr val="FF0000"/>
                </a:solidFill>
              </a:rPr>
              <a:t>Branch</a:t>
            </a:r>
            <a:r>
              <a:rPr lang="ja-JP" altLang="en-US" sz="2400" b="1" dirty="0">
                <a:solidFill>
                  <a:srgbClr val="FF0000"/>
                </a:solidFill>
              </a:rPr>
              <a:t>を作った人が引き続き作業してください。</a:t>
            </a:r>
            <a:endParaRPr lang="en-US" altLang="ja-JP" sz="2400" b="1" dirty="0">
              <a:solidFill>
                <a:srgbClr val="FF0000"/>
              </a:solidFill>
            </a:endParaRPr>
          </a:p>
        </p:txBody>
      </p:sp>
    </p:spTree>
    <p:extLst>
      <p:ext uri="{BB962C8B-B14F-4D97-AF65-F5344CB8AC3E}">
        <p14:creationId xmlns:p14="http://schemas.microsoft.com/office/powerpoint/2010/main" val="191822705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5A13BF46-B8C5-48AA-8308-C9ECFF431A18}"/>
              </a:ext>
            </a:extLst>
          </p:cNvPr>
          <p:cNvSpPr txBox="1"/>
          <p:nvPr/>
        </p:nvSpPr>
        <p:spPr>
          <a:xfrm>
            <a:off x="567542" y="491954"/>
            <a:ext cx="3057247" cy="584775"/>
          </a:xfrm>
          <a:prstGeom prst="rect">
            <a:avLst/>
          </a:prstGeom>
          <a:noFill/>
        </p:spPr>
        <p:txBody>
          <a:bodyPr wrap="none" rtlCol="0">
            <a:spAutoFit/>
          </a:bodyPr>
          <a:lstStyle/>
          <a:p>
            <a:r>
              <a:rPr kumimoji="1" lang="ja-JP" altLang="en-US" sz="3200" b="1" u="sng" dirty="0"/>
              <a:t>プルリクエスト</a:t>
            </a:r>
          </a:p>
        </p:txBody>
      </p:sp>
      <p:sp>
        <p:nvSpPr>
          <p:cNvPr id="6" name="テキスト ボックス 5">
            <a:extLst>
              <a:ext uri="{FF2B5EF4-FFF2-40B4-BE49-F238E27FC236}">
                <a16:creationId xmlns:a16="http://schemas.microsoft.com/office/drawing/2014/main" id="{55830AD6-028B-4C4E-80BF-B70DFC1C3A46}"/>
              </a:ext>
            </a:extLst>
          </p:cNvPr>
          <p:cNvSpPr txBox="1"/>
          <p:nvPr/>
        </p:nvSpPr>
        <p:spPr>
          <a:xfrm>
            <a:off x="567542" y="1216429"/>
            <a:ext cx="7571303" cy="830997"/>
          </a:xfrm>
          <a:prstGeom prst="rect">
            <a:avLst/>
          </a:prstGeom>
          <a:noFill/>
        </p:spPr>
        <p:txBody>
          <a:bodyPr wrap="none" rtlCol="0">
            <a:spAutoFit/>
          </a:bodyPr>
          <a:lstStyle/>
          <a:p>
            <a:r>
              <a:rPr lang="ja-JP" altLang="en-US" sz="2400" dirty="0"/>
              <a:t>まずは練習用のテキストを適当に書き換えましょう。</a:t>
            </a:r>
            <a:endParaRPr lang="en-US" altLang="ja-JP" sz="2400" dirty="0"/>
          </a:p>
          <a:p>
            <a:r>
              <a:rPr lang="ja-JP" altLang="en-US" sz="2400" dirty="0"/>
              <a:t>書き換えたら</a:t>
            </a:r>
            <a:r>
              <a:rPr lang="en-US" altLang="ja-JP" sz="2400" dirty="0"/>
              <a:t>Push</a:t>
            </a:r>
            <a:r>
              <a:rPr lang="ja-JP" altLang="en-US" sz="2400" dirty="0"/>
              <a:t>までしましょう。</a:t>
            </a:r>
            <a:endParaRPr lang="en-US" altLang="ja-JP" sz="2400" dirty="0"/>
          </a:p>
        </p:txBody>
      </p:sp>
      <p:pic>
        <p:nvPicPr>
          <p:cNvPr id="3" name="図 2">
            <a:extLst>
              <a:ext uri="{FF2B5EF4-FFF2-40B4-BE49-F238E27FC236}">
                <a16:creationId xmlns:a16="http://schemas.microsoft.com/office/drawing/2014/main" id="{5350FB18-26FF-479E-984A-111B3AEF987E}"/>
              </a:ext>
            </a:extLst>
          </p:cNvPr>
          <p:cNvPicPr>
            <a:picLocks noChangeAspect="1"/>
          </p:cNvPicPr>
          <p:nvPr/>
        </p:nvPicPr>
        <p:blipFill>
          <a:blip r:embed="rId2"/>
          <a:stretch>
            <a:fillRect/>
          </a:stretch>
        </p:blipFill>
        <p:spPr>
          <a:xfrm>
            <a:off x="567542" y="2187126"/>
            <a:ext cx="3382717" cy="2763171"/>
          </a:xfrm>
          <a:prstGeom prst="rect">
            <a:avLst/>
          </a:prstGeom>
        </p:spPr>
      </p:pic>
    </p:spTree>
    <p:extLst>
      <p:ext uri="{BB962C8B-B14F-4D97-AF65-F5344CB8AC3E}">
        <p14:creationId xmlns:p14="http://schemas.microsoft.com/office/powerpoint/2010/main" val="165750049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5A13BF46-B8C5-48AA-8308-C9ECFF431A18}"/>
              </a:ext>
            </a:extLst>
          </p:cNvPr>
          <p:cNvSpPr txBox="1"/>
          <p:nvPr/>
        </p:nvSpPr>
        <p:spPr>
          <a:xfrm>
            <a:off x="567542" y="491954"/>
            <a:ext cx="3057247" cy="584775"/>
          </a:xfrm>
          <a:prstGeom prst="rect">
            <a:avLst/>
          </a:prstGeom>
          <a:noFill/>
        </p:spPr>
        <p:txBody>
          <a:bodyPr wrap="none" rtlCol="0">
            <a:spAutoFit/>
          </a:bodyPr>
          <a:lstStyle/>
          <a:p>
            <a:r>
              <a:rPr kumimoji="1" lang="ja-JP" altLang="en-US" sz="3200" b="1" u="sng" dirty="0"/>
              <a:t>プルリクエスト</a:t>
            </a:r>
          </a:p>
        </p:txBody>
      </p:sp>
      <p:sp>
        <p:nvSpPr>
          <p:cNvPr id="6" name="テキスト ボックス 5">
            <a:extLst>
              <a:ext uri="{FF2B5EF4-FFF2-40B4-BE49-F238E27FC236}">
                <a16:creationId xmlns:a16="http://schemas.microsoft.com/office/drawing/2014/main" id="{55830AD6-028B-4C4E-80BF-B70DFC1C3A46}"/>
              </a:ext>
            </a:extLst>
          </p:cNvPr>
          <p:cNvSpPr txBox="1"/>
          <p:nvPr/>
        </p:nvSpPr>
        <p:spPr>
          <a:xfrm>
            <a:off x="567542" y="1216429"/>
            <a:ext cx="8648521" cy="461665"/>
          </a:xfrm>
          <a:prstGeom prst="rect">
            <a:avLst/>
          </a:prstGeom>
          <a:noFill/>
        </p:spPr>
        <p:txBody>
          <a:bodyPr wrap="none" rtlCol="0">
            <a:spAutoFit/>
          </a:bodyPr>
          <a:lstStyle/>
          <a:p>
            <a:r>
              <a:rPr lang="en-US" altLang="ja-JP" sz="2400" dirty="0"/>
              <a:t>Bitbucket</a:t>
            </a:r>
            <a:r>
              <a:rPr lang="ja-JP" altLang="en-US" sz="2400" dirty="0"/>
              <a:t>の</a:t>
            </a:r>
            <a:r>
              <a:rPr lang="en-US" altLang="ja-JP" sz="2400" b="1" dirty="0">
                <a:solidFill>
                  <a:srgbClr val="FF0000"/>
                </a:solidFill>
              </a:rPr>
              <a:t>Commits</a:t>
            </a:r>
            <a:r>
              <a:rPr lang="ja-JP" altLang="en-US" sz="2400" b="1" dirty="0">
                <a:solidFill>
                  <a:srgbClr val="FF0000"/>
                </a:solidFill>
              </a:rPr>
              <a:t>ページ</a:t>
            </a:r>
            <a:r>
              <a:rPr lang="ja-JP" altLang="en-US" sz="2400" dirty="0"/>
              <a:t>を開いて現状を確認しましょう。</a:t>
            </a:r>
            <a:endParaRPr lang="en-US" altLang="ja-JP" sz="2400" dirty="0"/>
          </a:p>
        </p:txBody>
      </p:sp>
      <p:pic>
        <p:nvPicPr>
          <p:cNvPr id="8" name="図 7">
            <a:extLst>
              <a:ext uri="{FF2B5EF4-FFF2-40B4-BE49-F238E27FC236}">
                <a16:creationId xmlns:a16="http://schemas.microsoft.com/office/drawing/2014/main" id="{CC4B4145-5DA6-42CF-BB13-CC377C22199B}"/>
              </a:ext>
            </a:extLst>
          </p:cNvPr>
          <p:cNvPicPr>
            <a:picLocks noChangeAspect="1"/>
          </p:cNvPicPr>
          <p:nvPr/>
        </p:nvPicPr>
        <p:blipFill>
          <a:blip r:embed="rId2"/>
          <a:stretch>
            <a:fillRect/>
          </a:stretch>
        </p:blipFill>
        <p:spPr>
          <a:xfrm>
            <a:off x="567542" y="1817794"/>
            <a:ext cx="8848660" cy="3453453"/>
          </a:xfrm>
          <a:prstGeom prst="rect">
            <a:avLst/>
          </a:prstGeom>
        </p:spPr>
      </p:pic>
      <p:sp>
        <p:nvSpPr>
          <p:cNvPr id="9" name="テキスト ボックス 8">
            <a:extLst>
              <a:ext uri="{FF2B5EF4-FFF2-40B4-BE49-F238E27FC236}">
                <a16:creationId xmlns:a16="http://schemas.microsoft.com/office/drawing/2014/main" id="{57267F0E-3776-4958-9A0B-C74F1B8A5C78}"/>
              </a:ext>
            </a:extLst>
          </p:cNvPr>
          <p:cNvSpPr txBox="1"/>
          <p:nvPr/>
        </p:nvSpPr>
        <p:spPr>
          <a:xfrm>
            <a:off x="3819397" y="2572967"/>
            <a:ext cx="5724644" cy="461665"/>
          </a:xfrm>
          <a:prstGeom prst="rect">
            <a:avLst/>
          </a:prstGeom>
          <a:noFill/>
        </p:spPr>
        <p:txBody>
          <a:bodyPr wrap="square" rtlCol="0">
            <a:spAutoFit/>
          </a:bodyPr>
          <a:lstStyle/>
          <a:p>
            <a:r>
              <a:rPr lang="ja-JP" altLang="en-US" sz="2400" dirty="0"/>
              <a:t>ここを切り替えて各ブランチを確認する</a:t>
            </a:r>
            <a:endParaRPr lang="en-US" altLang="ja-JP" sz="2400" dirty="0"/>
          </a:p>
        </p:txBody>
      </p:sp>
      <p:sp>
        <p:nvSpPr>
          <p:cNvPr id="10" name="吹き出し: 四角形 9">
            <a:extLst>
              <a:ext uri="{FF2B5EF4-FFF2-40B4-BE49-F238E27FC236}">
                <a16:creationId xmlns:a16="http://schemas.microsoft.com/office/drawing/2014/main" id="{4A66CB6C-C990-438C-86AF-F192FD6EDF88}"/>
              </a:ext>
            </a:extLst>
          </p:cNvPr>
          <p:cNvSpPr/>
          <p:nvPr/>
        </p:nvSpPr>
        <p:spPr>
          <a:xfrm>
            <a:off x="3819397" y="2572967"/>
            <a:ext cx="5724644" cy="461665"/>
          </a:xfrm>
          <a:prstGeom prst="wedgeRectCallout">
            <a:avLst>
              <a:gd name="adj1" fmla="val -28467"/>
              <a:gd name="adj2" fmla="val 111472"/>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223670292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5A13BF46-B8C5-48AA-8308-C9ECFF431A18}"/>
              </a:ext>
            </a:extLst>
          </p:cNvPr>
          <p:cNvSpPr txBox="1"/>
          <p:nvPr/>
        </p:nvSpPr>
        <p:spPr>
          <a:xfrm>
            <a:off x="567542" y="491954"/>
            <a:ext cx="3057247" cy="584775"/>
          </a:xfrm>
          <a:prstGeom prst="rect">
            <a:avLst/>
          </a:prstGeom>
          <a:noFill/>
        </p:spPr>
        <p:txBody>
          <a:bodyPr wrap="none" rtlCol="0">
            <a:spAutoFit/>
          </a:bodyPr>
          <a:lstStyle/>
          <a:p>
            <a:r>
              <a:rPr kumimoji="1" lang="ja-JP" altLang="en-US" sz="3200" b="1" u="sng" dirty="0"/>
              <a:t>プルリクエスト</a:t>
            </a:r>
          </a:p>
        </p:txBody>
      </p:sp>
      <p:sp>
        <p:nvSpPr>
          <p:cNvPr id="6" name="テキスト ボックス 5">
            <a:extLst>
              <a:ext uri="{FF2B5EF4-FFF2-40B4-BE49-F238E27FC236}">
                <a16:creationId xmlns:a16="http://schemas.microsoft.com/office/drawing/2014/main" id="{55830AD6-028B-4C4E-80BF-B70DFC1C3A46}"/>
              </a:ext>
            </a:extLst>
          </p:cNvPr>
          <p:cNvSpPr txBox="1"/>
          <p:nvPr/>
        </p:nvSpPr>
        <p:spPr>
          <a:xfrm>
            <a:off x="567542" y="1216429"/>
            <a:ext cx="10078400" cy="2308324"/>
          </a:xfrm>
          <a:prstGeom prst="rect">
            <a:avLst/>
          </a:prstGeom>
          <a:noFill/>
        </p:spPr>
        <p:txBody>
          <a:bodyPr wrap="none" rtlCol="0">
            <a:spAutoFit/>
          </a:bodyPr>
          <a:lstStyle/>
          <a:p>
            <a:r>
              <a:rPr lang="ja-JP" altLang="en-US" sz="2400" dirty="0"/>
              <a:t>今回の編集を</a:t>
            </a:r>
            <a:r>
              <a:rPr lang="en-US" altLang="ja-JP" sz="2400" dirty="0"/>
              <a:t>master</a:t>
            </a:r>
            <a:r>
              <a:rPr lang="ja-JP" altLang="en-US" sz="2400" dirty="0"/>
              <a:t>に</a:t>
            </a:r>
            <a:r>
              <a:rPr lang="en-US" altLang="ja-JP" sz="2400" b="1" dirty="0">
                <a:solidFill>
                  <a:srgbClr val="0070C0"/>
                </a:solidFill>
              </a:rPr>
              <a:t>Merge</a:t>
            </a:r>
            <a:r>
              <a:rPr lang="ja-JP" altLang="en-US" sz="2400" dirty="0"/>
              <a:t>させるには</a:t>
            </a:r>
            <a:r>
              <a:rPr lang="ja-JP" altLang="en-US" sz="2400" b="1" dirty="0">
                <a:solidFill>
                  <a:srgbClr val="FF0000"/>
                </a:solidFill>
              </a:rPr>
              <a:t>プルリクエスト</a:t>
            </a:r>
            <a:r>
              <a:rPr lang="ja-JP" altLang="en-US" sz="2400" dirty="0"/>
              <a:t>を作成します。</a:t>
            </a:r>
            <a:endParaRPr lang="en-US" altLang="ja-JP" sz="2400" dirty="0"/>
          </a:p>
          <a:p>
            <a:r>
              <a:rPr lang="ja-JP" altLang="en-US" sz="2400" dirty="0"/>
              <a:t>プルリクエストとは、</a:t>
            </a:r>
            <a:endParaRPr lang="en-US" altLang="ja-JP" sz="2400" dirty="0"/>
          </a:p>
          <a:p>
            <a:r>
              <a:rPr lang="ja-JP" altLang="en-US" sz="2400" b="1" dirty="0">
                <a:solidFill>
                  <a:srgbClr val="FF0000"/>
                </a:solidFill>
              </a:rPr>
              <a:t>「作業したブランチを別のブランチに合流させてください」</a:t>
            </a:r>
            <a:endParaRPr lang="en-US" altLang="ja-JP" sz="2400" b="1" dirty="0">
              <a:solidFill>
                <a:srgbClr val="FF0000"/>
              </a:solidFill>
            </a:endParaRPr>
          </a:p>
          <a:p>
            <a:r>
              <a:rPr lang="ja-JP" altLang="en-US" sz="2400" dirty="0"/>
              <a:t>とリクエストするものになります。</a:t>
            </a:r>
            <a:endParaRPr lang="en-US" altLang="ja-JP" sz="2400" dirty="0"/>
          </a:p>
          <a:p>
            <a:endParaRPr lang="en-US" altLang="ja-JP" sz="2400" dirty="0"/>
          </a:p>
          <a:p>
            <a:r>
              <a:rPr lang="ja-JP" altLang="en-US" sz="2400" b="1" dirty="0">
                <a:solidFill>
                  <a:srgbClr val="FF0000"/>
                </a:solidFill>
              </a:rPr>
              <a:t>■イメージ</a:t>
            </a:r>
            <a:endParaRPr lang="en-US" altLang="ja-JP" sz="2400" b="1" dirty="0">
              <a:solidFill>
                <a:srgbClr val="FF0000"/>
              </a:solidFill>
            </a:endParaRPr>
          </a:p>
        </p:txBody>
      </p:sp>
      <p:sp>
        <p:nvSpPr>
          <p:cNvPr id="2" name="楕円 1">
            <a:extLst>
              <a:ext uri="{FF2B5EF4-FFF2-40B4-BE49-F238E27FC236}">
                <a16:creationId xmlns:a16="http://schemas.microsoft.com/office/drawing/2014/main" id="{B8ED6CDC-23EC-41AE-ADFD-AECF9EEC296B}"/>
              </a:ext>
            </a:extLst>
          </p:cNvPr>
          <p:cNvSpPr/>
          <p:nvPr/>
        </p:nvSpPr>
        <p:spPr>
          <a:xfrm>
            <a:off x="915235" y="3664453"/>
            <a:ext cx="475129" cy="47961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1" name="テキスト ボックス 10">
            <a:extLst>
              <a:ext uri="{FF2B5EF4-FFF2-40B4-BE49-F238E27FC236}">
                <a16:creationId xmlns:a16="http://schemas.microsoft.com/office/drawing/2014/main" id="{298CBD56-13D8-41D7-9BCB-3100294CD202}"/>
              </a:ext>
            </a:extLst>
          </p:cNvPr>
          <p:cNvSpPr txBox="1"/>
          <p:nvPr/>
        </p:nvSpPr>
        <p:spPr>
          <a:xfrm>
            <a:off x="567542" y="4325311"/>
            <a:ext cx="1170513" cy="461665"/>
          </a:xfrm>
          <a:prstGeom prst="rect">
            <a:avLst/>
          </a:prstGeom>
          <a:noFill/>
        </p:spPr>
        <p:txBody>
          <a:bodyPr wrap="none" rtlCol="0">
            <a:spAutoFit/>
          </a:bodyPr>
          <a:lstStyle/>
          <a:p>
            <a:r>
              <a:rPr lang="en-US" altLang="ja-JP" sz="2400" dirty="0"/>
              <a:t>master</a:t>
            </a:r>
          </a:p>
        </p:txBody>
      </p:sp>
      <p:sp>
        <p:nvSpPr>
          <p:cNvPr id="12" name="楕円 11">
            <a:extLst>
              <a:ext uri="{FF2B5EF4-FFF2-40B4-BE49-F238E27FC236}">
                <a16:creationId xmlns:a16="http://schemas.microsoft.com/office/drawing/2014/main" id="{5EFDBC9C-5CBF-479F-BDBC-98B13DFFA567}"/>
              </a:ext>
            </a:extLst>
          </p:cNvPr>
          <p:cNvSpPr/>
          <p:nvPr/>
        </p:nvSpPr>
        <p:spPr>
          <a:xfrm>
            <a:off x="2012445" y="4971837"/>
            <a:ext cx="475129" cy="479612"/>
          </a:xfrm>
          <a:prstGeom prst="ellipse">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3" name="テキスト ボックス 12">
            <a:extLst>
              <a:ext uri="{FF2B5EF4-FFF2-40B4-BE49-F238E27FC236}">
                <a16:creationId xmlns:a16="http://schemas.microsoft.com/office/drawing/2014/main" id="{85690306-B75D-4D25-804A-237D34DAE0B1}"/>
              </a:ext>
            </a:extLst>
          </p:cNvPr>
          <p:cNvSpPr txBox="1"/>
          <p:nvPr/>
        </p:nvSpPr>
        <p:spPr>
          <a:xfrm>
            <a:off x="1587808" y="5451449"/>
            <a:ext cx="1324402" cy="461665"/>
          </a:xfrm>
          <a:prstGeom prst="rect">
            <a:avLst/>
          </a:prstGeom>
          <a:noFill/>
        </p:spPr>
        <p:txBody>
          <a:bodyPr wrap="none" rtlCol="0">
            <a:spAutoFit/>
          </a:bodyPr>
          <a:lstStyle/>
          <a:p>
            <a:r>
              <a:rPr lang="en-US" altLang="ja-JP" sz="2400" dirty="0"/>
              <a:t>practice</a:t>
            </a:r>
          </a:p>
        </p:txBody>
      </p:sp>
      <p:cxnSp>
        <p:nvCxnSpPr>
          <p:cNvPr id="5" name="直線矢印コネクタ 4">
            <a:extLst>
              <a:ext uri="{FF2B5EF4-FFF2-40B4-BE49-F238E27FC236}">
                <a16:creationId xmlns:a16="http://schemas.microsoft.com/office/drawing/2014/main" id="{DC4C3D84-C95F-4A2C-8C62-A0F79CCBB656}"/>
              </a:ext>
            </a:extLst>
          </p:cNvPr>
          <p:cNvCxnSpPr>
            <a:stCxn id="2" idx="6"/>
          </p:cNvCxnSpPr>
          <p:nvPr/>
        </p:nvCxnSpPr>
        <p:spPr>
          <a:xfrm flipV="1">
            <a:off x="1390364" y="3902018"/>
            <a:ext cx="3603812" cy="224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1" name="直線矢印コネクタ 20">
            <a:extLst>
              <a:ext uri="{FF2B5EF4-FFF2-40B4-BE49-F238E27FC236}">
                <a16:creationId xmlns:a16="http://schemas.microsoft.com/office/drawing/2014/main" id="{01CB9C4C-EE89-4489-8892-A7EA4E2C1B3C}"/>
              </a:ext>
            </a:extLst>
          </p:cNvPr>
          <p:cNvCxnSpPr>
            <a:cxnSpLocks/>
            <a:stCxn id="12" idx="6"/>
          </p:cNvCxnSpPr>
          <p:nvPr/>
        </p:nvCxnSpPr>
        <p:spPr>
          <a:xfrm flipV="1">
            <a:off x="2487574" y="4079026"/>
            <a:ext cx="1672884" cy="1132617"/>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2" name="テキスト ボックス 21">
            <a:extLst>
              <a:ext uri="{FF2B5EF4-FFF2-40B4-BE49-F238E27FC236}">
                <a16:creationId xmlns:a16="http://schemas.microsoft.com/office/drawing/2014/main" id="{123B51B3-EFF1-459F-A57A-900DE3B9EF1B}"/>
              </a:ext>
            </a:extLst>
          </p:cNvPr>
          <p:cNvSpPr txBox="1"/>
          <p:nvPr/>
        </p:nvSpPr>
        <p:spPr>
          <a:xfrm>
            <a:off x="3410471" y="4461569"/>
            <a:ext cx="2723823" cy="646331"/>
          </a:xfrm>
          <a:prstGeom prst="rect">
            <a:avLst/>
          </a:prstGeom>
          <a:noFill/>
        </p:spPr>
        <p:txBody>
          <a:bodyPr wrap="none" rtlCol="0">
            <a:spAutoFit/>
          </a:bodyPr>
          <a:lstStyle/>
          <a:p>
            <a:r>
              <a:rPr lang="ja-JP" altLang="en-US" b="1" dirty="0">
                <a:solidFill>
                  <a:srgbClr val="FF0000"/>
                </a:solidFill>
              </a:rPr>
              <a:t>合流させてください！！</a:t>
            </a:r>
            <a:endParaRPr lang="en-US" altLang="ja-JP" b="1" dirty="0">
              <a:solidFill>
                <a:srgbClr val="FF0000"/>
              </a:solidFill>
            </a:endParaRPr>
          </a:p>
          <a:p>
            <a:r>
              <a:rPr lang="ja-JP" altLang="en-US" b="1" dirty="0">
                <a:solidFill>
                  <a:srgbClr val="FF0000"/>
                </a:solidFill>
              </a:rPr>
              <a:t>（プルリクエスト）</a:t>
            </a:r>
            <a:endParaRPr lang="en-US" altLang="ja-JP" b="1" dirty="0">
              <a:solidFill>
                <a:srgbClr val="FF0000"/>
              </a:solidFill>
            </a:endParaRPr>
          </a:p>
        </p:txBody>
      </p:sp>
    </p:spTree>
    <p:extLst>
      <p:ext uri="{BB962C8B-B14F-4D97-AF65-F5344CB8AC3E}">
        <p14:creationId xmlns:p14="http://schemas.microsoft.com/office/powerpoint/2010/main" val="390625832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5A13BF46-B8C5-48AA-8308-C9ECFF431A18}"/>
              </a:ext>
            </a:extLst>
          </p:cNvPr>
          <p:cNvSpPr txBox="1"/>
          <p:nvPr/>
        </p:nvSpPr>
        <p:spPr>
          <a:xfrm>
            <a:off x="567542" y="491954"/>
            <a:ext cx="3057247" cy="584775"/>
          </a:xfrm>
          <a:prstGeom prst="rect">
            <a:avLst/>
          </a:prstGeom>
          <a:noFill/>
        </p:spPr>
        <p:txBody>
          <a:bodyPr wrap="none" rtlCol="0">
            <a:spAutoFit/>
          </a:bodyPr>
          <a:lstStyle/>
          <a:p>
            <a:r>
              <a:rPr kumimoji="1" lang="ja-JP" altLang="en-US" sz="3200" b="1" u="sng" dirty="0"/>
              <a:t>プルリクエスト</a:t>
            </a:r>
          </a:p>
        </p:txBody>
      </p:sp>
      <p:sp>
        <p:nvSpPr>
          <p:cNvPr id="6" name="テキスト ボックス 5">
            <a:extLst>
              <a:ext uri="{FF2B5EF4-FFF2-40B4-BE49-F238E27FC236}">
                <a16:creationId xmlns:a16="http://schemas.microsoft.com/office/drawing/2014/main" id="{55830AD6-028B-4C4E-80BF-B70DFC1C3A46}"/>
              </a:ext>
            </a:extLst>
          </p:cNvPr>
          <p:cNvSpPr txBox="1"/>
          <p:nvPr/>
        </p:nvSpPr>
        <p:spPr>
          <a:xfrm>
            <a:off x="567542" y="1216429"/>
            <a:ext cx="8996374" cy="830997"/>
          </a:xfrm>
          <a:prstGeom prst="rect">
            <a:avLst/>
          </a:prstGeom>
          <a:noFill/>
        </p:spPr>
        <p:txBody>
          <a:bodyPr wrap="none" rtlCol="0">
            <a:spAutoFit/>
          </a:bodyPr>
          <a:lstStyle/>
          <a:p>
            <a:r>
              <a:rPr lang="en-US" altLang="ja-JP" sz="2400" dirty="0" err="1"/>
              <a:t>BitBucket</a:t>
            </a:r>
            <a:r>
              <a:rPr lang="ja-JP" altLang="en-US" sz="2400" dirty="0"/>
              <a:t>の</a:t>
            </a:r>
            <a:r>
              <a:rPr lang="en-US" altLang="ja-JP" sz="2400" b="1" dirty="0">
                <a:solidFill>
                  <a:srgbClr val="FF0000"/>
                </a:solidFill>
              </a:rPr>
              <a:t>Pull requests</a:t>
            </a:r>
            <a:r>
              <a:rPr lang="ja-JP" altLang="en-US" sz="2400" b="1" dirty="0">
                <a:solidFill>
                  <a:srgbClr val="FF0000"/>
                </a:solidFill>
              </a:rPr>
              <a:t>ページ</a:t>
            </a:r>
            <a:r>
              <a:rPr lang="ja-JP" altLang="en-US" sz="2400" dirty="0"/>
              <a:t>を開きます。</a:t>
            </a:r>
            <a:endParaRPr lang="en-US" altLang="ja-JP" sz="2400" dirty="0"/>
          </a:p>
          <a:p>
            <a:r>
              <a:rPr lang="en-US" altLang="ja-JP" sz="2400" b="1" dirty="0">
                <a:solidFill>
                  <a:srgbClr val="FF0000"/>
                </a:solidFill>
              </a:rPr>
              <a:t>Create pull request </a:t>
            </a:r>
            <a:r>
              <a:rPr lang="ja-JP" altLang="en-US" sz="2400" dirty="0"/>
              <a:t>ボタンからプルリクエストを作成します。</a:t>
            </a:r>
            <a:endParaRPr lang="en-US" altLang="ja-JP" sz="2400" dirty="0"/>
          </a:p>
        </p:txBody>
      </p:sp>
      <p:pic>
        <p:nvPicPr>
          <p:cNvPr id="7" name="図 6">
            <a:extLst>
              <a:ext uri="{FF2B5EF4-FFF2-40B4-BE49-F238E27FC236}">
                <a16:creationId xmlns:a16="http://schemas.microsoft.com/office/drawing/2014/main" id="{6B4C7ABA-2CC4-4837-AD11-ADFA8C622355}"/>
              </a:ext>
            </a:extLst>
          </p:cNvPr>
          <p:cNvPicPr>
            <a:picLocks noChangeAspect="1"/>
          </p:cNvPicPr>
          <p:nvPr/>
        </p:nvPicPr>
        <p:blipFill>
          <a:blip r:embed="rId2"/>
          <a:stretch>
            <a:fillRect/>
          </a:stretch>
        </p:blipFill>
        <p:spPr>
          <a:xfrm>
            <a:off x="567542" y="2187126"/>
            <a:ext cx="10880387" cy="2173753"/>
          </a:xfrm>
          <a:prstGeom prst="rect">
            <a:avLst/>
          </a:prstGeom>
        </p:spPr>
      </p:pic>
      <p:sp>
        <p:nvSpPr>
          <p:cNvPr id="8" name="矢印: 右 7">
            <a:extLst>
              <a:ext uri="{FF2B5EF4-FFF2-40B4-BE49-F238E27FC236}">
                <a16:creationId xmlns:a16="http://schemas.microsoft.com/office/drawing/2014/main" id="{74214A99-C893-45DC-BC1B-DFE34255A085}"/>
              </a:ext>
            </a:extLst>
          </p:cNvPr>
          <p:cNvSpPr/>
          <p:nvPr/>
        </p:nvSpPr>
        <p:spPr>
          <a:xfrm rot="13224477">
            <a:off x="1434353" y="4199429"/>
            <a:ext cx="502023" cy="322730"/>
          </a:xfrm>
          <a:prstGeom prst="rightArrow">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4" name="矢印: 右 13">
            <a:extLst>
              <a:ext uri="{FF2B5EF4-FFF2-40B4-BE49-F238E27FC236}">
                <a16:creationId xmlns:a16="http://schemas.microsoft.com/office/drawing/2014/main" id="{6D84F600-5D77-4767-91D4-9CAD5D311784}"/>
              </a:ext>
            </a:extLst>
          </p:cNvPr>
          <p:cNvSpPr/>
          <p:nvPr/>
        </p:nvSpPr>
        <p:spPr>
          <a:xfrm rot="13224477">
            <a:off x="11196916" y="3112637"/>
            <a:ext cx="502023" cy="322730"/>
          </a:xfrm>
          <a:prstGeom prst="rightArrow">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379997653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5A13BF46-B8C5-48AA-8308-C9ECFF431A18}"/>
              </a:ext>
            </a:extLst>
          </p:cNvPr>
          <p:cNvSpPr txBox="1"/>
          <p:nvPr/>
        </p:nvSpPr>
        <p:spPr>
          <a:xfrm>
            <a:off x="567542" y="491954"/>
            <a:ext cx="3057247" cy="584775"/>
          </a:xfrm>
          <a:prstGeom prst="rect">
            <a:avLst/>
          </a:prstGeom>
          <a:noFill/>
        </p:spPr>
        <p:txBody>
          <a:bodyPr wrap="none" rtlCol="0">
            <a:spAutoFit/>
          </a:bodyPr>
          <a:lstStyle/>
          <a:p>
            <a:r>
              <a:rPr kumimoji="1" lang="ja-JP" altLang="en-US" sz="3200" b="1" u="sng" dirty="0"/>
              <a:t>プルリクエスト</a:t>
            </a:r>
          </a:p>
        </p:txBody>
      </p:sp>
      <p:sp>
        <p:nvSpPr>
          <p:cNvPr id="6" name="テキスト ボックス 5">
            <a:extLst>
              <a:ext uri="{FF2B5EF4-FFF2-40B4-BE49-F238E27FC236}">
                <a16:creationId xmlns:a16="http://schemas.microsoft.com/office/drawing/2014/main" id="{55830AD6-028B-4C4E-80BF-B70DFC1C3A46}"/>
              </a:ext>
            </a:extLst>
          </p:cNvPr>
          <p:cNvSpPr txBox="1"/>
          <p:nvPr/>
        </p:nvSpPr>
        <p:spPr>
          <a:xfrm>
            <a:off x="567542" y="1216429"/>
            <a:ext cx="3262432" cy="461665"/>
          </a:xfrm>
          <a:prstGeom prst="rect">
            <a:avLst/>
          </a:prstGeom>
          <a:noFill/>
        </p:spPr>
        <p:txBody>
          <a:bodyPr wrap="none" rtlCol="0">
            <a:spAutoFit/>
          </a:bodyPr>
          <a:lstStyle/>
          <a:p>
            <a:r>
              <a:rPr lang="ja-JP" altLang="en-US" sz="2400" dirty="0"/>
              <a:t>各項目を設定します。</a:t>
            </a:r>
            <a:endParaRPr lang="en-US" altLang="ja-JP" sz="2400" dirty="0"/>
          </a:p>
        </p:txBody>
      </p:sp>
      <p:pic>
        <p:nvPicPr>
          <p:cNvPr id="3" name="図 2">
            <a:extLst>
              <a:ext uri="{FF2B5EF4-FFF2-40B4-BE49-F238E27FC236}">
                <a16:creationId xmlns:a16="http://schemas.microsoft.com/office/drawing/2014/main" id="{343D98C8-3AFC-4FC8-B3D0-2A125CAC68D7}"/>
              </a:ext>
            </a:extLst>
          </p:cNvPr>
          <p:cNvPicPr>
            <a:picLocks noChangeAspect="1"/>
          </p:cNvPicPr>
          <p:nvPr/>
        </p:nvPicPr>
        <p:blipFill>
          <a:blip r:embed="rId2"/>
          <a:stretch>
            <a:fillRect/>
          </a:stretch>
        </p:blipFill>
        <p:spPr>
          <a:xfrm>
            <a:off x="567543" y="1817794"/>
            <a:ext cx="6846270" cy="4397057"/>
          </a:xfrm>
          <a:prstGeom prst="rect">
            <a:avLst/>
          </a:prstGeom>
        </p:spPr>
      </p:pic>
      <p:sp>
        <p:nvSpPr>
          <p:cNvPr id="9" name="テキスト ボックス 8">
            <a:extLst>
              <a:ext uri="{FF2B5EF4-FFF2-40B4-BE49-F238E27FC236}">
                <a16:creationId xmlns:a16="http://schemas.microsoft.com/office/drawing/2014/main" id="{665CE29F-B227-43C4-9721-A38119B19E33}"/>
              </a:ext>
            </a:extLst>
          </p:cNvPr>
          <p:cNvSpPr txBox="1"/>
          <p:nvPr/>
        </p:nvSpPr>
        <p:spPr>
          <a:xfrm>
            <a:off x="1374366" y="2372875"/>
            <a:ext cx="2050561" cy="307777"/>
          </a:xfrm>
          <a:prstGeom prst="rect">
            <a:avLst/>
          </a:prstGeom>
          <a:noFill/>
          <a:ln>
            <a:solidFill>
              <a:schemeClr val="tx1"/>
            </a:solidFill>
          </a:ln>
        </p:spPr>
        <p:txBody>
          <a:bodyPr wrap="none" rtlCol="0">
            <a:spAutoFit/>
          </a:bodyPr>
          <a:lstStyle/>
          <a:p>
            <a:r>
              <a:rPr lang="ja-JP" altLang="en-US" sz="1400" b="1" dirty="0">
                <a:solidFill>
                  <a:srgbClr val="FF0000"/>
                </a:solidFill>
              </a:rPr>
              <a:t>① </a:t>
            </a:r>
            <a:r>
              <a:rPr lang="en-US" altLang="ja-JP" sz="1400" b="1" dirty="0">
                <a:solidFill>
                  <a:srgbClr val="FF0000"/>
                </a:solidFill>
              </a:rPr>
              <a:t>Merge</a:t>
            </a:r>
            <a:r>
              <a:rPr lang="ja-JP" altLang="en-US" sz="1400" b="1" dirty="0">
                <a:solidFill>
                  <a:srgbClr val="FF0000"/>
                </a:solidFill>
              </a:rPr>
              <a:t>するブランチ</a:t>
            </a:r>
            <a:endParaRPr lang="en-US" altLang="ja-JP" sz="1400" b="1" dirty="0">
              <a:solidFill>
                <a:srgbClr val="FF0000"/>
              </a:solidFill>
            </a:endParaRPr>
          </a:p>
        </p:txBody>
      </p:sp>
      <p:sp>
        <p:nvSpPr>
          <p:cNvPr id="10" name="テキスト ボックス 9">
            <a:extLst>
              <a:ext uri="{FF2B5EF4-FFF2-40B4-BE49-F238E27FC236}">
                <a16:creationId xmlns:a16="http://schemas.microsoft.com/office/drawing/2014/main" id="{8ECAE994-2375-44E1-AA15-3A3425577ECA}"/>
              </a:ext>
            </a:extLst>
          </p:cNvPr>
          <p:cNvSpPr txBox="1"/>
          <p:nvPr/>
        </p:nvSpPr>
        <p:spPr>
          <a:xfrm>
            <a:off x="5076789" y="2380556"/>
            <a:ext cx="2050561" cy="307777"/>
          </a:xfrm>
          <a:prstGeom prst="rect">
            <a:avLst/>
          </a:prstGeom>
          <a:noFill/>
          <a:ln>
            <a:solidFill>
              <a:schemeClr val="tx1"/>
            </a:solidFill>
          </a:ln>
        </p:spPr>
        <p:txBody>
          <a:bodyPr wrap="none" rtlCol="0">
            <a:spAutoFit/>
          </a:bodyPr>
          <a:lstStyle/>
          <a:p>
            <a:r>
              <a:rPr lang="ja-JP" altLang="en-US" sz="1400" b="1" dirty="0">
                <a:solidFill>
                  <a:srgbClr val="FF0000"/>
                </a:solidFill>
              </a:rPr>
              <a:t>② </a:t>
            </a:r>
            <a:r>
              <a:rPr lang="en-US" altLang="ja-JP" sz="1400" b="1" dirty="0">
                <a:solidFill>
                  <a:srgbClr val="FF0000"/>
                </a:solidFill>
              </a:rPr>
              <a:t>Merge</a:t>
            </a:r>
            <a:r>
              <a:rPr lang="ja-JP" altLang="en-US" sz="1400" b="1" dirty="0">
                <a:solidFill>
                  <a:srgbClr val="FF0000"/>
                </a:solidFill>
              </a:rPr>
              <a:t>先のブランチ</a:t>
            </a:r>
            <a:endParaRPr lang="en-US" altLang="ja-JP" sz="1400" b="1" dirty="0">
              <a:solidFill>
                <a:srgbClr val="FF0000"/>
              </a:solidFill>
            </a:endParaRPr>
          </a:p>
        </p:txBody>
      </p:sp>
      <p:sp>
        <p:nvSpPr>
          <p:cNvPr id="11" name="テキスト ボックス 10">
            <a:extLst>
              <a:ext uri="{FF2B5EF4-FFF2-40B4-BE49-F238E27FC236}">
                <a16:creationId xmlns:a16="http://schemas.microsoft.com/office/drawing/2014/main" id="{A3A86470-7CDD-46E5-B86B-D443A9F979A2}"/>
              </a:ext>
            </a:extLst>
          </p:cNvPr>
          <p:cNvSpPr txBox="1"/>
          <p:nvPr/>
        </p:nvSpPr>
        <p:spPr>
          <a:xfrm>
            <a:off x="1643307" y="3235733"/>
            <a:ext cx="3108543" cy="307777"/>
          </a:xfrm>
          <a:prstGeom prst="rect">
            <a:avLst/>
          </a:prstGeom>
          <a:noFill/>
          <a:ln>
            <a:solidFill>
              <a:schemeClr val="tx1"/>
            </a:solidFill>
          </a:ln>
        </p:spPr>
        <p:txBody>
          <a:bodyPr wrap="square" rtlCol="0">
            <a:spAutoFit/>
          </a:bodyPr>
          <a:lstStyle/>
          <a:p>
            <a:r>
              <a:rPr lang="ja-JP" altLang="en-US" sz="1400" b="1" dirty="0">
                <a:solidFill>
                  <a:srgbClr val="FF0000"/>
                </a:solidFill>
              </a:rPr>
              <a:t>③ タイトルは作業内容を簡単に書く</a:t>
            </a:r>
            <a:endParaRPr lang="en-US" altLang="ja-JP" sz="1400" b="1" dirty="0">
              <a:solidFill>
                <a:srgbClr val="FF0000"/>
              </a:solidFill>
            </a:endParaRPr>
          </a:p>
        </p:txBody>
      </p:sp>
      <p:sp>
        <p:nvSpPr>
          <p:cNvPr id="12" name="テキスト ボックス 11">
            <a:extLst>
              <a:ext uri="{FF2B5EF4-FFF2-40B4-BE49-F238E27FC236}">
                <a16:creationId xmlns:a16="http://schemas.microsoft.com/office/drawing/2014/main" id="{F546FBC5-E11C-45CA-9562-A4458A52165F}"/>
              </a:ext>
            </a:extLst>
          </p:cNvPr>
          <p:cNvSpPr txBox="1"/>
          <p:nvPr/>
        </p:nvSpPr>
        <p:spPr>
          <a:xfrm>
            <a:off x="935143" y="4139974"/>
            <a:ext cx="3439633" cy="307777"/>
          </a:xfrm>
          <a:prstGeom prst="rect">
            <a:avLst/>
          </a:prstGeom>
          <a:noFill/>
          <a:ln>
            <a:solidFill>
              <a:schemeClr val="tx1"/>
            </a:solidFill>
          </a:ln>
        </p:spPr>
        <p:txBody>
          <a:bodyPr wrap="square" rtlCol="0">
            <a:spAutoFit/>
          </a:bodyPr>
          <a:lstStyle/>
          <a:p>
            <a:r>
              <a:rPr lang="ja-JP" altLang="en-US" sz="1400" b="1" dirty="0">
                <a:solidFill>
                  <a:srgbClr val="FF0000"/>
                </a:solidFill>
              </a:rPr>
              <a:t>④ 詳細な説明が必要な場合はここに書く</a:t>
            </a:r>
            <a:endParaRPr lang="en-US" altLang="ja-JP" sz="1400" b="1" dirty="0">
              <a:solidFill>
                <a:srgbClr val="FF0000"/>
              </a:solidFill>
            </a:endParaRPr>
          </a:p>
        </p:txBody>
      </p:sp>
      <p:sp>
        <p:nvSpPr>
          <p:cNvPr id="13" name="テキスト ボックス 12">
            <a:extLst>
              <a:ext uri="{FF2B5EF4-FFF2-40B4-BE49-F238E27FC236}">
                <a16:creationId xmlns:a16="http://schemas.microsoft.com/office/drawing/2014/main" id="{34A976A4-9818-40CC-BF09-F9C5107C7F4A}"/>
              </a:ext>
            </a:extLst>
          </p:cNvPr>
          <p:cNvSpPr txBox="1"/>
          <p:nvPr/>
        </p:nvSpPr>
        <p:spPr>
          <a:xfrm>
            <a:off x="1486774" y="5044215"/>
            <a:ext cx="4474755" cy="307777"/>
          </a:xfrm>
          <a:prstGeom prst="rect">
            <a:avLst/>
          </a:prstGeom>
          <a:noFill/>
          <a:ln>
            <a:solidFill>
              <a:schemeClr val="tx1"/>
            </a:solidFill>
          </a:ln>
        </p:spPr>
        <p:txBody>
          <a:bodyPr wrap="square" rtlCol="0">
            <a:spAutoFit/>
          </a:bodyPr>
          <a:lstStyle/>
          <a:p>
            <a:r>
              <a:rPr lang="ja-JP" altLang="en-US" sz="1400" b="1" dirty="0">
                <a:solidFill>
                  <a:srgbClr val="FF0000"/>
                </a:solidFill>
              </a:rPr>
              <a:t>⑤ チームメンバー全員をレビュワーとして追加する</a:t>
            </a:r>
            <a:endParaRPr lang="en-US" altLang="ja-JP" sz="1400" b="1" dirty="0">
              <a:solidFill>
                <a:srgbClr val="FF0000"/>
              </a:solidFill>
            </a:endParaRPr>
          </a:p>
        </p:txBody>
      </p:sp>
      <p:sp>
        <p:nvSpPr>
          <p:cNvPr id="15" name="テキスト ボックス 14">
            <a:extLst>
              <a:ext uri="{FF2B5EF4-FFF2-40B4-BE49-F238E27FC236}">
                <a16:creationId xmlns:a16="http://schemas.microsoft.com/office/drawing/2014/main" id="{2CE17182-43B0-4102-B649-F58BCAB7EA7A}"/>
              </a:ext>
            </a:extLst>
          </p:cNvPr>
          <p:cNvSpPr txBox="1"/>
          <p:nvPr/>
        </p:nvSpPr>
        <p:spPr>
          <a:xfrm>
            <a:off x="715809" y="5760865"/>
            <a:ext cx="4878167" cy="307777"/>
          </a:xfrm>
          <a:prstGeom prst="rect">
            <a:avLst/>
          </a:prstGeom>
          <a:noFill/>
          <a:ln>
            <a:solidFill>
              <a:schemeClr val="tx1"/>
            </a:solidFill>
          </a:ln>
        </p:spPr>
        <p:txBody>
          <a:bodyPr wrap="square" rtlCol="0">
            <a:spAutoFit/>
          </a:bodyPr>
          <a:lstStyle/>
          <a:p>
            <a:r>
              <a:rPr lang="ja-JP" altLang="en-US" sz="1400" b="1" dirty="0">
                <a:solidFill>
                  <a:srgbClr val="FF0000"/>
                </a:solidFill>
              </a:rPr>
              <a:t>⑥ </a:t>
            </a:r>
            <a:r>
              <a:rPr lang="en-US" altLang="ja-JP" sz="1400" b="1" dirty="0">
                <a:solidFill>
                  <a:srgbClr val="FF0000"/>
                </a:solidFill>
              </a:rPr>
              <a:t>Merge</a:t>
            </a:r>
            <a:r>
              <a:rPr lang="ja-JP" altLang="en-US" sz="1400" b="1" dirty="0">
                <a:solidFill>
                  <a:srgbClr val="FF0000"/>
                </a:solidFill>
              </a:rPr>
              <a:t>されたら</a:t>
            </a:r>
            <a:r>
              <a:rPr lang="en-US" altLang="ja-JP" sz="1400" b="1" dirty="0">
                <a:solidFill>
                  <a:srgbClr val="FF0000"/>
                </a:solidFill>
              </a:rPr>
              <a:t>Branch</a:t>
            </a:r>
            <a:r>
              <a:rPr lang="ja-JP" altLang="en-US" sz="1400" b="1" dirty="0">
                <a:solidFill>
                  <a:srgbClr val="FF0000"/>
                </a:solidFill>
              </a:rPr>
              <a:t>を消すかどうか（基本は</a:t>
            </a:r>
            <a:r>
              <a:rPr lang="en-US" altLang="ja-JP" sz="1400" b="1" dirty="0">
                <a:solidFill>
                  <a:srgbClr val="FF0000"/>
                </a:solidFill>
              </a:rPr>
              <a:t>OFF</a:t>
            </a:r>
            <a:r>
              <a:rPr lang="ja-JP" altLang="en-US" sz="1400" b="1" dirty="0">
                <a:solidFill>
                  <a:srgbClr val="FF0000"/>
                </a:solidFill>
              </a:rPr>
              <a:t>）</a:t>
            </a:r>
            <a:endParaRPr lang="en-US" altLang="ja-JP" sz="1400" b="1" dirty="0">
              <a:solidFill>
                <a:srgbClr val="FF0000"/>
              </a:solidFill>
            </a:endParaRPr>
          </a:p>
        </p:txBody>
      </p:sp>
    </p:spTree>
    <p:extLst>
      <p:ext uri="{BB962C8B-B14F-4D97-AF65-F5344CB8AC3E}">
        <p14:creationId xmlns:p14="http://schemas.microsoft.com/office/powerpoint/2010/main" val="12753600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5A13BF46-B8C5-48AA-8308-C9ECFF431A18}"/>
              </a:ext>
            </a:extLst>
          </p:cNvPr>
          <p:cNvSpPr txBox="1"/>
          <p:nvPr/>
        </p:nvSpPr>
        <p:spPr>
          <a:xfrm>
            <a:off x="567542" y="491954"/>
            <a:ext cx="3057247" cy="584775"/>
          </a:xfrm>
          <a:prstGeom prst="rect">
            <a:avLst/>
          </a:prstGeom>
          <a:noFill/>
        </p:spPr>
        <p:txBody>
          <a:bodyPr wrap="none" rtlCol="0">
            <a:spAutoFit/>
          </a:bodyPr>
          <a:lstStyle/>
          <a:p>
            <a:r>
              <a:rPr kumimoji="1" lang="ja-JP" altLang="en-US" sz="3200" b="1" u="sng" dirty="0"/>
              <a:t>プルリクエスト</a:t>
            </a:r>
          </a:p>
        </p:txBody>
      </p:sp>
      <p:sp>
        <p:nvSpPr>
          <p:cNvPr id="6" name="テキスト ボックス 5">
            <a:extLst>
              <a:ext uri="{FF2B5EF4-FFF2-40B4-BE49-F238E27FC236}">
                <a16:creationId xmlns:a16="http://schemas.microsoft.com/office/drawing/2014/main" id="{55830AD6-028B-4C4E-80BF-B70DFC1C3A46}"/>
              </a:ext>
            </a:extLst>
          </p:cNvPr>
          <p:cNvSpPr txBox="1"/>
          <p:nvPr/>
        </p:nvSpPr>
        <p:spPr>
          <a:xfrm>
            <a:off x="567542" y="1216429"/>
            <a:ext cx="9238426" cy="830997"/>
          </a:xfrm>
          <a:prstGeom prst="rect">
            <a:avLst/>
          </a:prstGeom>
          <a:noFill/>
        </p:spPr>
        <p:txBody>
          <a:bodyPr wrap="none" rtlCol="0">
            <a:spAutoFit/>
          </a:bodyPr>
          <a:lstStyle/>
          <a:p>
            <a:r>
              <a:rPr lang="ja-JP" altLang="en-US" sz="2400" dirty="0"/>
              <a:t>作成したプルリクエストは</a:t>
            </a:r>
            <a:r>
              <a:rPr lang="en-US" altLang="ja-JP" sz="2400" b="1" dirty="0">
                <a:solidFill>
                  <a:srgbClr val="FF0000"/>
                </a:solidFill>
              </a:rPr>
              <a:t>Pull requests</a:t>
            </a:r>
            <a:r>
              <a:rPr lang="ja-JP" altLang="en-US" sz="2400" b="1" dirty="0">
                <a:solidFill>
                  <a:srgbClr val="FF0000"/>
                </a:solidFill>
              </a:rPr>
              <a:t>ページ</a:t>
            </a:r>
            <a:r>
              <a:rPr lang="ja-JP" altLang="en-US" sz="2400" dirty="0"/>
              <a:t>で確認できます。</a:t>
            </a:r>
            <a:endParaRPr lang="en-US" altLang="ja-JP" sz="2400" dirty="0"/>
          </a:p>
          <a:p>
            <a:r>
              <a:rPr lang="ja-JP" altLang="en-US" sz="2400" dirty="0"/>
              <a:t>各メンバーは確認してみましょう。</a:t>
            </a:r>
            <a:endParaRPr lang="en-US" altLang="ja-JP" sz="2400" dirty="0"/>
          </a:p>
        </p:txBody>
      </p:sp>
      <p:pic>
        <p:nvPicPr>
          <p:cNvPr id="5" name="図 4">
            <a:extLst>
              <a:ext uri="{FF2B5EF4-FFF2-40B4-BE49-F238E27FC236}">
                <a16:creationId xmlns:a16="http://schemas.microsoft.com/office/drawing/2014/main" id="{F746F199-5D8E-4213-AC16-609212241057}"/>
              </a:ext>
            </a:extLst>
          </p:cNvPr>
          <p:cNvPicPr>
            <a:picLocks noChangeAspect="1"/>
          </p:cNvPicPr>
          <p:nvPr/>
        </p:nvPicPr>
        <p:blipFill>
          <a:blip r:embed="rId2"/>
          <a:stretch>
            <a:fillRect/>
          </a:stretch>
        </p:blipFill>
        <p:spPr>
          <a:xfrm>
            <a:off x="567542" y="2187126"/>
            <a:ext cx="10635286" cy="3657862"/>
          </a:xfrm>
          <a:prstGeom prst="rect">
            <a:avLst/>
          </a:prstGeom>
        </p:spPr>
      </p:pic>
      <p:sp>
        <p:nvSpPr>
          <p:cNvPr id="14" name="矢印: 右 13">
            <a:extLst>
              <a:ext uri="{FF2B5EF4-FFF2-40B4-BE49-F238E27FC236}">
                <a16:creationId xmlns:a16="http://schemas.microsoft.com/office/drawing/2014/main" id="{6BAA5A6F-A0D0-411A-8DB3-139E1F72BF03}"/>
              </a:ext>
            </a:extLst>
          </p:cNvPr>
          <p:cNvSpPr/>
          <p:nvPr/>
        </p:nvSpPr>
        <p:spPr>
          <a:xfrm rot="13224477">
            <a:off x="2214281" y="5122793"/>
            <a:ext cx="502023" cy="322730"/>
          </a:xfrm>
          <a:prstGeom prst="rightArrow">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12961037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5A13BF46-B8C5-48AA-8308-C9ECFF431A18}"/>
              </a:ext>
            </a:extLst>
          </p:cNvPr>
          <p:cNvSpPr txBox="1"/>
          <p:nvPr/>
        </p:nvSpPr>
        <p:spPr>
          <a:xfrm>
            <a:off x="567542" y="491954"/>
            <a:ext cx="3057247" cy="584775"/>
          </a:xfrm>
          <a:prstGeom prst="rect">
            <a:avLst/>
          </a:prstGeom>
          <a:noFill/>
        </p:spPr>
        <p:txBody>
          <a:bodyPr wrap="none" rtlCol="0">
            <a:spAutoFit/>
          </a:bodyPr>
          <a:lstStyle/>
          <a:p>
            <a:r>
              <a:rPr kumimoji="1" lang="ja-JP" altLang="en-US" sz="3200" b="1" u="sng" dirty="0"/>
              <a:t>プルリクエスト</a:t>
            </a:r>
          </a:p>
        </p:txBody>
      </p:sp>
      <p:sp>
        <p:nvSpPr>
          <p:cNvPr id="6" name="テキスト ボックス 5">
            <a:extLst>
              <a:ext uri="{FF2B5EF4-FFF2-40B4-BE49-F238E27FC236}">
                <a16:creationId xmlns:a16="http://schemas.microsoft.com/office/drawing/2014/main" id="{55830AD6-028B-4C4E-80BF-B70DFC1C3A46}"/>
              </a:ext>
            </a:extLst>
          </p:cNvPr>
          <p:cNvSpPr txBox="1"/>
          <p:nvPr/>
        </p:nvSpPr>
        <p:spPr>
          <a:xfrm>
            <a:off x="567542" y="1216429"/>
            <a:ext cx="9847568" cy="830997"/>
          </a:xfrm>
          <a:prstGeom prst="rect">
            <a:avLst/>
          </a:prstGeom>
          <a:noFill/>
        </p:spPr>
        <p:txBody>
          <a:bodyPr wrap="none" rtlCol="0">
            <a:spAutoFit/>
          </a:bodyPr>
          <a:lstStyle/>
          <a:p>
            <a:r>
              <a:rPr lang="en-US" altLang="ja-JP" sz="2400" dirty="0"/>
              <a:t>Files changed</a:t>
            </a:r>
            <a:r>
              <a:rPr lang="ja-JP" altLang="en-US" sz="2400" dirty="0"/>
              <a:t>の項目で、プルリクエストの修正内容が確認できます。</a:t>
            </a:r>
            <a:endParaRPr lang="en-US" altLang="ja-JP" sz="2400" dirty="0"/>
          </a:p>
          <a:p>
            <a:r>
              <a:rPr lang="ja-JP" altLang="en-US" sz="2400" dirty="0"/>
              <a:t>全員で確認してみましょう。</a:t>
            </a:r>
            <a:endParaRPr lang="en-US" altLang="ja-JP" sz="2400" dirty="0"/>
          </a:p>
        </p:txBody>
      </p:sp>
      <p:pic>
        <p:nvPicPr>
          <p:cNvPr id="3" name="図 2">
            <a:extLst>
              <a:ext uri="{FF2B5EF4-FFF2-40B4-BE49-F238E27FC236}">
                <a16:creationId xmlns:a16="http://schemas.microsoft.com/office/drawing/2014/main" id="{BEBF77AF-2004-458E-AA1B-926EE6817D78}"/>
              </a:ext>
            </a:extLst>
          </p:cNvPr>
          <p:cNvPicPr>
            <a:picLocks noChangeAspect="1"/>
          </p:cNvPicPr>
          <p:nvPr/>
        </p:nvPicPr>
        <p:blipFill>
          <a:blip r:embed="rId2"/>
          <a:stretch>
            <a:fillRect/>
          </a:stretch>
        </p:blipFill>
        <p:spPr>
          <a:xfrm>
            <a:off x="567542" y="2187127"/>
            <a:ext cx="6147023" cy="4239566"/>
          </a:xfrm>
          <a:prstGeom prst="rect">
            <a:avLst/>
          </a:prstGeom>
        </p:spPr>
      </p:pic>
      <p:sp>
        <p:nvSpPr>
          <p:cNvPr id="8" name="矢印: 右 7">
            <a:extLst>
              <a:ext uri="{FF2B5EF4-FFF2-40B4-BE49-F238E27FC236}">
                <a16:creationId xmlns:a16="http://schemas.microsoft.com/office/drawing/2014/main" id="{96475CFF-2EA0-41C7-94DD-BFEAD9178F85}"/>
              </a:ext>
            </a:extLst>
          </p:cNvPr>
          <p:cNvSpPr/>
          <p:nvPr/>
        </p:nvSpPr>
        <p:spPr>
          <a:xfrm rot="13224477">
            <a:off x="2140886" y="3948417"/>
            <a:ext cx="502023" cy="322730"/>
          </a:xfrm>
          <a:prstGeom prst="rightArrow">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264741914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5A13BF46-B8C5-48AA-8308-C9ECFF431A18}"/>
              </a:ext>
            </a:extLst>
          </p:cNvPr>
          <p:cNvSpPr txBox="1"/>
          <p:nvPr/>
        </p:nvSpPr>
        <p:spPr>
          <a:xfrm>
            <a:off x="567542" y="491954"/>
            <a:ext cx="3057247" cy="584775"/>
          </a:xfrm>
          <a:prstGeom prst="rect">
            <a:avLst/>
          </a:prstGeom>
          <a:noFill/>
        </p:spPr>
        <p:txBody>
          <a:bodyPr wrap="none" rtlCol="0">
            <a:spAutoFit/>
          </a:bodyPr>
          <a:lstStyle/>
          <a:p>
            <a:r>
              <a:rPr kumimoji="1" lang="ja-JP" altLang="en-US" sz="3200" b="1" u="sng" dirty="0"/>
              <a:t>プルリクエスト</a:t>
            </a:r>
          </a:p>
        </p:txBody>
      </p:sp>
      <p:sp>
        <p:nvSpPr>
          <p:cNvPr id="6" name="テキスト ボックス 5">
            <a:extLst>
              <a:ext uri="{FF2B5EF4-FFF2-40B4-BE49-F238E27FC236}">
                <a16:creationId xmlns:a16="http://schemas.microsoft.com/office/drawing/2014/main" id="{55830AD6-028B-4C4E-80BF-B70DFC1C3A46}"/>
              </a:ext>
            </a:extLst>
          </p:cNvPr>
          <p:cNvSpPr txBox="1"/>
          <p:nvPr/>
        </p:nvSpPr>
        <p:spPr>
          <a:xfrm>
            <a:off x="567542" y="1216429"/>
            <a:ext cx="9110186" cy="830997"/>
          </a:xfrm>
          <a:prstGeom prst="rect">
            <a:avLst/>
          </a:prstGeom>
          <a:noFill/>
        </p:spPr>
        <p:txBody>
          <a:bodyPr wrap="none" rtlCol="0">
            <a:spAutoFit/>
          </a:bodyPr>
          <a:lstStyle/>
          <a:p>
            <a:r>
              <a:rPr lang="ja-JP" altLang="en-US" sz="2400" dirty="0"/>
              <a:t>もしも問題がありそうであればコメントを送れます。</a:t>
            </a:r>
            <a:endParaRPr lang="en-US" altLang="ja-JP" sz="2400" dirty="0"/>
          </a:p>
          <a:p>
            <a:r>
              <a:rPr lang="ja-JP" altLang="en-US" sz="2400" dirty="0"/>
              <a:t>このように</a:t>
            </a:r>
            <a:r>
              <a:rPr lang="ja-JP" altLang="en-US" sz="2400" b="1" dirty="0">
                <a:solidFill>
                  <a:srgbClr val="FF0000"/>
                </a:solidFill>
              </a:rPr>
              <a:t>他のメンバーの作業をレビュー</a:t>
            </a:r>
            <a:r>
              <a:rPr lang="ja-JP" altLang="en-US" sz="2400" dirty="0"/>
              <a:t>することができます。</a:t>
            </a:r>
            <a:endParaRPr lang="en-US" altLang="ja-JP" sz="2400" dirty="0"/>
          </a:p>
        </p:txBody>
      </p:sp>
      <p:pic>
        <p:nvPicPr>
          <p:cNvPr id="5" name="図 4">
            <a:extLst>
              <a:ext uri="{FF2B5EF4-FFF2-40B4-BE49-F238E27FC236}">
                <a16:creationId xmlns:a16="http://schemas.microsoft.com/office/drawing/2014/main" id="{20D9C187-B6ED-4767-9EB4-08FA12451BD9}"/>
              </a:ext>
            </a:extLst>
          </p:cNvPr>
          <p:cNvPicPr>
            <a:picLocks noChangeAspect="1"/>
          </p:cNvPicPr>
          <p:nvPr/>
        </p:nvPicPr>
        <p:blipFill>
          <a:blip r:embed="rId2"/>
          <a:stretch>
            <a:fillRect/>
          </a:stretch>
        </p:blipFill>
        <p:spPr>
          <a:xfrm>
            <a:off x="567542" y="2187126"/>
            <a:ext cx="6839138" cy="4106098"/>
          </a:xfrm>
          <a:prstGeom prst="rect">
            <a:avLst/>
          </a:prstGeom>
        </p:spPr>
      </p:pic>
    </p:spTree>
    <p:extLst>
      <p:ext uri="{BB962C8B-B14F-4D97-AF65-F5344CB8AC3E}">
        <p14:creationId xmlns:p14="http://schemas.microsoft.com/office/powerpoint/2010/main" val="143478470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5A13BF46-B8C5-48AA-8308-C9ECFF431A18}"/>
              </a:ext>
            </a:extLst>
          </p:cNvPr>
          <p:cNvSpPr txBox="1"/>
          <p:nvPr/>
        </p:nvSpPr>
        <p:spPr>
          <a:xfrm>
            <a:off x="567542" y="491954"/>
            <a:ext cx="3057247" cy="584775"/>
          </a:xfrm>
          <a:prstGeom prst="rect">
            <a:avLst/>
          </a:prstGeom>
          <a:noFill/>
        </p:spPr>
        <p:txBody>
          <a:bodyPr wrap="none" rtlCol="0">
            <a:spAutoFit/>
          </a:bodyPr>
          <a:lstStyle/>
          <a:p>
            <a:r>
              <a:rPr kumimoji="1" lang="ja-JP" altLang="en-US" sz="3200" b="1" u="sng" dirty="0"/>
              <a:t>プルリクエスト</a:t>
            </a:r>
          </a:p>
        </p:txBody>
      </p:sp>
      <p:sp>
        <p:nvSpPr>
          <p:cNvPr id="6" name="テキスト ボックス 5">
            <a:extLst>
              <a:ext uri="{FF2B5EF4-FFF2-40B4-BE49-F238E27FC236}">
                <a16:creationId xmlns:a16="http://schemas.microsoft.com/office/drawing/2014/main" id="{55830AD6-028B-4C4E-80BF-B70DFC1C3A46}"/>
              </a:ext>
            </a:extLst>
          </p:cNvPr>
          <p:cNvSpPr txBox="1"/>
          <p:nvPr/>
        </p:nvSpPr>
        <p:spPr>
          <a:xfrm>
            <a:off x="567542" y="1216429"/>
            <a:ext cx="11505073" cy="830997"/>
          </a:xfrm>
          <a:prstGeom prst="rect">
            <a:avLst/>
          </a:prstGeom>
          <a:noFill/>
        </p:spPr>
        <p:txBody>
          <a:bodyPr wrap="none" rtlCol="0">
            <a:spAutoFit/>
          </a:bodyPr>
          <a:lstStyle/>
          <a:p>
            <a:r>
              <a:rPr lang="ja-JP" altLang="en-US" sz="2400" dirty="0"/>
              <a:t>また特に問題ないと思うメンバーは</a:t>
            </a:r>
            <a:r>
              <a:rPr lang="en-US" altLang="ja-JP" sz="2400" b="1" dirty="0">
                <a:solidFill>
                  <a:srgbClr val="00B050"/>
                </a:solidFill>
              </a:rPr>
              <a:t>Approve</a:t>
            </a:r>
            <a:r>
              <a:rPr lang="ja-JP" altLang="en-US" sz="2400" b="1" dirty="0">
                <a:solidFill>
                  <a:srgbClr val="00B050"/>
                </a:solidFill>
              </a:rPr>
              <a:t>ボタン</a:t>
            </a:r>
            <a:r>
              <a:rPr lang="ja-JP" altLang="en-US" sz="2400" dirty="0"/>
              <a:t>から</a:t>
            </a:r>
            <a:r>
              <a:rPr lang="ja-JP" altLang="en-US" sz="2400" b="1" dirty="0">
                <a:solidFill>
                  <a:srgbClr val="00B050"/>
                </a:solidFill>
              </a:rPr>
              <a:t>承認</a:t>
            </a:r>
            <a:r>
              <a:rPr lang="ja-JP" altLang="en-US" sz="2400" dirty="0"/>
              <a:t>することができます。</a:t>
            </a:r>
            <a:endParaRPr lang="en-US" altLang="ja-JP" sz="2400" dirty="0"/>
          </a:p>
          <a:p>
            <a:r>
              <a:rPr lang="ja-JP" altLang="en-US" sz="2400" dirty="0"/>
              <a:t>「個人的には大丈夫と思う」という意思表示ができます。</a:t>
            </a:r>
            <a:endParaRPr lang="en-US" altLang="ja-JP" sz="2400" dirty="0"/>
          </a:p>
        </p:txBody>
      </p:sp>
      <p:pic>
        <p:nvPicPr>
          <p:cNvPr id="3" name="図 2">
            <a:extLst>
              <a:ext uri="{FF2B5EF4-FFF2-40B4-BE49-F238E27FC236}">
                <a16:creationId xmlns:a16="http://schemas.microsoft.com/office/drawing/2014/main" id="{04666345-52F4-42DA-8146-5F5F8FC93E90}"/>
              </a:ext>
            </a:extLst>
          </p:cNvPr>
          <p:cNvPicPr>
            <a:picLocks noChangeAspect="1"/>
          </p:cNvPicPr>
          <p:nvPr/>
        </p:nvPicPr>
        <p:blipFill>
          <a:blip r:embed="rId2"/>
          <a:stretch>
            <a:fillRect/>
          </a:stretch>
        </p:blipFill>
        <p:spPr>
          <a:xfrm>
            <a:off x="567542" y="2187126"/>
            <a:ext cx="10871423" cy="1115202"/>
          </a:xfrm>
          <a:prstGeom prst="rect">
            <a:avLst/>
          </a:prstGeom>
        </p:spPr>
      </p:pic>
      <p:sp>
        <p:nvSpPr>
          <p:cNvPr id="7" name="矢印: 右 6">
            <a:extLst>
              <a:ext uri="{FF2B5EF4-FFF2-40B4-BE49-F238E27FC236}">
                <a16:creationId xmlns:a16="http://schemas.microsoft.com/office/drawing/2014/main" id="{76E03B4C-F566-472A-9A65-1075E45C3376}"/>
              </a:ext>
            </a:extLst>
          </p:cNvPr>
          <p:cNvSpPr/>
          <p:nvPr/>
        </p:nvSpPr>
        <p:spPr>
          <a:xfrm rot="13224477">
            <a:off x="10110510" y="3108725"/>
            <a:ext cx="502023" cy="322730"/>
          </a:xfrm>
          <a:prstGeom prst="rightArrow">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 name="テキスト ボックス 7">
            <a:extLst>
              <a:ext uri="{FF2B5EF4-FFF2-40B4-BE49-F238E27FC236}">
                <a16:creationId xmlns:a16="http://schemas.microsoft.com/office/drawing/2014/main" id="{1750EA2C-6067-4016-8C93-01DE7748212D}"/>
              </a:ext>
            </a:extLst>
          </p:cNvPr>
          <p:cNvSpPr txBox="1"/>
          <p:nvPr/>
        </p:nvSpPr>
        <p:spPr>
          <a:xfrm>
            <a:off x="567541" y="3442887"/>
            <a:ext cx="7263527" cy="461665"/>
          </a:xfrm>
          <a:prstGeom prst="rect">
            <a:avLst/>
          </a:prstGeom>
          <a:noFill/>
        </p:spPr>
        <p:txBody>
          <a:bodyPr wrap="none" rtlCol="0">
            <a:spAutoFit/>
          </a:bodyPr>
          <a:lstStyle/>
          <a:p>
            <a:r>
              <a:rPr lang="ja-JP" altLang="en-US" sz="2400" dirty="0"/>
              <a:t>問題ないと思ったらなるべく押してあげましょう。</a:t>
            </a:r>
            <a:endParaRPr lang="en-US" altLang="ja-JP" sz="2400" dirty="0"/>
          </a:p>
        </p:txBody>
      </p:sp>
    </p:spTree>
    <p:extLst>
      <p:ext uri="{BB962C8B-B14F-4D97-AF65-F5344CB8AC3E}">
        <p14:creationId xmlns:p14="http://schemas.microsoft.com/office/powerpoint/2010/main" val="239887254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5A13BF46-B8C5-48AA-8308-C9ECFF431A18}"/>
              </a:ext>
            </a:extLst>
          </p:cNvPr>
          <p:cNvSpPr txBox="1"/>
          <p:nvPr/>
        </p:nvSpPr>
        <p:spPr>
          <a:xfrm>
            <a:off x="567542" y="491954"/>
            <a:ext cx="3057247" cy="584775"/>
          </a:xfrm>
          <a:prstGeom prst="rect">
            <a:avLst/>
          </a:prstGeom>
          <a:noFill/>
        </p:spPr>
        <p:txBody>
          <a:bodyPr wrap="none" rtlCol="0">
            <a:spAutoFit/>
          </a:bodyPr>
          <a:lstStyle/>
          <a:p>
            <a:r>
              <a:rPr kumimoji="1" lang="ja-JP" altLang="en-US" sz="3200" b="1" u="sng" dirty="0"/>
              <a:t>プルリクエスト</a:t>
            </a:r>
          </a:p>
        </p:txBody>
      </p:sp>
      <p:sp>
        <p:nvSpPr>
          <p:cNvPr id="6" name="テキスト ボックス 5">
            <a:extLst>
              <a:ext uri="{FF2B5EF4-FFF2-40B4-BE49-F238E27FC236}">
                <a16:creationId xmlns:a16="http://schemas.microsoft.com/office/drawing/2014/main" id="{55830AD6-028B-4C4E-80BF-B70DFC1C3A46}"/>
              </a:ext>
            </a:extLst>
          </p:cNvPr>
          <p:cNvSpPr txBox="1"/>
          <p:nvPr/>
        </p:nvSpPr>
        <p:spPr>
          <a:xfrm>
            <a:off x="567542" y="1216429"/>
            <a:ext cx="8802410" cy="3416320"/>
          </a:xfrm>
          <a:prstGeom prst="rect">
            <a:avLst/>
          </a:prstGeom>
          <a:noFill/>
        </p:spPr>
        <p:txBody>
          <a:bodyPr wrap="none" rtlCol="0">
            <a:spAutoFit/>
          </a:bodyPr>
          <a:lstStyle/>
          <a:p>
            <a:r>
              <a:rPr lang="ja-JP" altLang="en-US" sz="2400" dirty="0"/>
              <a:t>メンバー間で作業をレビューすることは非常に大事なことで、</a:t>
            </a:r>
            <a:endParaRPr lang="en-US" altLang="ja-JP" sz="2400" dirty="0"/>
          </a:p>
          <a:p>
            <a:r>
              <a:rPr lang="ja-JP" altLang="en-US" sz="2400" dirty="0"/>
              <a:t>チーム全体で様々な情報を共有することができます。</a:t>
            </a:r>
            <a:endParaRPr lang="en-US" altLang="ja-JP" sz="2400" dirty="0"/>
          </a:p>
          <a:p>
            <a:endParaRPr lang="en-US" altLang="ja-JP" sz="2400" dirty="0"/>
          </a:p>
          <a:p>
            <a:r>
              <a:rPr lang="ja-JP" altLang="en-US" sz="2400" b="1" dirty="0">
                <a:solidFill>
                  <a:srgbClr val="FF0000"/>
                </a:solidFill>
              </a:rPr>
              <a:t>■レビューのメリット</a:t>
            </a:r>
            <a:endParaRPr lang="en-US" altLang="ja-JP" sz="2400" b="1" dirty="0">
              <a:solidFill>
                <a:srgbClr val="FF0000"/>
              </a:solidFill>
            </a:endParaRPr>
          </a:p>
          <a:p>
            <a:r>
              <a:rPr lang="ja-JP" altLang="en-US" sz="2400" dirty="0"/>
              <a:t>・他の人のプログラムの組み方がわかる</a:t>
            </a:r>
            <a:endParaRPr lang="en-US" altLang="ja-JP" sz="2400" dirty="0"/>
          </a:p>
          <a:p>
            <a:r>
              <a:rPr lang="ja-JP" altLang="en-US" sz="2400" dirty="0"/>
              <a:t>・書き間違えなどを事前に発見できる</a:t>
            </a:r>
            <a:endParaRPr lang="en-US" altLang="ja-JP" sz="2400" dirty="0"/>
          </a:p>
          <a:p>
            <a:r>
              <a:rPr lang="ja-JP" altLang="en-US" sz="2400" dirty="0"/>
              <a:t>・より良い実装方法を知っている人がいるかもしれない</a:t>
            </a:r>
            <a:endParaRPr lang="en-US" altLang="ja-JP" sz="2400" dirty="0"/>
          </a:p>
          <a:p>
            <a:endParaRPr lang="en-US" altLang="ja-JP" sz="2400" dirty="0"/>
          </a:p>
          <a:p>
            <a:r>
              <a:rPr lang="ja-JP" altLang="en-US" sz="2400" b="1" dirty="0">
                <a:solidFill>
                  <a:srgbClr val="FF0000"/>
                </a:solidFill>
              </a:rPr>
              <a:t>結果的にチーム全体の開発力が上がります。</a:t>
            </a:r>
            <a:endParaRPr lang="en-US" altLang="ja-JP" sz="2400" b="1" dirty="0">
              <a:solidFill>
                <a:srgbClr val="FF0000"/>
              </a:solidFill>
            </a:endParaRPr>
          </a:p>
        </p:txBody>
      </p:sp>
    </p:spTree>
    <p:extLst>
      <p:ext uri="{BB962C8B-B14F-4D97-AF65-F5344CB8AC3E}">
        <p14:creationId xmlns:p14="http://schemas.microsoft.com/office/powerpoint/2010/main" val="292072396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5A13BF46-B8C5-48AA-8308-C9ECFF431A18}"/>
              </a:ext>
            </a:extLst>
          </p:cNvPr>
          <p:cNvSpPr txBox="1"/>
          <p:nvPr/>
        </p:nvSpPr>
        <p:spPr>
          <a:xfrm>
            <a:off x="567542" y="491954"/>
            <a:ext cx="1459054" cy="584775"/>
          </a:xfrm>
          <a:prstGeom prst="rect">
            <a:avLst/>
          </a:prstGeom>
          <a:noFill/>
        </p:spPr>
        <p:txBody>
          <a:bodyPr wrap="none" rtlCol="0">
            <a:spAutoFit/>
          </a:bodyPr>
          <a:lstStyle/>
          <a:p>
            <a:r>
              <a:rPr kumimoji="1" lang="en-US" altLang="ja-JP" sz="3200" b="1" u="sng" dirty="0"/>
              <a:t>Merge</a:t>
            </a:r>
            <a:endParaRPr kumimoji="1" lang="ja-JP" altLang="en-US" sz="3200" b="1" u="sng" dirty="0"/>
          </a:p>
        </p:txBody>
      </p:sp>
      <p:sp>
        <p:nvSpPr>
          <p:cNvPr id="6" name="テキスト ボックス 5">
            <a:extLst>
              <a:ext uri="{FF2B5EF4-FFF2-40B4-BE49-F238E27FC236}">
                <a16:creationId xmlns:a16="http://schemas.microsoft.com/office/drawing/2014/main" id="{55830AD6-028B-4C4E-80BF-B70DFC1C3A46}"/>
              </a:ext>
            </a:extLst>
          </p:cNvPr>
          <p:cNvSpPr txBox="1"/>
          <p:nvPr/>
        </p:nvSpPr>
        <p:spPr>
          <a:xfrm>
            <a:off x="567542" y="1216429"/>
            <a:ext cx="9030036" cy="830997"/>
          </a:xfrm>
          <a:prstGeom prst="rect">
            <a:avLst/>
          </a:prstGeom>
          <a:noFill/>
        </p:spPr>
        <p:txBody>
          <a:bodyPr wrap="none" rtlCol="0">
            <a:spAutoFit/>
          </a:bodyPr>
          <a:lstStyle/>
          <a:p>
            <a:r>
              <a:rPr lang="ja-JP" altLang="en-US" sz="2400" dirty="0"/>
              <a:t>レビューが終わり、問題なければ</a:t>
            </a:r>
            <a:r>
              <a:rPr lang="en-US" altLang="ja-JP" sz="2400" b="1" dirty="0">
                <a:solidFill>
                  <a:srgbClr val="FF0000"/>
                </a:solidFill>
              </a:rPr>
              <a:t>Merge</a:t>
            </a:r>
            <a:r>
              <a:rPr lang="ja-JP" altLang="en-US" sz="2400" dirty="0"/>
              <a:t>をします。</a:t>
            </a:r>
            <a:endParaRPr lang="en-US" altLang="ja-JP" sz="2400" dirty="0"/>
          </a:p>
          <a:p>
            <a:r>
              <a:rPr lang="en-US" altLang="ja-JP" sz="2400" b="1" dirty="0">
                <a:solidFill>
                  <a:srgbClr val="FF0000"/>
                </a:solidFill>
              </a:rPr>
              <a:t>Finish Review</a:t>
            </a:r>
            <a:r>
              <a:rPr lang="ja-JP" altLang="en-US" sz="2400" b="1" dirty="0">
                <a:solidFill>
                  <a:srgbClr val="FF0000"/>
                </a:solidFill>
              </a:rPr>
              <a:t>ボタン</a:t>
            </a:r>
            <a:r>
              <a:rPr lang="ja-JP" altLang="en-US" sz="2400" dirty="0"/>
              <a:t>を押すと</a:t>
            </a:r>
            <a:r>
              <a:rPr lang="en-US" altLang="ja-JP" sz="2400" b="1" dirty="0">
                <a:solidFill>
                  <a:srgbClr val="FF0000"/>
                </a:solidFill>
              </a:rPr>
              <a:t>Merge</a:t>
            </a:r>
            <a:r>
              <a:rPr lang="ja-JP" altLang="en-US" sz="2400" b="1" dirty="0">
                <a:solidFill>
                  <a:srgbClr val="FF0000"/>
                </a:solidFill>
              </a:rPr>
              <a:t>ボタン</a:t>
            </a:r>
            <a:r>
              <a:rPr lang="ja-JP" altLang="en-US" sz="2400" dirty="0"/>
              <a:t>に切り替わります。</a:t>
            </a:r>
            <a:endParaRPr lang="en-US" altLang="ja-JP" sz="2400" dirty="0"/>
          </a:p>
        </p:txBody>
      </p:sp>
      <p:pic>
        <p:nvPicPr>
          <p:cNvPr id="3" name="図 2">
            <a:extLst>
              <a:ext uri="{FF2B5EF4-FFF2-40B4-BE49-F238E27FC236}">
                <a16:creationId xmlns:a16="http://schemas.microsoft.com/office/drawing/2014/main" id="{B2F431C7-45AC-4E42-B2C5-3A14E2AD9EBB}"/>
              </a:ext>
            </a:extLst>
          </p:cNvPr>
          <p:cNvPicPr>
            <a:picLocks noChangeAspect="1"/>
          </p:cNvPicPr>
          <p:nvPr/>
        </p:nvPicPr>
        <p:blipFill>
          <a:blip r:embed="rId2"/>
          <a:stretch>
            <a:fillRect/>
          </a:stretch>
        </p:blipFill>
        <p:spPr>
          <a:xfrm>
            <a:off x="567542" y="2187126"/>
            <a:ext cx="8140114" cy="3899909"/>
          </a:xfrm>
          <a:prstGeom prst="rect">
            <a:avLst/>
          </a:prstGeom>
        </p:spPr>
      </p:pic>
      <p:sp>
        <p:nvSpPr>
          <p:cNvPr id="7" name="矢印: 右 6">
            <a:extLst>
              <a:ext uri="{FF2B5EF4-FFF2-40B4-BE49-F238E27FC236}">
                <a16:creationId xmlns:a16="http://schemas.microsoft.com/office/drawing/2014/main" id="{39527978-A41E-422B-8E52-8B90FE6167E7}"/>
              </a:ext>
            </a:extLst>
          </p:cNvPr>
          <p:cNvSpPr/>
          <p:nvPr/>
        </p:nvSpPr>
        <p:spPr>
          <a:xfrm rot="13224477">
            <a:off x="8335497" y="2890582"/>
            <a:ext cx="502023" cy="322730"/>
          </a:xfrm>
          <a:prstGeom prst="rightArrow">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 name="テキスト ボックス 7">
            <a:extLst>
              <a:ext uri="{FF2B5EF4-FFF2-40B4-BE49-F238E27FC236}">
                <a16:creationId xmlns:a16="http://schemas.microsoft.com/office/drawing/2014/main" id="{E7E8E752-7E82-4E68-AB4D-AC427EE70C65}"/>
              </a:ext>
            </a:extLst>
          </p:cNvPr>
          <p:cNvSpPr txBox="1"/>
          <p:nvPr/>
        </p:nvSpPr>
        <p:spPr>
          <a:xfrm>
            <a:off x="567542" y="6226735"/>
            <a:ext cx="6938118" cy="461665"/>
          </a:xfrm>
          <a:prstGeom prst="rect">
            <a:avLst/>
          </a:prstGeom>
          <a:noFill/>
        </p:spPr>
        <p:txBody>
          <a:bodyPr wrap="none" rtlCol="0">
            <a:spAutoFit/>
          </a:bodyPr>
          <a:lstStyle/>
          <a:p>
            <a:r>
              <a:rPr lang="ja-JP" altLang="en-US" sz="2400" dirty="0"/>
              <a:t>ボタンを押せば確認画面の後に</a:t>
            </a:r>
            <a:r>
              <a:rPr lang="en-US" altLang="ja-JP" sz="2400" dirty="0"/>
              <a:t>Merge</a:t>
            </a:r>
            <a:r>
              <a:rPr lang="ja-JP" altLang="en-US" sz="2400" dirty="0"/>
              <a:t>されます。</a:t>
            </a:r>
            <a:endParaRPr lang="en-US" altLang="ja-JP" sz="2400" dirty="0"/>
          </a:p>
        </p:txBody>
      </p:sp>
    </p:spTree>
    <p:extLst>
      <p:ext uri="{BB962C8B-B14F-4D97-AF65-F5344CB8AC3E}">
        <p14:creationId xmlns:p14="http://schemas.microsoft.com/office/powerpoint/2010/main" val="409820107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5A13BF46-B8C5-48AA-8308-C9ECFF431A18}"/>
              </a:ext>
            </a:extLst>
          </p:cNvPr>
          <p:cNvSpPr txBox="1"/>
          <p:nvPr/>
        </p:nvSpPr>
        <p:spPr>
          <a:xfrm>
            <a:off x="567542" y="491954"/>
            <a:ext cx="1459054" cy="584775"/>
          </a:xfrm>
          <a:prstGeom prst="rect">
            <a:avLst/>
          </a:prstGeom>
          <a:noFill/>
        </p:spPr>
        <p:txBody>
          <a:bodyPr wrap="none" rtlCol="0">
            <a:spAutoFit/>
          </a:bodyPr>
          <a:lstStyle/>
          <a:p>
            <a:r>
              <a:rPr kumimoji="1" lang="en-US" altLang="ja-JP" sz="3200" b="1" u="sng" dirty="0"/>
              <a:t>Merge</a:t>
            </a:r>
            <a:endParaRPr kumimoji="1" lang="ja-JP" altLang="en-US" sz="3200" b="1" u="sng" dirty="0"/>
          </a:p>
        </p:txBody>
      </p:sp>
      <p:sp>
        <p:nvSpPr>
          <p:cNvPr id="6" name="テキスト ボックス 5">
            <a:extLst>
              <a:ext uri="{FF2B5EF4-FFF2-40B4-BE49-F238E27FC236}">
                <a16:creationId xmlns:a16="http://schemas.microsoft.com/office/drawing/2014/main" id="{55830AD6-028B-4C4E-80BF-B70DFC1C3A46}"/>
              </a:ext>
            </a:extLst>
          </p:cNvPr>
          <p:cNvSpPr txBox="1"/>
          <p:nvPr/>
        </p:nvSpPr>
        <p:spPr>
          <a:xfrm>
            <a:off x="567542" y="1216429"/>
            <a:ext cx="8250977" cy="1200329"/>
          </a:xfrm>
          <a:prstGeom prst="rect">
            <a:avLst/>
          </a:prstGeom>
          <a:noFill/>
        </p:spPr>
        <p:txBody>
          <a:bodyPr wrap="none" rtlCol="0">
            <a:spAutoFit/>
          </a:bodyPr>
          <a:lstStyle/>
          <a:p>
            <a:r>
              <a:rPr lang="en-US" altLang="ja-JP" sz="2400" dirty="0"/>
              <a:t>master</a:t>
            </a:r>
            <a:r>
              <a:rPr lang="ja-JP" altLang="en-US" sz="2400" dirty="0"/>
              <a:t>ブランチに</a:t>
            </a:r>
            <a:r>
              <a:rPr lang="en-US" altLang="ja-JP" sz="2400" b="1" dirty="0">
                <a:solidFill>
                  <a:srgbClr val="0070C0"/>
                </a:solidFill>
              </a:rPr>
              <a:t>Merge</a:t>
            </a:r>
            <a:r>
              <a:rPr lang="ja-JP" altLang="en-US" sz="2400" dirty="0"/>
              <a:t>されたかを確認します。</a:t>
            </a:r>
            <a:endParaRPr lang="en-US" altLang="ja-JP" sz="2400" dirty="0"/>
          </a:p>
          <a:p>
            <a:r>
              <a:rPr lang="ja-JP" altLang="en-US" sz="2400" dirty="0"/>
              <a:t>大元のフォルダ内で右クリックして、</a:t>
            </a:r>
            <a:endParaRPr lang="en-US" altLang="ja-JP" sz="2400" dirty="0"/>
          </a:p>
          <a:p>
            <a:r>
              <a:rPr lang="ja-JP" altLang="en-US" sz="2400" dirty="0"/>
              <a:t>「</a:t>
            </a:r>
            <a:r>
              <a:rPr lang="en-US" altLang="ja-JP" sz="2400" b="1" dirty="0" err="1">
                <a:solidFill>
                  <a:srgbClr val="FF0000"/>
                </a:solidFill>
              </a:rPr>
              <a:t>Tottoise</a:t>
            </a:r>
            <a:r>
              <a:rPr lang="en-US" altLang="ja-JP" sz="2400" b="1" dirty="0">
                <a:solidFill>
                  <a:srgbClr val="FF0000"/>
                </a:solidFill>
              </a:rPr>
              <a:t> Git</a:t>
            </a:r>
            <a:r>
              <a:rPr lang="ja-JP" altLang="en-US" sz="2400" b="1" dirty="0">
                <a:solidFill>
                  <a:srgbClr val="FF0000"/>
                </a:solidFill>
              </a:rPr>
              <a:t>　＞　</a:t>
            </a:r>
            <a:r>
              <a:rPr lang="en-US" altLang="ja-JP" sz="2400" b="1" dirty="0">
                <a:solidFill>
                  <a:srgbClr val="FF0000"/>
                </a:solidFill>
              </a:rPr>
              <a:t>Switch/Checkout</a:t>
            </a:r>
            <a:r>
              <a:rPr lang="ja-JP" altLang="en-US" sz="2400" dirty="0"/>
              <a:t>」を選択します。</a:t>
            </a:r>
            <a:endParaRPr lang="en-US" altLang="ja-JP" sz="2400" dirty="0"/>
          </a:p>
        </p:txBody>
      </p:sp>
      <p:pic>
        <p:nvPicPr>
          <p:cNvPr id="5" name="図 4">
            <a:extLst>
              <a:ext uri="{FF2B5EF4-FFF2-40B4-BE49-F238E27FC236}">
                <a16:creationId xmlns:a16="http://schemas.microsoft.com/office/drawing/2014/main" id="{2A412597-AAB3-4337-B2F2-BC6AF664E181}"/>
              </a:ext>
            </a:extLst>
          </p:cNvPr>
          <p:cNvPicPr>
            <a:picLocks noChangeAspect="1"/>
          </p:cNvPicPr>
          <p:nvPr/>
        </p:nvPicPr>
        <p:blipFill>
          <a:blip r:embed="rId2"/>
          <a:stretch>
            <a:fillRect/>
          </a:stretch>
        </p:blipFill>
        <p:spPr>
          <a:xfrm>
            <a:off x="567542" y="2556458"/>
            <a:ext cx="9723734" cy="3154060"/>
          </a:xfrm>
          <a:prstGeom prst="rect">
            <a:avLst/>
          </a:prstGeom>
        </p:spPr>
      </p:pic>
      <p:sp>
        <p:nvSpPr>
          <p:cNvPr id="9" name="矢印: 右 8">
            <a:extLst>
              <a:ext uri="{FF2B5EF4-FFF2-40B4-BE49-F238E27FC236}">
                <a16:creationId xmlns:a16="http://schemas.microsoft.com/office/drawing/2014/main" id="{54A649DF-0496-4192-92A3-74D7AEC7A97F}"/>
              </a:ext>
            </a:extLst>
          </p:cNvPr>
          <p:cNvSpPr/>
          <p:nvPr/>
        </p:nvSpPr>
        <p:spPr>
          <a:xfrm rot="13224477">
            <a:off x="8093449" y="5337946"/>
            <a:ext cx="502023" cy="322730"/>
          </a:xfrm>
          <a:prstGeom prst="rightArrow">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288146479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5A13BF46-B8C5-48AA-8308-C9ECFF431A18}"/>
              </a:ext>
            </a:extLst>
          </p:cNvPr>
          <p:cNvSpPr txBox="1"/>
          <p:nvPr/>
        </p:nvSpPr>
        <p:spPr>
          <a:xfrm>
            <a:off x="567542" y="491954"/>
            <a:ext cx="1459054" cy="584775"/>
          </a:xfrm>
          <a:prstGeom prst="rect">
            <a:avLst/>
          </a:prstGeom>
          <a:noFill/>
        </p:spPr>
        <p:txBody>
          <a:bodyPr wrap="none" rtlCol="0">
            <a:spAutoFit/>
          </a:bodyPr>
          <a:lstStyle/>
          <a:p>
            <a:r>
              <a:rPr kumimoji="1" lang="en-US" altLang="ja-JP" sz="3200" b="1" u="sng" dirty="0"/>
              <a:t>Merge</a:t>
            </a:r>
            <a:endParaRPr kumimoji="1" lang="ja-JP" altLang="en-US" sz="3200" b="1" u="sng" dirty="0"/>
          </a:p>
        </p:txBody>
      </p:sp>
      <p:sp>
        <p:nvSpPr>
          <p:cNvPr id="6" name="テキスト ボックス 5">
            <a:extLst>
              <a:ext uri="{FF2B5EF4-FFF2-40B4-BE49-F238E27FC236}">
                <a16:creationId xmlns:a16="http://schemas.microsoft.com/office/drawing/2014/main" id="{55830AD6-028B-4C4E-80BF-B70DFC1C3A46}"/>
              </a:ext>
            </a:extLst>
          </p:cNvPr>
          <p:cNvSpPr txBox="1"/>
          <p:nvPr/>
        </p:nvSpPr>
        <p:spPr>
          <a:xfrm>
            <a:off x="567542" y="1216429"/>
            <a:ext cx="8249374" cy="461665"/>
          </a:xfrm>
          <a:prstGeom prst="rect">
            <a:avLst/>
          </a:prstGeom>
          <a:noFill/>
        </p:spPr>
        <p:txBody>
          <a:bodyPr wrap="none" rtlCol="0">
            <a:spAutoFit/>
          </a:bodyPr>
          <a:lstStyle/>
          <a:p>
            <a:r>
              <a:rPr lang="en-US" altLang="ja-JP" sz="2400" dirty="0"/>
              <a:t>master</a:t>
            </a:r>
            <a:r>
              <a:rPr lang="ja-JP" altLang="en-US" sz="2400" dirty="0"/>
              <a:t>ブランチを選択すると切り替えることができます。</a:t>
            </a:r>
            <a:endParaRPr lang="en-US" altLang="ja-JP" sz="2400" dirty="0"/>
          </a:p>
        </p:txBody>
      </p:sp>
      <p:pic>
        <p:nvPicPr>
          <p:cNvPr id="8" name="図 7">
            <a:extLst>
              <a:ext uri="{FF2B5EF4-FFF2-40B4-BE49-F238E27FC236}">
                <a16:creationId xmlns:a16="http://schemas.microsoft.com/office/drawing/2014/main" id="{2EC330A3-0EA3-4358-8571-86416654D0A4}"/>
              </a:ext>
            </a:extLst>
          </p:cNvPr>
          <p:cNvPicPr>
            <a:picLocks noChangeAspect="1"/>
          </p:cNvPicPr>
          <p:nvPr/>
        </p:nvPicPr>
        <p:blipFill>
          <a:blip r:embed="rId2"/>
          <a:stretch>
            <a:fillRect/>
          </a:stretch>
        </p:blipFill>
        <p:spPr>
          <a:xfrm>
            <a:off x="567542" y="1817793"/>
            <a:ext cx="6283848" cy="4134771"/>
          </a:xfrm>
          <a:prstGeom prst="rect">
            <a:avLst/>
          </a:prstGeom>
        </p:spPr>
      </p:pic>
      <p:sp>
        <p:nvSpPr>
          <p:cNvPr id="10" name="矢印: 右 9">
            <a:extLst>
              <a:ext uri="{FF2B5EF4-FFF2-40B4-BE49-F238E27FC236}">
                <a16:creationId xmlns:a16="http://schemas.microsoft.com/office/drawing/2014/main" id="{EBA3E000-B1BA-4A92-8554-4926C262142C}"/>
              </a:ext>
            </a:extLst>
          </p:cNvPr>
          <p:cNvSpPr/>
          <p:nvPr/>
        </p:nvSpPr>
        <p:spPr>
          <a:xfrm rot="13224477">
            <a:off x="2902884" y="2523029"/>
            <a:ext cx="502023" cy="322730"/>
          </a:xfrm>
          <a:prstGeom prst="rightArrow">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195285569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5A13BF46-B8C5-48AA-8308-C9ECFF431A18}"/>
              </a:ext>
            </a:extLst>
          </p:cNvPr>
          <p:cNvSpPr txBox="1"/>
          <p:nvPr/>
        </p:nvSpPr>
        <p:spPr>
          <a:xfrm>
            <a:off x="567542" y="491954"/>
            <a:ext cx="1459054" cy="584775"/>
          </a:xfrm>
          <a:prstGeom prst="rect">
            <a:avLst/>
          </a:prstGeom>
          <a:noFill/>
        </p:spPr>
        <p:txBody>
          <a:bodyPr wrap="none" rtlCol="0">
            <a:spAutoFit/>
          </a:bodyPr>
          <a:lstStyle/>
          <a:p>
            <a:r>
              <a:rPr kumimoji="1" lang="en-US" altLang="ja-JP" sz="3200" b="1" u="sng" dirty="0"/>
              <a:t>Merge</a:t>
            </a:r>
            <a:endParaRPr kumimoji="1" lang="ja-JP" altLang="en-US" sz="3200" b="1" u="sng" dirty="0"/>
          </a:p>
        </p:txBody>
      </p:sp>
      <p:sp>
        <p:nvSpPr>
          <p:cNvPr id="6" name="テキスト ボックス 5">
            <a:extLst>
              <a:ext uri="{FF2B5EF4-FFF2-40B4-BE49-F238E27FC236}">
                <a16:creationId xmlns:a16="http://schemas.microsoft.com/office/drawing/2014/main" id="{55830AD6-028B-4C4E-80BF-B70DFC1C3A46}"/>
              </a:ext>
            </a:extLst>
          </p:cNvPr>
          <p:cNvSpPr txBox="1"/>
          <p:nvPr/>
        </p:nvSpPr>
        <p:spPr>
          <a:xfrm>
            <a:off x="567542" y="1216429"/>
            <a:ext cx="9038052" cy="461665"/>
          </a:xfrm>
          <a:prstGeom prst="rect">
            <a:avLst/>
          </a:prstGeom>
          <a:noFill/>
        </p:spPr>
        <p:txBody>
          <a:bodyPr wrap="none" rtlCol="0">
            <a:spAutoFit/>
          </a:bodyPr>
          <a:lstStyle/>
          <a:p>
            <a:r>
              <a:rPr lang="ja-JP" altLang="en-US" sz="2400" dirty="0"/>
              <a:t>最新を</a:t>
            </a:r>
            <a:r>
              <a:rPr lang="en-US" altLang="ja-JP" sz="2400" dirty="0"/>
              <a:t>Pull</a:t>
            </a:r>
            <a:r>
              <a:rPr lang="ja-JP" altLang="en-US" sz="2400" dirty="0"/>
              <a:t>してファイルが書き換わっているか確認しましょう。</a:t>
            </a:r>
            <a:endParaRPr lang="en-US" altLang="ja-JP" sz="2400" dirty="0"/>
          </a:p>
        </p:txBody>
      </p:sp>
      <p:pic>
        <p:nvPicPr>
          <p:cNvPr id="3" name="図 2">
            <a:extLst>
              <a:ext uri="{FF2B5EF4-FFF2-40B4-BE49-F238E27FC236}">
                <a16:creationId xmlns:a16="http://schemas.microsoft.com/office/drawing/2014/main" id="{C398A21B-385C-495D-864D-7D4AAA854D80}"/>
              </a:ext>
            </a:extLst>
          </p:cNvPr>
          <p:cNvPicPr>
            <a:picLocks noChangeAspect="1"/>
          </p:cNvPicPr>
          <p:nvPr/>
        </p:nvPicPr>
        <p:blipFill>
          <a:blip r:embed="rId2"/>
          <a:stretch>
            <a:fillRect/>
          </a:stretch>
        </p:blipFill>
        <p:spPr>
          <a:xfrm>
            <a:off x="567542" y="1817794"/>
            <a:ext cx="3276914" cy="2879712"/>
          </a:xfrm>
          <a:prstGeom prst="rect">
            <a:avLst/>
          </a:prstGeom>
        </p:spPr>
      </p:pic>
    </p:spTree>
    <p:extLst>
      <p:ext uri="{BB962C8B-B14F-4D97-AF65-F5344CB8AC3E}">
        <p14:creationId xmlns:p14="http://schemas.microsoft.com/office/powerpoint/2010/main" val="224094740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5A13BF46-B8C5-48AA-8308-C9ECFF431A18}"/>
              </a:ext>
            </a:extLst>
          </p:cNvPr>
          <p:cNvSpPr txBox="1"/>
          <p:nvPr/>
        </p:nvSpPr>
        <p:spPr>
          <a:xfrm>
            <a:off x="567542" y="491954"/>
            <a:ext cx="1415772" cy="584775"/>
          </a:xfrm>
          <a:prstGeom prst="rect">
            <a:avLst/>
          </a:prstGeom>
          <a:noFill/>
        </p:spPr>
        <p:txBody>
          <a:bodyPr wrap="none" rtlCol="0">
            <a:spAutoFit/>
          </a:bodyPr>
          <a:lstStyle/>
          <a:p>
            <a:r>
              <a:rPr kumimoji="1" lang="ja-JP" altLang="en-US" sz="3200" b="1" u="sng" dirty="0"/>
              <a:t>まとめ</a:t>
            </a:r>
          </a:p>
        </p:txBody>
      </p:sp>
      <p:sp>
        <p:nvSpPr>
          <p:cNvPr id="6" name="テキスト ボックス 5">
            <a:extLst>
              <a:ext uri="{FF2B5EF4-FFF2-40B4-BE49-F238E27FC236}">
                <a16:creationId xmlns:a16="http://schemas.microsoft.com/office/drawing/2014/main" id="{55830AD6-028B-4C4E-80BF-B70DFC1C3A46}"/>
              </a:ext>
            </a:extLst>
          </p:cNvPr>
          <p:cNvSpPr txBox="1"/>
          <p:nvPr/>
        </p:nvSpPr>
        <p:spPr>
          <a:xfrm>
            <a:off x="567542" y="1216429"/>
            <a:ext cx="10341293" cy="5262979"/>
          </a:xfrm>
          <a:prstGeom prst="rect">
            <a:avLst/>
          </a:prstGeom>
          <a:noFill/>
        </p:spPr>
        <p:txBody>
          <a:bodyPr wrap="none" rtlCol="0">
            <a:spAutoFit/>
          </a:bodyPr>
          <a:lstStyle/>
          <a:p>
            <a:r>
              <a:rPr lang="ja-JP" altLang="en-US" sz="2400" dirty="0"/>
              <a:t>最後にプルリクエストを使ったタスク作業の流れを簡潔にまとめます。</a:t>
            </a:r>
            <a:endParaRPr lang="en-US" altLang="ja-JP" sz="2400" dirty="0"/>
          </a:p>
          <a:p>
            <a:endParaRPr lang="en-US" altLang="ja-JP" sz="2400" dirty="0"/>
          </a:p>
          <a:p>
            <a:r>
              <a:rPr lang="ja-JP" altLang="en-US" sz="2400" b="1" dirty="0">
                <a:solidFill>
                  <a:srgbClr val="FF0000"/>
                </a:solidFill>
              </a:rPr>
              <a:t>■作業の流れ</a:t>
            </a:r>
            <a:endParaRPr lang="en-US" altLang="ja-JP" sz="2400" b="1" dirty="0">
              <a:solidFill>
                <a:srgbClr val="FF0000"/>
              </a:solidFill>
            </a:endParaRPr>
          </a:p>
          <a:p>
            <a:r>
              <a:rPr lang="ja-JP" altLang="en-US" sz="2400" dirty="0"/>
              <a:t>１．各メンバーに作業タスクを割り当てる</a:t>
            </a:r>
            <a:endParaRPr lang="en-US" altLang="ja-JP" sz="2400" dirty="0"/>
          </a:p>
          <a:p>
            <a:endParaRPr lang="en-US" altLang="ja-JP" sz="2400" dirty="0"/>
          </a:p>
          <a:p>
            <a:r>
              <a:rPr lang="ja-JP" altLang="en-US" sz="2400" dirty="0"/>
              <a:t>２．各メンバーは作業用のブランチを</a:t>
            </a:r>
            <a:r>
              <a:rPr lang="en-US" altLang="ja-JP" sz="2400" dirty="0"/>
              <a:t>master</a:t>
            </a:r>
            <a:r>
              <a:rPr lang="ja-JP" altLang="en-US" sz="2400" dirty="0"/>
              <a:t>から作成する</a:t>
            </a:r>
            <a:endParaRPr lang="en-US" altLang="ja-JP" sz="2400" dirty="0"/>
          </a:p>
          <a:p>
            <a:endParaRPr lang="en-US" altLang="ja-JP" sz="2400" dirty="0"/>
          </a:p>
          <a:p>
            <a:r>
              <a:rPr lang="ja-JP" altLang="en-US" sz="2400" dirty="0"/>
              <a:t>３．それぞれ実装作業をする</a:t>
            </a:r>
            <a:endParaRPr lang="en-US" altLang="ja-JP" sz="2400" dirty="0"/>
          </a:p>
          <a:p>
            <a:endParaRPr lang="en-US" altLang="ja-JP" sz="2400" dirty="0"/>
          </a:p>
          <a:p>
            <a:r>
              <a:rPr lang="ja-JP" altLang="en-US" sz="2400" dirty="0"/>
              <a:t>４．出来上がったらプルリクエストを作成する</a:t>
            </a:r>
            <a:endParaRPr lang="en-US" altLang="ja-JP" sz="2400" dirty="0"/>
          </a:p>
          <a:p>
            <a:endParaRPr lang="en-US" altLang="ja-JP" sz="2400" dirty="0"/>
          </a:p>
          <a:p>
            <a:r>
              <a:rPr lang="ja-JP" altLang="en-US" sz="2400" dirty="0"/>
              <a:t>５．</a:t>
            </a:r>
            <a:r>
              <a:rPr lang="ja-JP" altLang="en-US" sz="2400"/>
              <a:t>プルリクエストを各メンバーで確認</a:t>
            </a:r>
            <a:r>
              <a:rPr lang="ja-JP" altLang="en-US" sz="2400" dirty="0"/>
              <a:t>してレビューする</a:t>
            </a:r>
            <a:endParaRPr lang="en-US" altLang="ja-JP" sz="2400" dirty="0"/>
          </a:p>
          <a:p>
            <a:endParaRPr lang="en-US" altLang="ja-JP" sz="2400" dirty="0"/>
          </a:p>
          <a:p>
            <a:r>
              <a:rPr lang="ja-JP" altLang="en-US" sz="2400" dirty="0"/>
              <a:t>６．問題なければ</a:t>
            </a:r>
            <a:r>
              <a:rPr lang="en-US" altLang="ja-JP" sz="2400" dirty="0"/>
              <a:t>master</a:t>
            </a:r>
            <a:r>
              <a:rPr lang="ja-JP" altLang="en-US" sz="2400" dirty="0"/>
              <a:t>にマージする</a:t>
            </a:r>
            <a:endParaRPr lang="en-US" altLang="ja-JP" sz="2400" dirty="0"/>
          </a:p>
        </p:txBody>
      </p:sp>
    </p:spTree>
    <p:extLst>
      <p:ext uri="{BB962C8B-B14F-4D97-AF65-F5344CB8AC3E}">
        <p14:creationId xmlns:p14="http://schemas.microsoft.com/office/powerpoint/2010/main" val="1954027182"/>
      </p:ext>
    </p:extLst>
  </p:cSld>
  <p:clrMapOvr>
    <a:masterClrMapping/>
  </p:clrMapOvr>
</p:sld>
</file>

<file path=ppt/theme/theme1.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858</TotalTime>
  <Words>530</Words>
  <Application>Microsoft Office PowerPoint</Application>
  <PresentationFormat>ワイド画面</PresentationFormat>
  <Paragraphs>81</Paragraphs>
  <Slides>16</Slides>
  <Notes>0</Notes>
  <HiddenSlides>0</HiddenSlides>
  <MMClips>0</MMClips>
  <ScaleCrop>false</ScaleCrop>
  <HeadingPairs>
    <vt:vector size="6" baseType="variant">
      <vt:variant>
        <vt:lpstr>使用されているフォント</vt:lpstr>
      </vt:variant>
      <vt:variant>
        <vt:i4>3</vt:i4>
      </vt:variant>
      <vt:variant>
        <vt:lpstr>テーマ</vt:lpstr>
      </vt:variant>
      <vt:variant>
        <vt:i4>1</vt:i4>
      </vt:variant>
      <vt:variant>
        <vt:lpstr>スライド タイトル</vt:lpstr>
      </vt:variant>
      <vt:variant>
        <vt:i4>16</vt:i4>
      </vt:variant>
    </vt:vector>
  </HeadingPairs>
  <TitlesOfParts>
    <vt:vector size="20" baseType="lpstr">
      <vt:lpstr>游ゴシック</vt:lpstr>
      <vt:lpstr>游ゴシック Light</vt:lpstr>
      <vt:lpstr>Arial</vt:lpstr>
      <vt:lpstr>Office テーマ</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プレゼンテーション</dc:title>
  <dc:creator>北九州校　ゲーム</dc:creator>
  <cp:lastModifiedBy>荒木 優介</cp:lastModifiedBy>
  <cp:revision>82</cp:revision>
  <dcterms:created xsi:type="dcterms:W3CDTF">2024-08-27T02:15:54Z</dcterms:created>
  <dcterms:modified xsi:type="dcterms:W3CDTF">2025-01-27T07:33:12Z</dcterms:modified>
</cp:coreProperties>
</file>