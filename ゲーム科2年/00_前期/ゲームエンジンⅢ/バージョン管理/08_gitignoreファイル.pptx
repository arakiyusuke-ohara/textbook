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2025/1/27</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2025/1/27</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www.toptal.com/developers/gitignore"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706464" cy="584775"/>
          </a:xfrm>
          <a:prstGeom prst="rect">
            <a:avLst/>
          </a:prstGeom>
          <a:noFill/>
        </p:spPr>
        <p:txBody>
          <a:bodyPr wrap="none" rtlCol="0">
            <a:spAutoFit/>
          </a:bodyPr>
          <a:lstStyle/>
          <a:p>
            <a:r>
              <a:rPr kumimoji="1" lang="en-US" altLang="ja-JP" sz="3200" b="1" u="sng" dirty="0"/>
              <a:t>.</a:t>
            </a:r>
            <a:r>
              <a:rPr kumimoji="1" lang="en-US" altLang="ja-JP" sz="3200" b="1" u="sng" dirty="0" err="1"/>
              <a:t>gitignore</a:t>
            </a:r>
            <a:r>
              <a:rPr kumimoji="1" lang="ja-JP" altLang="en-US" sz="3200" b="1" u="sng" dirty="0"/>
              <a:t>ファイル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956846" cy="4524315"/>
          </a:xfrm>
          <a:prstGeom prst="rect">
            <a:avLst/>
          </a:prstGeom>
          <a:noFill/>
        </p:spPr>
        <p:txBody>
          <a:bodyPr wrap="none" rtlCol="0">
            <a:spAutoFit/>
          </a:bodyPr>
          <a:lstStyle/>
          <a:p>
            <a:r>
              <a:rPr lang="ja-JP" altLang="en-US" sz="2400" dirty="0"/>
              <a:t>バージョン管理では管理したいファイルとしたくないファイルがあります。</a:t>
            </a:r>
            <a:endParaRPr lang="en-US" altLang="ja-JP" sz="2400" dirty="0"/>
          </a:p>
          <a:p>
            <a:r>
              <a:rPr lang="ja-JP" altLang="en-US" sz="2400" dirty="0"/>
              <a:t>以下は例です。</a:t>
            </a:r>
            <a:endParaRPr lang="en-US" altLang="ja-JP" sz="2400" dirty="0"/>
          </a:p>
          <a:p>
            <a:endParaRPr lang="en-US" altLang="ja-JP" sz="2400" dirty="0"/>
          </a:p>
          <a:p>
            <a:r>
              <a:rPr lang="ja-JP" altLang="en-US" sz="2400" b="1" dirty="0">
                <a:solidFill>
                  <a:srgbClr val="FF0000"/>
                </a:solidFill>
              </a:rPr>
              <a:t>■管理したいファイル</a:t>
            </a:r>
            <a:endParaRPr lang="en-US" altLang="ja-JP" sz="2400" b="1" dirty="0">
              <a:solidFill>
                <a:srgbClr val="FF0000"/>
              </a:solidFill>
            </a:endParaRPr>
          </a:p>
          <a:p>
            <a:r>
              <a:rPr lang="ja-JP" altLang="en-US" sz="2400" dirty="0"/>
              <a:t>・ソースファイル（</a:t>
            </a:r>
            <a:r>
              <a:rPr lang="en-US" altLang="ja-JP" sz="2400" dirty="0"/>
              <a:t>.</a:t>
            </a:r>
            <a:r>
              <a:rPr lang="en-US" altLang="ja-JP" sz="2400" dirty="0" err="1"/>
              <a:t>cpp</a:t>
            </a:r>
            <a:r>
              <a:rPr lang="en-US" altLang="ja-JP" sz="2400" dirty="0"/>
              <a:t> .cs</a:t>
            </a:r>
            <a:r>
              <a:rPr lang="ja-JP" altLang="en-US" sz="2400" dirty="0"/>
              <a:t>など）</a:t>
            </a:r>
            <a:endParaRPr lang="en-US" altLang="ja-JP" sz="2400" dirty="0"/>
          </a:p>
          <a:p>
            <a:r>
              <a:rPr lang="ja-JP" altLang="en-US" sz="2400" dirty="0"/>
              <a:t>・素材ファイル（</a:t>
            </a:r>
            <a:r>
              <a:rPr lang="en-US" altLang="ja-JP" sz="2400" dirty="0"/>
              <a:t>.</a:t>
            </a:r>
            <a:r>
              <a:rPr lang="en-US" altLang="ja-JP" sz="2400" dirty="0" err="1"/>
              <a:t>png</a:t>
            </a:r>
            <a:r>
              <a:rPr lang="en-US" altLang="ja-JP" sz="2400" dirty="0"/>
              <a:t> .mp3</a:t>
            </a:r>
            <a:r>
              <a:rPr lang="ja-JP" altLang="en-US" sz="2400" dirty="0"/>
              <a:t>など）</a:t>
            </a:r>
            <a:endParaRPr lang="en-US" altLang="ja-JP" sz="2400" dirty="0"/>
          </a:p>
          <a:p>
            <a:r>
              <a:rPr lang="ja-JP" altLang="en-US" sz="2400" dirty="0"/>
              <a:t>・ゲームデータ（</a:t>
            </a:r>
            <a:r>
              <a:rPr lang="en-US" altLang="ja-JP" sz="2400" dirty="0"/>
              <a:t>.prefab .meta</a:t>
            </a:r>
            <a:r>
              <a:rPr lang="ja-JP" altLang="en-US" sz="2400" dirty="0"/>
              <a:t>など）</a:t>
            </a:r>
            <a:endParaRPr lang="en-US" altLang="ja-JP" sz="2400" dirty="0"/>
          </a:p>
          <a:p>
            <a:endParaRPr lang="en-US" altLang="ja-JP" sz="2400" dirty="0"/>
          </a:p>
          <a:p>
            <a:r>
              <a:rPr lang="ja-JP" altLang="en-US" sz="2400" b="1" dirty="0">
                <a:solidFill>
                  <a:srgbClr val="FF0000"/>
                </a:solidFill>
              </a:rPr>
              <a:t>■管理したくないファイル</a:t>
            </a:r>
            <a:endParaRPr lang="en-US" altLang="ja-JP" sz="2400" b="1" dirty="0">
              <a:solidFill>
                <a:srgbClr val="FF0000"/>
              </a:solidFill>
            </a:endParaRPr>
          </a:p>
          <a:p>
            <a:r>
              <a:rPr lang="ja-JP" altLang="en-US" sz="2400" dirty="0"/>
              <a:t>・</a:t>
            </a:r>
            <a:r>
              <a:rPr lang="en-US" altLang="ja-JP" sz="2400" dirty="0"/>
              <a:t>Visual Studio</a:t>
            </a:r>
            <a:r>
              <a:rPr lang="ja-JP" altLang="en-US" sz="2400" dirty="0"/>
              <a:t>の個人設定データ（自動入力設定 背景色など）</a:t>
            </a:r>
            <a:endParaRPr lang="en-US" altLang="ja-JP" sz="2400" dirty="0"/>
          </a:p>
          <a:p>
            <a:endParaRPr lang="en-US" altLang="ja-JP" sz="2400" dirty="0"/>
          </a:p>
          <a:p>
            <a:r>
              <a:rPr lang="ja-JP" altLang="en-US" sz="2400" b="1" dirty="0">
                <a:solidFill>
                  <a:srgbClr val="FF0000"/>
                </a:solidFill>
              </a:rPr>
              <a:t>個人で別々に所持しておきたいファイルは基本的に管理したくないです。</a:t>
            </a:r>
            <a:endParaRPr lang="en-US" altLang="ja-JP" sz="2400" b="1" dirty="0">
              <a:solidFill>
                <a:srgbClr val="FF0000"/>
              </a:solidFill>
            </a:endParaRPr>
          </a:p>
        </p:txBody>
      </p:sp>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706464" cy="584775"/>
          </a:xfrm>
          <a:prstGeom prst="rect">
            <a:avLst/>
          </a:prstGeom>
          <a:noFill/>
        </p:spPr>
        <p:txBody>
          <a:bodyPr wrap="none" rtlCol="0">
            <a:spAutoFit/>
          </a:bodyPr>
          <a:lstStyle/>
          <a:p>
            <a:r>
              <a:rPr kumimoji="1" lang="en-US" altLang="ja-JP" sz="3200" b="1" u="sng" dirty="0"/>
              <a:t>.</a:t>
            </a:r>
            <a:r>
              <a:rPr kumimoji="1" lang="en-US" altLang="ja-JP" sz="3200" b="1" u="sng" dirty="0" err="1"/>
              <a:t>gitignore</a:t>
            </a:r>
            <a:r>
              <a:rPr kumimoji="1" lang="ja-JP" altLang="en-US" sz="3200" b="1" u="sng" dirty="0"/>
              <a:t>ファイル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936007" cy="1938992"/>
          </a:xfrm>
          <a:prstGeom prst="rect">
            <a:avLst/>
          </a:prstGeom>
          <a:noFill/>
        </p:spPr>
        <p:txBody>
          <a:bodyPr wrap="none" rtlCol="0">
            <a:spAutoFit/>
          </a:bodyPr>
          <a:lstStyle/>
          <a:p>
            <a:r>
              <a:rPr lang="en-US" altLang="ja-JP" sz="2400" dirty="0"/>
              <a:t>Git</a:t>
            </a:r>
            <a:r>
              <a:rPr lang="ja-JP" altLang="en-US" sz="2400" dirty="0"/>
              <a:t>側で管理したくないファイルを設定するには、「</a:t>
            </a:r>
            <a:r>
              <a:rPr lang="en-US" altLang="ja-JP" sz="2400" b="1" dirty="0">
                <a:solidFill>
                  <a:srgbClr val="FF0000"/>
                </a:solidFill>
              </a:rPr>
              <a:t>.</a:t>
            </a:r>
            <a:r>
              <a:rPr lang="en-US" altLang="ja-JP" sz="2400" b="1" dirty="0" err="1">
                <a:solidFill>
                  <a:srgbClr val="FF0000"/>
                </a:solidFill>
              </a:rPr>
              <a:t>gitignore</a:t>
            </a:r>
            <a:r>
              <a:rPr lang="ja-JP" altLang="en-US" sz="2400" dirty="0"/>
              <a:t>」を使います。</a:t>
            </a:r>
            <a:endParaRPr lang="en-US" altLang="ja-JP" sz="2400" dirty="0"/>
          </a:p>
          <a:p>
            <a:r>
              <a:rPr lang="ja-JP" altLang="en-US" sz="2400" dirty="0"/>
              <a:t>メモ帳で開いてみましょう。（おそらく何も書かれてないはず）</a:t>
            </a:r>
            <a:endParaRPr lang="en-US" altLang="ja-JP" sz="2400" dirty="0"/>
          </a:p>
          <a:p>
            <a:endParaRPr lang="en-US" altLang="ja-JP" sz="2400" dirty="0"/>
          </a:p>
          <a:p>
            <a:r>
              <a:rPr lang="en-US" altLang="ja-JP" sz="2400" dirty="0"/>
              <a:t>.</a:t>
            </a:r>
            <a:r>
              <a:rPr lang="en-US" altLang="ja-JP" sz="2400" dirty="0" err="1"/>
              <a:t>gitignore</a:t>
            </a:r>
            <a:r>
              <a:rPr lang="ja-JP" altLang="en-US" sz="2400" dirty="0"/>
              <a:t>ファイルがない場合は</a:t>
            </a:r>
            <a:endParaRPr lang="en-US" altLang="ja-JP" sz="2400" dirty="0"/>
          </a:p>
          <a:p>
            <a:r>
              <a:rPr lang="ja-JP" altLang="en-US" sz="2400" dirty="0"/>
              <a:t>「右クリック　＞　新規作成　＞　テキストドキュメント」で作りましょう。</a:t>
            </a:r>
            <a:endParaRPr lang="en-US" altLang="ja-JP" sz="2400" dirty="0"/>
          </a:p>
        </p:txBody>
      </p:sp>
      <p:pic>
        <p:nvPicPr>
          <p:cNvPr id="3" name="図 2">
            <a:extLst>
              <a:ext uri="{FF2B5EF4-FFF2-40B4-BE49-F238E27FC236}">
                <a16:creationId xmlns:a16="http://schemas.microsoft.com/office/drawing/2014/main" id="{E35CEBD8-3826-4483-B000-621DC1D17898}"/>
              </a:ext>
            </a:extLst>
          </p:cNvPr>
          <p:cNvPicPr>
            <a:picLocks noChangeAspect="1"/>
          </p:cNvPicPr>
          <p:nvPr/>
        </p:nvPicPr>
        <p:blipFill>
          <a:blip r:embed="rId2"/>
          <a:stretch>
            <a:fillRect/>
          </a:stretch>
        </p:blipFill>
        <p:spPr>
          <a:xfrm>
            <a:off x="567543" y="3295121"/>
            <a:ext cx="2534246" cy="3124079"/>
          </a:xfrm>
          <a:prstGeom prst="rect">
            <a:avLst/>
          </a:prstGeom>
        </p:spPr>
      </p:pic>
    </p:spTree>
    <p:extLst>
      <p:ext uri="{BB962C8B-B14F-4D97-AF65-F5344CB8AC3E}">
        <p14:creationId xmlns:p14="http://schemas.microsoft.com/office/powerpoint/2010/main" val="3975032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706464" cy="584775"/>
          </a:xfrm>
          <a:prstGeom prst="rect">
            <a:avLst/>
          </a:prstGeom>
          <a:noFill/>
        </p:spPr>
        <p:txBody>
          <a:bodyPr wrap="none" rtlCol="0">
            <a:spAutoFit/>
          </a:bodyPr>
          <a:lstStyle/>
          <a:p>
            <a:r>
              <a:rPr kumimoji="1" lang="en-US" altLang="ja-JP" sz="3200" b="1" u="sng" dirty="0"/>
              <a:t>.</a:t>
            </a:r>
            <a:r>
              <a:rPr kumimoji="1" lang="en-US" altLang="ja-JP" sz="3200" b="1" u="sng" dirty="0" err="1"/>
              <a:t>gitignore</a:t>
            </a:r>
            <a:r>
              <a:rPr kumimoji="1" lang="ja-JP" altLang="en-US" sz="3200" b="1" u="sng" dirty="0"/>
              <a:t>ファイル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214382" cy="2308324"/>
          </a:xfrm>
          <a:prstGeom prst="rect">
            <a:avLst/>
          </a:prstGeom>
          <a:noFill/>
        </p:spPr>
        <p:txBody>
          <a:bodyPr wrap="none" rtlCol="0">
            <a:spAutoFit/>
          </a:bodyPr>
          <a:lstStyle/>
          <a:p>
            <a:r>
              <a:rPr lang="ja-JP" altLang="en-US" sz="2400" dirty="0"/>
              <a:t>このファイルに書かれているファイルは</a:t>
            </a:r>
            <a:r>
              <a:rPr lang="en-US" altLang="ja-JP" sz="2400" dirty="0"/>
              <a:t>Git</a:t>
            </a:r>
            <a:r>
              <a:rPr lang="ja-JP" altLang="en-US" sz="2400" dirty="0"/>
              <a:t>の管理外となります。</a:t>
            </a:r>
            <a:endParaRPr lang="en-US" altLang="ja-JP" sz="2400" dirty="0"/>
          </a:p>
          <a:p>
            <a:r>
              <a:rPr lang="ja-JP" altLang="en-US" sz="2400" dirty="0"/>
              <a:t>リーダーは「</a:t>
            </a:r>
            <a:r>
              <a:rPr lang="en-US" altLang="ja-JP" sz="2400" dirty="0"/>
              <a:t>*.txt</a:t>
            </a:r>
            <a:r>
              <a:rPr lang="ja-JP" altLang="en-US" sz="2400" dirty="0"/>
              <a:t>」と記載して保存し、</a:t>
            </a:r>
            <a:r>
              <a:rPr lang="en-US" altLang="ja-JP" sz="2400" dirty="0"/>
              <a:t>Push</a:t>
            </a:r>
            <a:r>
              <a:rPr lang="ja-JP" altLang="en-US" sz="2400" dirty="0"/>
              <a:t>しましょう。</a:t>
            </a:r>
            <a:endParaRPr lang="en-US" altLang="ja-JP" sz="2400" dirty="0"/>
          </a:p>
          <a:p>
            <a:endParaRPr lang="en-US" altLang="ja-JP" sz="2400" dirty="0"/>
          </a:p>
          <a:p>
            <a:r>
              <a:rPr lang="en-US" altLang="ja-JP" sz="2400" b="1" dirty="0">
                <a:solidFill>
                  <a:srgbClr val="FF0000"/>
                </a:solidFill>
              </a:rPr>
              <a:t>※Push</a:t>
            </a:r>
            <a:r>
              <a:rPr lang="ja-JP" altLang="en-US" sz="2400" b="1" dirty="0">
                <a:solidFill>
                  <a:srgbClr val="FF0000"/>
                </a:solidFill>
              </a:rPr>
              <a:t>までしないと反映されません。</a:t>
            </a:r>
            <a:endParaRPr lang="en-US" altLang="ja-JP" sz="2400" b="1" dirty="0">
              <a:solidFill>
                <a:srgbClr val="FF0000"/>
              </a:solidFill>
            </a:endParaRPr>
          </a:p>
          <a:p>
            <a:endParaRPr lang="en-US" altLang="ja-JP" sz="2400" b="1" dirty="0">
              <a:solidFill>
                <a:srgbClr val="FF0000"/>
              </a:solidFill>
            </a:endParaRPr>
          </a:p>
          <a:p>
            <a:r>
              <a:rPr lang="ja-JP" altLang="en-US" sz="2400" dirty="0"/>
              <a:t>他のメンバーは</a:t>
            </a:r>
            <a:r>
              <a:rPr lang="en-US" altLang="ja-JP" sz="2400" dirty="0"/>
              <a:t>Pull</a:t>
            </a:r>
            <a:r>
              <a:rPr lang="ja-JP" altLang="en-US" sz="2400" dirty="0"/>
              <a:t>して反映しましょう。</a:t>
            </a:r>
            <a:endParaRPr lang="en-US" altLang="ja-JP" sz="2400" dirty="0"/>
          </a:p>
        </p:txBody>
      </p:sp>
      <p:pic>
        <p:nvPicPr>
          <p:cNvPr id="5" name="図 4">
            <a:extLst>
              <a:ext uri="{FF2B5EF4-FFF2-40B4-BE49-F238E27FC236}">
                <a16:creationId xmlns:a16="http://schemas.microsoft.com/office/drawing/2014/main" id="{04E805B2-3ED3-4E12-992E-87FF3091821E}"/>
              </a:ext>
            </a:extLst>
          </p:cNvPr>
          <p:cNvPicPr>
            <a:picLocks noChangeAspect="1"/>
          </p:cNvPicPr>
          <p:nvPr/>
        </p:nvPicPr>
        <p:blipFill>
          <a:blip r:embed="rId2"/>
          <a:stretch>
            <a:fillRect/>
          </a:stretch>
        </p:blipFill>
        <p:spPr>
          <a:xfrm>
            <a:off x="567542" y="3664453"/>
            <a:ext cx="3975708" cy="2701593"/>
          </a:xfrm>
          <a:prstGeom prst="rect">
            <a:avLst/>
          </a:prstGeom>
        </p:spPr>
      </p:pic>
    </p:spTree>
    <p:extLst>
      <p:ext uri="{BB962C8B-B14F-4D97-AF65-F5344CB8AC3E}">
        <p14:creationId xmlns:p14="http://schemas.microsoft.com/office/powerpoint/2010/main" val="851535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706464" cy="584775"/>
          </a:xfrm>
          <a:prstGeom prst="rect">
            <a:avLst/>
          </a:prstGeom>
          <a:noFill/>
        </p:spPr>
        <p:txBody>
          <a:bodyPr wrap="none" rtlCol="0">
            <a:spAutoFit/>
          </a:bodyPr>
          <a:lstStyle/>
          <a:p>
            <a:r>
              <a:rPr kumimoji="1" lang="en-US" altLang="ja-JP" sz="3200" b="1" u="sng" dirty="0"/>
              <a:t>.</a:t>
            </a:r>
            <a:r>
              <a:rPr kumimoji="1" lang="en-US" altLang="ja-JP" sz="3200" b="1" u="sng" dirty="0" err="1"/>
              <a:t>gitignore</a:t>
            </a:r>
            <a:r>
              <a:rPr kumimoji="1" lang="ja-JP" altLang="en-US" sz="3200" b="1" u="sng" dirty="0"/>
              <a:t>ファイル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830997"/>
          </a:xfrm>
          <a:prstGeom prst="rect">
            <a:avLst/>
          </a:prstGeom>
          <a:noFill/>
        </p:spPr>
        <p:txBody>
          <a:bodyPr wrap="none" rtlCol="0">
            <a:spAutoFit/>
          </a:bodyPr>
          <a:lstStyle/>
          <a:p>
            <a:r>
              <a:rPr lang="ja-JP" altLang="en-US" sz="2400" dirty="0"/>
              <a:t>プロジェクト内にテキストファイルと</a:t>
            </a:r>
            <a:r>
              <a:rPr lang="en-US" altLang="ja-JP" sz="2400" dirty="0"/>
              <a:t>Word</a:t>
            </a:r>
            <a:r>
              <a:rPr lang="ja-JP" altLang="en-US" sz="2400" dirty="0"/>
              <a:t>ファイルを追加します。</a:t>
            </a:r>
            <a:endParaRPr lang="en-US" altLang="ja-JP" sz="2400" dirty="0"/>
          </a:p>
          <a:p>
            <a:r>
              <a:rPr lang="ja-JP" altLang="en-US" sz="2400" dirty="0"/>
              <a:t>追加したら大元のフォルダを右クリックして</a:t>
            </a:r>
            <a:r>
              <a:rPr lang="ja-JP" altLang="en-US" sz="2400" b="1" dirty="0">
                <a:solidFill>
                  <a:srgbClr val="FF0000"/>
                </a:solidFill>
              </a:rPr>
              <a:t>コミット画面を出しましょう。</a:t>
            </a:r>
            <a:endParaRPr lang="en-US" altLang="ja-JP" sz="2400" b="1" dirty="0">
              <a:solidFill>
                <a:srgbClr val="FF0000"/>
              </a:solidFill>
            </a:endParaRPr>
          </a:p>
        </p:txBody>
      </p:sp>
      <p:pic>
        <p:nvPicPr>
          <p:cNvPr id="3" name="図 2">
            <a:extLst>
              <a:ext uri="{FF2B5EF4-FFF2-40B4-BE49-F238E27FC236}">
                <a16:creationId xmlns:a16="http://schemas.microsoft.com/office/drawing/2014/main" id="{8DDF5F03-67F3-4ADA-8A03-7FA38EFC72FD}"/>
              </a:ext>
            </a:extLst>
          </p:cNvPr>
          <p:cNvPicPr>
            <a:picLocks noChangeAspect="1"/>
          </p:cNvPicPr>
          <p:nvPr/>
        </p:nvPicPr>
        <p:blipFill>
          <a:blip r:embed="rId2"/>
          <a:stretch>
            <a:fillRect/>
          </a:stretch>
        </p:blipFill>
        <p:spPr>
          <a:xfrm>
            <a:off x="567542" y="2187126"/>
            <a:ext cx="7913290" cy="3048262"/>
          </a:xfrm>
          <a:prstGeom prst="rect">
            <a:avLst/>
          </a:prstGeom>
        </p:spPr>
      </p:pic>
      <p:sp>
        <p:nvSpPr>
          <p:cNvPr id="7" name="テキスト ボックス 6">
            <a:extLst>
              <a:ext uri="{FF2B5EF4-FFF2-40B4-BE49-F238E27FC236}">
                <a16:creationId xmlns:a16="http://schemas.microsoft.com/office/drawing/2014/main" id="{AE42605D-C2FB-4878-829E-E2C6BBFD6C5E}"/>
              </a:ext>
            </a:extLst>
          </p:cNvPr>
          <p:cNvSpPr txBox="1"/>
          <p:nvPr/>
        </p:nvSpPr>
        <p:spPr>
          <a:xfrm>
            <a:off x="567541" y="5375088"/>
            <a:ext cx="5109091" cy="461665"/>
          </a:xfrm>
          <a:prstGeom prst="rect">
            <a:avLst/>
          </a:prstGeom>
          <a:noFill/>
        </p:spPr>
        <p:txBody>
          <a:bodyPr wrap="none" rtlCol="0">
            <a:spAutoFit/>
          </a:bodyPr>
          <a:lstStyle/>
          <a:p>
            <a:r>
              <a:rPr lang="en-US" altLang="ja-JP" sz="2400" b="1" dirty="0">
                <a:solidFill>
                  <a:srgbClr val="FF0000"/>
                </a:solidFill>
              </a:rPr>
              <a:t>※</a:t>
            </a:r>
            <a:r>
              <a:rPr lang="ja-JP" altLang="en-US" sz="2400" b="1" dirty="0">
                <a:solidFill>
                  <a:srgbClr val="FF0000"/>
                </a:solidFill>
              </a:rPr>
              <a:t>コミットはしないでください！！</a:t>
            </a:r>
            <a:endParaRPr lang="en-US" altLang="ja-JP" sz="2400" b="1" dirty="0">
              <a:solidFill>
                <a:srgbClr val="FF0000"/>
              </a:solidFill>
            </a:endParaRPr>
          </a:p>
        </p:txBody>
      </p:sp>
      <p:sp>
        <p:nvSpPr>
          <p:cNvPr id="8" name="正方形/長方形 7">
            <a:extLst>
              <a:ext uri="{FF2B5EF4-FFF2-40B4-BE49-F238E27FC236}">
                <a16:creationId xmlns:a16="http://schemas.microsoft.com/office/drawing/2014/main" id="{CB721BCD-07D5-4308-B91D-DFD578A93826}"/>
              </a:ext>
            </a:extLst>
          </p:cNvPr>
          <p:cNvSpPr/>
          <p:nvPr/>
        </p:nvSpPr>
        <p:spPr>
          <a:xfrm>
            <a:off x="645459" y="4087906"/>
            <a:ext cx="3137647" cy="95922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917911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706464" cy="584775"/>
          </a:xfrm>
          <a:prstGeom prst="rect">
            <a:avLst/>
          </a:prstGeom>
          <a:noFill/>
        </p:spPr>
        <p:txBody>
          <a:bodyPr wrap="none" rtlCol="0">
            <a:spAutoFit/>
          </a:bodyPr>
          <a:lstStyle/>
          <a:p>
            <a:r>
              <a:rPr kumimoji="1" lang="en-US" altLang="ja-JP" sz="3200" b="1" u="sng" dirty="0"/>
              <a:t>.</a:t>
            </a:r>
            <a:r>
              <a:rPr kumimoji="1" lang="en-US" altLang="ja-JP" sz="3200" b="1" u="sng" dirty="0" err="1"/>
              <a:t>gitignore</a:t>
            </a:r>
            <a:r>
              <a:rPr kumimoji="1" lang="ja-JP" altLang="en-US" sz="3200" b="1" u="sng" dirty="0"/>
              <a:t>ファイル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399274" cy="1200329"/>
          </a:xfrm>
          <a:prstGeom prst="rect">
            <a:avLst/>
          </a:prstGeom>
          <a:noFill/>
        </p:spPr>
        <p:txBody>
          <a:bodyPr wrap="none" rtlCol="0">
            <a:spAutoFit/>
          </a:bodyPr>
          <a:lstStyle/>
          <a:p>
            <a:r>
              <a:rPr lang="en-US" altLang="ja-JP" sz="2400" dirty="0"/>
              <a:t>Word</a:t>
            </a:r>
            <a:r>
              <a:rPr lang="ja-JP" altLang="en-US" sz="2400" dirty="0"/>
              <a:t>データは候補として表示されますが、</a:t>
            </a:r>
            <a:r>
              <a:rPr lang="ja-JP" altLang="en-US" sz="2400" b="1" dirty="0">
                <a:solidFill>
                  <a:srgbClr val="FF0000"/>
                </a:solidFill>
              </a:rPr>
              <a:t>テキストファイルは表示されません。</a:t>
            </a:r>
            <a:endParaRPr lang="en-US" altLang="ja-JP" sz="2400" b="1" dirty="0">
              <a:solidFill>
                <a:srgbClr val="FF0000"/>
              </a:solidFill>
            </a:endParaRPr>
          </a:p>
          <a:p>
            <a:r>
              <a:rPr lang="en-US" altLang="ja-JP" sz="2400" dirty="0"/>
              <a:t>.</a:t>
            </a:r>
            <a:r>
              <a:rPr lang="en-US" altLang="ja-JP" sz="2400" dirty="0" err="1"/>
              <a:t>gitignore</a:t>
            </a:r>
            <a:r>
              <a:rPr lang="ja-JP" altLang="en-US" sz="2400" dirty="0"/>
              <a:t>によって無視されています。</a:t>
            </a:r>
            <a:endParaRPr lang="en-US" altLang="ja-JP" sz="2400" dirty="0"/>
          </a:p>
          <a:p>
            <a:r>
              <a:rPr lang="ja-JP" altLang="en-US" sz="2400" dirty="0"/>
              <a:t>このように拡張子単位で</a:t>
            </a:r>
            <a:r>
              <a:rPr lang="en-US" altLang="ja-JP" sz="2400" dirty="0"/>
              <a:t>Git</a:t>
            </a:r>
            <a:r>
              <a:rPr lang="ja-JP" altLang="en-US" sz="2400" dirty="0"/>
              <a:t>から無視させることができます。</a:t>
            </a:r>
            <a:endParaRPr lang="en-US" altLang="ja-JP" sz="2400" dirty="0"/>
          </a:p>
        </p:txBody>
      </p:sp>
      <p:pic>
        <p:nvPicPr>
          <p:cNvPr id="5" name="図 4">
            <a:extLst>
              <a:ext uri="{FF2B5EF4-FFF2-40B4-BE49-F238E27FC236}">
                <a16:creationId xmlns:a16="http://schemas.microsoft.com/office/drawing/2014/main" id="{763EDA7B-A0DD-464E-9FCE-C1012A0834D0}"/>
              </a:ext>
            </a:extLst>
          </p:cNvPr>
          <p:cNvPicPr>
            <a:picLocks noChangeAspect="1"/>
          </p:cNvPicPr>
          <p:nvPr/>
        </p:nvPicPr>
        <p:blipFill>
          <a:blip r:embed="rId2"/>
          <a:stretch>
            <a:fillRect/>
          </a:stretch>
        </p:blipFill>
        <p:spPr>
          <a:xfrm>
            <a:off x="567542" y="2556458"/>
            <a:ext cx="4117478" cy="3909253"/>
          </a:xfrm>
          <a:prstGeom prst="rect">
            <a:avLst/>
          </a:prstGeom>
        </p:spPr>
      </p:pic>
      <p:sp>
        <p:nvSpPr>
          <p:cNvPr id="9" name="テキスト ボックス 8">
            <a:extLst>
              <a:ext uri="{FF2B5EF4-FFF2-40B4-BE49-F238E27FC236}">
                <a16:creationId xmlns:a16="http://schemas.microsoft.com/office/drawing/2014/main" id="{507ED977-0749-42FA-9826-5ABF42C1CEC1}"/>
              </a:ext>
            </a:extLst>
          </p:cNvPr>
          <p:cNvSpPr txBox="1"/>
          <p:nvPr/>
        </p:nvSpPr>
        <p:spPr>
          <a:xfrm>
            <a:off x="4798796" y="5372958"/>
            <a:ext cx="6083717" cy="1015663"/>
          </a:xfrm>
          <a:prstGeom prst="rect">
            <a:avLst/>
          </a:prstGeom>
          <a:noFill/>
        </p:spPr>
        <p:txBody>
          <a:bodyPr wrap="none" rtlCol="0">
            <a:spAutoFit/>
          </a:bodyPr>
          <a:lstStyle/>
          <a:p>
            <a:r>
              <a:rPr lang="en-US" altLang="ja-JP" sz="2000" b="1" dirty="0">
                <a:solidFill>
                  <a:srgbClr val="00B050"/>
                </a:solidFill>
              </a:rPr>
              <a:t>MEMO</a:t>
            </a:r>
          </a:p>
          <a:p>
            <a:r>
              <a:rPr lang="ja-JP" altLang="en-US" sz="2000" dirty="0"/>
              <a:t>他にもフォルダ単位で無視したり、</a:t>
            </a:r>
            <a:endParaRPr lang="en-US" altLang="ja-JP" sz="2000" dirty="0"/>
          </a:p>
          <a:p>
            <a:r>
              <a:rPr lang="ja-JP" altLang="en-US" sz="2000" dirty="0"/>
              <a:t>ファイル名を直接指定して無視したりもできます。</a:t>
            </a:r>
            <a:endParaRPr lang="en-US" altLang="ja-JP" sz="2000" dirty="0"/>
          </a:p>
        </p:txBody>
      </p:sp>
      <p:sp>
        <p:nvSpPr>
          <p:cNvPr id="10" name="正方形/長方形 9">
            <a:extLst>
              <a:ext uri="{FF2B5EF4-FFF2-40B4-BE49-F238E27FC236}">
                <a16:creationId xmlns:a16="http://schemas.microsoft.com/office/drawing/2014/main" id="{F9153E81-5234-4E6A-B8F9-84765F2C7E9C}"/>
              </a:ext>
            </a:extLst>
          </p:cNvPr>
          <p:cNvSpPr/>
          <p:nvPr/>
        </p:nvSpPr>
        <p:spPr>
          <a:xfrm>
            <a:off x="681318" y="4849906"/>
            <a:ext cx="3908611" cy="7916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F0E75117-3613-4FE6-80AC-F6990C901929}"/>
              </a:ext>
            </a:extLst>
          </p:cNvPr>
          <p:cNvSpPr txBox="1"/>
          <p:nvPr/>
        </p:nvSpPr>
        <p:spPr>
          <a:xfrm>
            <a:off x="4798796" y="3922299"/>
            <a:ext cx="6083717" cy="1323439"/>
          </a:xfrm>
          <a:prstGeom prst="rect">
            <a:avLst/>
          </a:prstGeom>
          <a:noFill/>
        </p:spPr>
        <p:txBody>
          <a:bodyPr wrap="none" rtlCol="0">
            <a:spAutoFit/>
          </a:bodyPr>
          <a:lstStyle/>
          <a:p>
            <a:r>
              <a:rPr lang="ja-JP" altLang="en-US" sz="2000" b="1" dirty="0">
                <a:solidFill>
                  <a:srgbClr val="FF0000"/>
                </a:solidFill>
              </a:rPr>
              <a:t>■注意</a:t>
            </a:r>
            <a:endParaRPr lang="en-US" altLang="ja-JP" sz="2000" b="1" dirty="0">
              <a:solidFill>
                <a:srgbClr val="FF0000"/>
              </a:solidFill>
            </a:endParaRPr>
          </a:p>
          <a:p>
            <a:r>
              <a:rPr lang="ja-JP" altLang="en-US" sz="2000" dirty="0"/>
              <a:t>既に</a:t>
            </a:r>
            <a:r>
              <a:rPr lang="en-US" altLang="ja-JP" sz="2000" dirty="0"/>
              <a:t>Push</a:t>
            </a:r>
            <a:r>
              <a:rPr lang="ja-JP" altLang="en-US" sz="2000" dirty="0"/>
              <a:t>されているファイルは無視されません。</a:t>
            </a:r>
            <a:endParaRPr lang="en-US" altLang="ja-JP" sz="2000" dirty="0"/>
          </a:p>
          <a:p>
            <a:r>
              <a:rPr lang="ja-JP" altLang="en-US" sz="2000" dirty="0"/>
              <a:t>ファイルを直接右クリックしてコミットする場合も</a:t>
            </a:r>
            <a:endParaRPr lang="en-US" altLang="ja-JP" sz="2000" dirty="0"/>
          </a:p>
          <a:p>
            <a:r>
              <a:rPr lang="ja-JP" altLang="en-US" sz="2000" dirty="0"/>
              <a:t>無視されません。</a:t>
            </a:r>
            <a:endParaRPr lang="en-US" altLang="ja-JP" sz="2000" dirty="0"/>
          </a:p>
        </p:txBody>
      </p:sp>
    </p:spTree>
    <p:extLst>
      <p:ext uri="{BB962C8B-B14F-4D97-AF65-F5344CB8AC3E}">
        <p14:creationId xmlns:p14="http://schemas.microsoft.com/office/powerpoint/2010/main" val="1381014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706464" cy="584775"/>
          </a:xfrm>
          <a:prstGeom prst="rect">
            <a:avLst/>
          </a:prstGeom>
          <a:noFill/>
        </p:spPr>
        <p:txBody>
          <a:bodyPr wrap="none" rtlCol="0">
            <a:spAutoFit/>
          </a:bodyPr>
          <a:lstStyle/>
          <a:p>
            <a:r>
              <a:rPr kumimoji="1" lang="en-US" altLang="ja-JP" sz="3200" b="1" u="sng" dirty="0"/>
              <a:t>.</a:t>
            </a:r>
            <a:r>
              <a:rPr kumimoji="1" lang="en-US" altLang="ja-JP" sz="3200" b="1" u="sng" dirty="0" err="1"/>
              <a:t>gitignore</a:t>
            </a:r>
            <a:r>
              <a:rPr kumimoji="1" lang="ja-JP" altLang="en-US" sz="3200" b="1" u="sng" dirty="0"/>
              <a:t>ファイル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546203" cy="1938992"/>
          </a:xfrm>
          <a:prstGeom prst="rect">
            <a:avLst/>
          </a:prstGeom>
          <a:noFill/>
        </p:spPr>
        <p:txBody>
          <a:bodyPr wrap="none" rtlCol="0">
            <a:spAutoFit/>
          </a:bodyPr>
          <a:lstStyle/>
          <a:p>
            <a:r>
              <a:rPr lang="en-US" altLang="ja-JP" sz="2400" dirty="0"/>
              <a:t>.</a:t>
            </a:r>
            <a:r>
              <a:rPr lang="en-US" altLang="ja-JP" sz="2400" dirty="0" err="1"/>
              <a:t>gitignore</a:t>
            </a:r>
            <a:r>
              <a:rPr lang="ja-JP" altLang="en-US" sz="2400" dirty="0"/>
              <a:t>は生成ツールを使うと簡単に設定できます。</a:t>
            </a:r>
            <a:endParaRPr lang="en-US" altLang="ja-JP" sz="2400" dirty="0"/>
          </a:p>
          <a:p>
            <a:r>
              <a:rPr lang="ja-JP" altLang="en-US" sz="2400" dirty="0"/>
              <a:t>以下のリンクからアクセスできます。</a:t>
            </a:r>
            <a:endParaRPr lang="en-US" altLang="ja-JP" sz="2400" dirty="0"/>
          </a:p>
          <a:p>
            <a:endParaRPr lang="en-US" altLang="ja-JP" sz="2400" dirty="0"/>
          </a:p>
          <a:p>
            <a:r>
              <a:rPr lang="ja-JP" altLang="en-US" sz="2400" b="1" dirty="0">
                <a:solidFill>
                  <a:srgbClr val="FF0000"/>
                </a:solidFill>
              </a:rPr>
              <a:t>■</a:t>
            </a:r>
            <a:r>
              <a:rPr lang="en-US" altLang="ja-JP" sz="2400" b="1" dirty="0">
                <a:solidFill>
                  <a:srgbClr val="FF0000"/>
                </a:solidFill>
              </a:rPr>
              <a:t>.</a:t>
            </a:r>
            <a:r>
              <a:rPr lang="en-US" altLang="ja-JP" sz="2400" b="1" dirty="0" err="1">
                <a:solidFill>
                  <a:srgbClr val="FF0000"/>
                </a:solidFill>
              </a:rPr>
              <a:t>gitignore</a:t>
            </a:r>
            <a:r>
              <a:rPr lang="ja-JP" altLang="en-US" sz="2400" b="1" dirty="0">
                <a:solidFill>
                  <a:srgbClr val="FF0000"/>
                </a:solidFill>
              </a:rPr>
              <a:t>生成ツール</a:t>
            </a:r>
            <a:endParaRPr lang="en-US" altLang="ja-JP" sz="2400" b="1" dirty="0">
              <a:solidFill>
                <a:srgbClr val="FF0000"/>
              </a:solidFill>
            </a:endParaRPr>
          </a:p>
          <a:p>
            <a:r>
              <a:rPr lang="en-US" altLang="ja-JP" sz="2400" dirty="0">
                <a:hlinkClick r:id="rId2"/>
              </a:rPr>
              <a:t>gitignore.io - </a:t>
            </a:r>
            <a:r>
              <a:rPr lang="ja-JP" altLang="en-US" sz="2400" dirty="0">
                <a:hlinkClick r:id="rId2"/>
              </a:rPr>
              <a:t>プロジェクトに役立つ</a:t>
            </a:r>
            <a:r>
              <a:rPr lang="en-US" altLang="ja-JP" sz="2400" dirty="0">
                <a:hlinkClick r:id="rId2"/>
              </a:rPr>
              <a:t>.</a:t>
            </a:r>
            <a:r>
              <a:rPr lang="en-US" altLang="ja-JP" sz="2400" dirty="0" err="1">
                <a:hlinkClick r:id="rId2"/>
              </a:rPr>
              <a:t>gitignore</a:t>
            </a:r>
            <a:r>
              <a:rPr lang="ja-JP" altLang="en-US" sz="2400" dirty="0">
                <a:hlinkClick r:id="rId2"/>
              </a:rPr>
              <a:t>ファイルを作成しよう</a:t>
            </a:r>
            <a:endParaRPr lang="en-US" altLang="ja-JP" sz="2400" dirty="0"/>
          </a:p>
        </p:txBody>
      </p:sp>
    </p:spTree>
    <p:extLst>
      <p:ext uri="{BB962C8B-B14F-4D97-AF65-F5344CB8AC3E}">
        <p14:creationId xmlns:p14="http://schemas.microsoft.com/office/powerpoint/2010/main" val="2763296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706464" cy="584775"/>
          </a:xfrm>
          <a:prstGeom prst="rect">
            <a:avLst/>
          </a:prstGeom>
          <a:noFill/>
        </p:spPr>
        <p:txBody>
          <a:bodyPr wrap="none" rtlCol="0">
            <a:spAutoFit/>
          </a:bodyPr>
          <a:lstStyle/>
          <a:p>
            <a:r>
              <a:rPr kumimoji="1" lang="en-US" altLang="ja-JP" sz="3200" b="1" u="sng" dirty="0"/>
              <a:t>.</a:t>
            </a:r>
            <a:r>
              <a:rPr kumimoji="1" lang="en-US" altLang="ja-JP" sz="3200" b="1" u="sng" dirty="0" err="1"/>
              <a:t>gitignore</a:t>
            </a:r>
            <a:r>
              <a:rPr kumimoji="1" lang="ja-JP" altLang="en-US" sz="3200" b="1" u="sng" dirty="0"/>
              <a:t>ファイル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461665"/>
          </a:xfrm>
          <a:prstGeom prst="rect">
            <a:avLst/>
          </a:prstGeom>
          <a:noFill/>
        </p:spPr>
        <p:txBody>
          <a:bodyPr wrap="none" rtlCol="0">
            <a:spAutoFit/>
          </a:bodyPr>
          <a:lstStyle/>
          <a:p>
            <a:r>
              <a:rPr lang="ja-JP" altLang="en-US" sz="2400" dirty="0"/>
              <a:t>プロジェクトで使用するツールや言語を追加していきます。</a:t>
            </a:r>
            <a:endParaRPr lang="en-US" altLang="ja-JP" sz="2400" dirty="0"/>
          </a:p>
        </p:txBody>
      </p:sp>
      <p:pic>
        <p:nvPicPr>
          <p:cNvPr id="3" name="図 2">
            <a:extLst>
              <a:ext uri="{FF2B5EF4-FFF2-40B4-BE49-F238E27FC236}">
                <a16:creationId xmlns:a16="http://schemas.microsoft.com/office/drawing/2014/main" id="{9CFA1867-19E2-4CA3-B5DC-93E7C93A6D1A}"/>
              </a:ext>
            </a:extLst>
          </p:cNvPr>
          <p:cNvPicPr>
            <a:picLocks noChangeAspect="1"/>
          </p:cNvPicPr>
          <p:nvPr/>
        </p:nvPicPr>
        <p:blipFill>
          <a:blip r:embed="rId2"/>
          <a:stretch>
            <a:fillRect/>
          </a:stretch>
        </p:blipFill>
        <p:spPr>
          <a:xfrm>
            <a:off x="567541" y="1817794"/>
            <a:ext cx="9494675" cy="3749288"/>
          </a:xfrm>
          <a:prstGeom prst="rect">
            <a:avLst/>
          </a:prstGeom>
        </p:spPr>
      </p:pic>
    </p:spTree>
    <p:extLst>
      <p:ext uri="{BB962C8B-B14F-4D97-AF65-F5344CB8AC3E}">
        <p14:creationId xmlns:p14="http://schemas.microsoft.com/office/powerpoint/2010/main" val="3124585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706464" cy="584775"/>
          </a:xfrm>
          <a:prstGeom prst="rect">
            <a:avLst/>
          </a:prstGeom>
          <a:noFill/>
        </p:spPr>
        <p:txBody>
          <a:bodyPr wrap="none" rtlCol="0">
            <a:spAutoFit/>
          </a:bodyPr>
          <a:lstStyle/>
          <a:p>
            <a:r>
              <a:rPr kumimoji="1" lang="en-US" altLang="ja-JP" sz="3200" b="1" u="sng" dirty="0"/>
              <a:t>.</a:t>
            </a:r>
            <a:r>
              <a:rPr kumimoji="1" lang="en-US" altLang="ja-JP" sz="3200" b="1" u="sng" dirty="0" err="1"/>
              <a:t>gitignore</a:t>
            </a:r>
            <a:r>
              <a:rPr kumimoji="1" lang="ja-JP" altLang="en-US" sz="3200" b="1" u="sng" dirty="0"/>
              <a:t>ファイル</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331401" cy="830997"/>
          </a:xfrm>
          <a:prstGeom prst="rect">
            <a:avLst/>
          </a:prstGeom>
          <a:noFill/>
        </p:spPr>
        <p:txBody>
          <a:bodyPr wrap="none" rtlCol="0">
            <a:spAutoFit/>
          </a:bodyPr>
          <a:lstStyle/>
          <a:p>
            <a:r>
              <a:rPr lang="ja-JP" altLang="en-US" sz="2400" dirty="0"/>
              <a:t>作成されたテキストをそのまま</a:t>
            </a:r>
            <a:r>
              <a:rPr lang="en-US" altLang="ja-JP" sz="2400" dirty="0"/>
              <a:t>.</a:t>
            </a:r>
            <a:r>
              <a:rPr lang="en-US" altLang="ja-JP" sz="2400" dirty="0" err="1"/>
              <a:t>gitignore</a:t>
            </a:r>
            <a:r>
              <a:rPr lang="ja-JP" altLang="en-US" sz="2400" dirty="0"/>
              <a:t>にコピペすれば</a:t>
            </a:r>
            <a:r>
              <a:rPr lang="en-US" altLang="ja-JP" sz="2400" dirty="0"/>
              <a:t>OK</a:t>
            </a:r>
            <a:r>
              <a:rPr lang="ja-JP" altLang="en-US" sz="2400" dirty="0"/>
              <a:t>です。</a:t>
            </a:r>
            <a:endParaRPr lang="en-US" altLang="ja-JP" sz="2400" dirty="0"/>
          </a:p>
          <a:p>
            <a:r>
              <a:rPr lang="ja-JP" altLang="en-US" sz="2400"/>
              <a:t>リーダーは書き換えて</a:t>
            </a:r>
            <a:r>
              <a:rPr lang="en-US" altLang="ja-JP" sz="2400"/>
              <a:t>Push</a:t>
            </a:r>
            <a:r>
              <a:rPr lang="ja-JP" altLang="en-US" sz="2400" dirty="0"/>
              <a:t>しておきましょう。</a:t>
            </a:r>
            <a:endParaRPr lang="en-US" altLang="ja-JP" sz="2400" dirty="0"/>
          </a:p>
        </p:txBody>
      </p:sp>
      <p:pic>
        <p:nvPicPr>
          <p:cNvPr id="5" name="図 4">
            <a:extLst>
              <a:ext uri="{FF2B5EF4-FFF2-40B4-BE49-F238E27FC236}">
                <a16:creationId xmlns:a16="http://schemas.microsoft.com/office/drawing/2014/main" id="{5E6A2EAF-05D4-42FD-AAA3-8AC5F624FF95}"/>
              </a:ext>
            </a:extLst>
          </p:cNvPr>
          <p:cNvPicPr>
            <a:picLocks noChangeAspect="1"/>
          </p:cNvPicPr>
          <p:nvPr/>
        </p:nvPicPr>
        <p:blipFill>
          <a:blip r:embed="rId2"/>
          <a:stretch>
            <a:fillRect/>
          </a:stretch>
        </p:blipFill>
        <p:spPr>
          <a:xfrm>
            <a:off x="567542" y="2187126"/>
            <a:ext cx="4676811" cy="4415103"/>
          </a:xfrm>
          <a:prstGeom prst="rect">
            <a:avLst/>
          </a:prstGeom>
        </p:spPr>
      </p:pic>
    </p:spTree>
    <p:extLst>
      <p:ext uri="{BB962C8B-B14F-4D97-AF65-F5344CB8AC3E}">
        <p14:creationId xmlns:p14="http://schemas.microsoft.com/office/powerpoint/2010/main" val="411106999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592</TotalTime>
  <Words>392</Words>
  <Application>Microsoft Office PowerPoint</Application>
  <PresentationFormat>ワイド画面</PresentationFormat>
  <Paragraphs>52</Paragraphs>
  <Slides>8</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8</vt:i4>
      </vt:variant>
    </vt:vector>
  </HeadingPairs>
  <TitlesOfParts>
    <vt:vector size="12"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60</cp:revision>
  <dcterms:created xsi:type="dcterms:W3CDTF">2024-08-27T02:15:54Z</dcterms:created>
  <dcterms:modified xsi:type="dcterms:W3CDTF">2025-01-27T07:25:26Z</dcterms:modified>
</cp:coreProperties>
</file>