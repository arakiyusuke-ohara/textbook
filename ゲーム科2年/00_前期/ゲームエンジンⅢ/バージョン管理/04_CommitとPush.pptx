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7427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Commit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12754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※</a:t>
            </a:r>
            <a:r>
              <a:rPr lang="ja-JP" altLang="en-US" sz="2400" b="1" dirty="0">
                <a:solidFill>
                  <a:srgbClr val="FF0000"/>
                </a:solidFill>
              </a:rPr>
              <a:t>リーダーのみ作業してください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実際にファイルを追加していきます。</a:t>
            </a:r>
            <a:endParaRPr lang="en-US" altLang="ja-JP" sz="2400" dirty="0"/>
          </a:p>
          <a:p>
            <a:r>
              <a:rPr lang="en-US" altLang="ja-JP" sz="2400" dirty="0"/>
              <a:t>Clone</a:t>
            </a:r>
            <a:r>
              <a:rPr lang="ja-JP" altLang="en-US" sz="2400" dirty="0"/>
              <a:t>したフォルダの中にメモ帳を１つ追加しましょう。</a:t>
            </a:r>
            <a:endParaRPr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C86DAA93-7092-4B91-BDD6-A560DADB25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925789"/>
            <a:ext cx="8922703" cy="2524752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0B9EFCF-F60B-47F1-8EB1-BD02FA4AAC80}"/>
              </a:ext>
            </a:extLst>
          </p:cNvPr>
          <p:cNvSpPr/>
          <p:nvPr/>
        </p:nvSpPr>
        <p:spPr>
          <a:xfrm>
            <a:off x="717176" y="4760259"/>
            <a:ext cx="2716306" cy="50202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7427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Commit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3401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メモ帳の中身は以下のように書きましょう。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13620FBF-6320-43C9-A5D0-EE2B8E7BAA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1817794"/>
            <a:ext cx="2288403" cy="2834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0531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7427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Commit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51922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Git</a:t>
            </a:r>
            <a:r>
              <a:rPr lang="ja-JP" altLang="en-US" sz="2400" dirty="0"/>
              <a:t>では現状をセーブする</a:t>
            </a:r>
            <a:r>
              <a:rPr lang="en-US" altLang="ja-JP" sz="2400" b="1" dirty="0">
                <a:solidFill>
                  <a:srgbClr val="FF0000"/>
                </a:solidFill>
              </a:rPr>
              <a:t>Commit</a:t>
            </a:r>
            <a:r>
              <a:rPr lang="ja-JP" altLang="en-US" sz="2400" dirty="0"/>
              <a:t>という機能があります。</a:t>
            </a:r>
            <a:endParaRPr lang="en-US" altLang="ja-JP" sz="2400" dirty="0"/>
          </a:p>
          <a:p>
            <a:r>
              <a:rPr lang="ja-JP" altLang="en-US" sz="2400" dirty="0"/>
              <a:t>「テキストを１つ追加した」という作業を</a:t>
            </a:r>
            <a:r>
              <a:rPr lang="en-US" altLang="ja-JP" sz="2400" dirty="0"/>
              <a:t>Commit</a:t>
            </a:r>
            <a:r>
              <a:rPr lang="ja-JP" altLang="en-US" sz="2400" dirty="0"/>
              <a:t>してセーブしてみます。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883108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7427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Commit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05994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追加したテキストを右クリックして、</a:t>
            </a:r>
            <a:endParaRPr lang="en-US" altLang="ja-JP" sz="2400" dirty="0"/>
          </a:p>
          <a:p>
            <a:r>
              <a:rPr lang="ja-JP" altLang="en-US" sz="2400" dirty="0"/>
              <a:t>「</a:t>
            </a:r>
            <a:r>
              <a:rPr lang="en-US" altLang="ja-JP" sz="2400" b="1" dirty="0" err="1">
                <a:solidFill>
                  <a:srgbClr val="FF0000"/>
                </a:solidFill>
              </a:rPr>
              <a:t>TortoiseGit</a:t>
            </a:r>
            <a:r>
              <a:rPr lang="ja-JP" altLang="en-US" sz="2400" b="1" dirty="0">
                <a:solidFill>
                  <a:srgbClr val="FF0000"/>
                </a:solidFill>
              </a:rPr>
              <a:t>　＞　</a:t>
            </a:r>
            <a:r>
              <a:rPr lang="en-US" altLang="ja-JP" sz="2400" b="1" dirty="0">
                <a:solidFill>
                  <a:srgbClr val="FF0000"/>
                </a:solidFill>
              </a:rPr>
              <a:t>Add</a:t>
            </a:r>
            <a:r>
              <a:rPr lang="ja-JP" altLang="en-US" sz="2400" dirty="0"/>
              <a:t>」を選択します。</a:t>
            </a:r>
            <a:endParaRPr lang="en-US" altLang="ja-JP" sz="2400" dirty="0"/>
          </a:p>
          <a:p>
            <a:r>
              <a:rPr lang="ja-JP" altLang="en-US" sz="2400" dirty="0"/>
              <a:t>これで</a:t>
            </a:r>
            <a:r>
              <a:rPr lang="ja-JP" altLang="en-US" sz="2400" b="1" dirty="0">
                <a:solidFill>
                  <a:srgbClr val="FF0000"/>
                </a:solidFill>
              </a:rPr>
              <a:t>ファイルを追加したことを</a:t>
            </a:r>
            <a:r>
              <a:rPr lang="en-US" altLang="ja-JP" sz="2400" b="1" dirty="0">
                <a:solidFill>
                  <a:srgbClr val="FF0000"/>
                </a:solidFill>
              </a:rPr>
              <a:t>Git</a:t>
            </a:r>
            <a:r>
              <a:rPr lang="ja-JP" altLang="en-US" sz="2400" b="1" dirty="0">
                <a:solidFill>
                  <a:srgbClr val="FF0000"/>
                </a:solidFill>
              </a:rPr>
              <a:t>に教えます。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64393CC-3E9C-41B6-B58B-B83D51F095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556458"/>
            <a:ext cx="7387530" cy="3324389"/>
          </a:xfrm>
          <a:prstGeom prst="rect">
            <a:avLst/>
          </a:prstGeom>
        </p:spPr>
      </p:pic>
      <p:sp>
        <p:nvSpPr>
          <p:cNvPr id="7" name="矢印: 右 6">
            <a:extLst>
              <a:ext uri="{FF2B5EF4-FFF2-40B4-BE49-F238E27FC236}">
                <a16:creationId xmlns:a16="http://schemas.microsoft.com/office/drawing/2014/main" id="{0F95E74F-CF1F-40D7-AB1B-FD7EA0B638BC}"/>
              </a:ext>
            </a:extLst>
          </p:cNvPr>
          <p:cNvSpPr/>
          <p:nvPr/>
        </p:nvSpPr>
        <p:spPr>
          <a:xfrm rot="13297314">
            <a:off x="5816343" y="4002912"/>
            <a:ext cx="559315" cy="431479"/>
          </a:xfrm>
          <a:prstGeom prst="rightArrow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6787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7427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Commit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1868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追加したファイルが入っているフォルダ</a:t>
            </a:r>
            <a:r>
              <a:rPr lang="ja-JP" altLang="en-US" sz="2400" dirty="0"/>
              <a:t>を右クリックし、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「</a:t>
            </a:r>
            <a:r>
              <a:rPr lang="en-US" altLang="ja-JP" sz="2400" b="1" dirty="0">
                <a:solidFill>
                  <a:srgbClr val="FF0000"/>
                </a:solidFill>
              </a:rPr>
              <a:t>Git Commit</a:t>
            </a:r>
            <a:r>
              <a:rPr lang="ja-JP" altLang="en-US" sz="2400" b="1" dirty="0">
                <a:solidFill>
                  <a:srgbClr val="FF0000"/>
                </a:solidFill>
              </a:rPr>
              <a:t>」</a:t>
            </a:r>
            <a:r>
              <a:rPr lang="ja-JP" altLang="en-US" sz="2400" dirty="0"/>
              <a:t>を選択しましょう。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7E59E217-139F-4CF4-B8EF-052F891502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7801946" cy="2851039"/>
          </a:xfrm>
          <a:prstGeom prst="rect">
            <a:avLst/>
          </a:prstGeom>
        </p:spPr>
      </p:pic>
      <p:sp>
        <p:nvSpPr>
          <p:cNvPr id="8" name="矢印: 右 7">
            <a:extLst>
              <a:ext uri="{FF2B5EF4-FFF2-40B4-BE49-F238E27FC236}">
                <a16:creationId xmlns:a16="http://schemas.microsoft.com/office/drawing/2014/main" id="{EE19C730-0F0B-43EB-883B-CB68338AF7CD}"/>
              </a:ext>
            </a:extLst>
          </p:cNvPr>
          <p:cNvSpPr/>
          <p:nvPr/>
        </p:nvSpPr>
        <p:spPr>
          <a:xfrm rot="13297314">
            <a:off x="5995637" y="3321595"/>
            <a:ext cx="559315" cy="431479"/>
          </a:xfrm>
          <a:prstGeom prst="rightArrow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244628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7427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Commit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1868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出てきた画面にメッセージを書いてコミットしましょう。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54A7437A-A51F-4FED-894B-057F64965E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5"/>
            <a:ext cx="4790930" cy="4548252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069AEBD-9D2D-49AE-A965-B9BE2CCD51B4}"/>
              </a:ext>
            </a:extLst>
          </p:cNvPr>
          <p:cNvSpPr txBox="1"/>
          <p:nvPr/>
        </p:nvSpPr>
        <p:spPr>
          <a:xfrm>
            <a:off x="5358472" y="4712664"/>
            <a:ext cx="5724644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ここに今回セーブする内容が表示される</a:t>
            </a:r>
            <a:endParaRPr lang="en-US" altLang="ja-JP" sz="2400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7DEE40A-5906-416C-A534-21B8ABF5ACD1}"/>
              </a:ext>
            </a:extLst>
          </p:cNvPr>
          <p:cNvSpPr txBox="1"/>
          <p:nvPr/>
        </p:nvSpPr>
        <p:spPr>
          <a:xfrm>
            <a:off x="5358472" y="2502881"/>
            <a:ext cx="4493538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メッセージは必ず書くこと！！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0082279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1945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Push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64906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コミットしてセーブした状態はリポジトリにも保存</a:t>
            </a:r>
            <a:r>
              <a:rPr lang="ja-JP" altLang="en-US" sz="2400" dirty="0"/>
              <a:t>しなければいけません。</a:t>
            </a:r>
            <a:endParaRPr lang="en-US" altLang="ja-JP" sz="2400" dirty="0"/>
          </a:p>
          <a:p>
            <a:r>
              <a:rPr lang="ja-JP" altLang="en-US" sz="2400" dirty="0"/>
              <a:t>リポジトリへの保存には</a:t>
            </a:r>
            <a:r>
              <a:rPr lang="en-US" altLang="ja-JP" sz="2400" b="1" dirty="0">
                <a:solidFill>
                  <a:srgbClr val="FF0000"/>
                </a:solidFill>
              </a:rPr>
              <a:t>Push</a:t>
            </a:r>
            <a:r>
              <a:rPr lang="ja-JP" altLang="en-US" sz="2400" b="1" dirty="0">
                <a:solidFill>
                  <a:srgbClr val="FF0000"/>
                </a:solidFill>
              </a:rPr>
              <a:t>機能</a:t>
            </a:r>
            <a:r>
              <a:rPr lang="ja-JP" altLang="en-US" sz="2400" dirty="0"/>
              <a:t>を使います。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■イメージ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  <p:sp>
        <p:nvSpPr>
          <p:cNvPr id="7" name="円柱 6">
            <a:extLst>
              <a:ext uri="{FF2B5EF4-FFF2-40B4-BE49-F238E27FC236}">
                <a16:creationId xmlns:a16="http://schemas.microsoft.com/office/drawing/2014/main" id="{9D51F2F2-9FCD-4529-A2A6-38186B7AA42B}"/>
              </a:ext>
            </a:extLst>
          </p:cNvPr>
          <p:cNvSpPr/>
          <p:nvPr/>
        </p:nvSpPr>
        <p:spPr>
          <a:xfrm>
            <a:off x="567542" y="2925788"/>
            <a:ext cx="2429435" cy="3519835"/>
          </a:xfrm>
          <a:prstGeom prst="can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C940127-8E66-43A3-9D59-74D4DF5BC447}"/>
              </a:ext>
            </a:extLst>
          </p:cNvPr>
          <p:cNvSpPr txBox="1"/>
          <p:nvPr/>
        </p:nvSpPr>
        <p:spPr>
          <a:xfrm>
            <a:off x="686446" y="3636899"/>
            <a:ext cx="2191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b="1" dirty="0">
                <a:solidFill>
                  <a:srgbClr val="0070C0"/>
                </a:solidFill>
              </a:rPr>
              <a:t>Bitbucket</a:t>
            </a:r>
            <a:r>
              <a:rPr lang="ja-JP" altLang="en-US" b="1" dirty="0">
                <a:solidFill>
                  <a:srgbClr val="0070C0"/>
                </a:solidFill>
              </a:rPr>
              <a:t>サーバー</a:t>
            </a:r>
            <a:endParaRPr lang="en-US" altLang="ja-JP" b="1" dirty="0">
              <a:solidFill>
                <a:srgbClr val="0070C0"/>
              </a:solidFill>
            </a:endParaRPr>
          </a:p>
        </p:txBody>
      </p:sp>
      <p:pic>
        <p:nvPicPr>
          <p:cNvPr id="11" name="Picture 4">
            <a:extLst>
              <a:ext uri="{FF2B5EF4-FFF2-40B4-BE49-F238E27FC236}">
                <a16:creationId xmlns:a16="http://schemas.microsoft.com/office/drawing/2014/main" id="{8FF26EC1-5AF0-4E7B-9014-430A2FA69E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446" y="4143094"/>
            <a:ext cx="975277" cy="655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後ろから見たパソコンを使う人のイラスト（男性）">
            <a:extLst>
              <a:ext uri="{FF2B5EF4-FFF2-40B4-BE49-F238E27FC236}">
                <a16:creationId xmlns:a16="http://schemas.microsoft.com/office/drawing/2014/main" id="{B91A7BB6-D5E5-417D-B4DA-153A8BE653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5353" y="3212445"/>
            <a:ext cx="3810000" cy="3171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4">
            <a:extLst>
              <a:ext uri="{FF2B5EF4-FFF2-40B4-BE49-F238E27FC236}">
                <a16:creationId xmlns:a16="http://schemas.microsoft.com/office/drawing/2014/main" id="{FDD420B4-E499-42DB-8D2E-D70F41344D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846" y="3860603"/>
            <a:ext cx="975277" cy="655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矢印: 左 1">
            <a:extLst>
              <a:ext uri="{FF2B5EF4-FFF2-40B4-BE49-F238E27FC236}">
                <a16:creationId xmlns:a16="http://schemas.microsoft.com/office/drawing/2014/main" id="{A0A28B4A-7D39-4048-B6B5-ADB8175844F5}"/>
              </a:ext>
            </a:extLst>
          </p:cNvPr>
          <p:cNvSpPr/>
          <p:nvPr/>
        </p:nvSpPr>
        <p:spPr>
          <a:xfrm>
            <a:off x="3544470" y="4143094"/>
            <a:ext cx="1524000" cy="906428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/>
              <a:t>Push</a:t>
            </a:r>
            <a:endParaRPr kumimoji="1" lang="ja-JP" altLang="en-US" b="1" dirty="0"/>
          </a:p>
        </p:txBody>
      </p:sp>
      <p:sp>
        <p:nvSpPr>
          <p:cNvPr id="5" name="四角形: メモ 4">
            <a:extLst>
              <a:ext uri="{FF2B5EF4-FFF2-40B4-BE49-F238E27FC236}">
                <a16:creationId xmlns:a16="http://schemas.microsoft.com/office/drawing/2014/main" id="{BA9CE09B-4141-48C1-82A2-EDCB6E9F6FFB}"/>
              </a:ext>
            </a:extLst>
          </p:cNvPr>
          <p:cNvSpPr/>
          <p:nvPr/>
        </p:nvSpPr>
        <p:spPr>
          <a:xfrm>
            <a:off x="6391542" y="4059655"/>
            <a:ext cx="251305" cy="217816"/>
          </a:xfrm>
          <a:prstGeom prst="foldedCorner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5" name="四角形: メモ 14">
            <a:extLst>
              <a:ext uri="{FF2B5EF4-FFF2-40B4-BE49-F238E27FC236}">
                <a16:creationId xmlns:a16="http://schemas.microsoft.com/office/drawing/2014/main" id="{F216E77A-C3A4-48EA-85DA-3EB2F0DE9F6E}"/>
              </a:ext>
            </a:extLst>
          </p:cNvPr>
          <p:cNvSpPr/>
          <p:nvPr/>
        </p:nvSpPr>
        <p:spPr>
          <a:xfrm>
            <a:off x="898555" y="4344478"/>
            <a:ext cx="328441" cy="252496"/>
          </a:xfrm>
          <a:prstGeom prst="foldedCorner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129652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1945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Push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460697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Clone</a:t>
            </a:r>
            <a:r>
              <a:rPr lang="ja-JP" altLang="en-US" sz="2400" dirty="0"/>
              <a:t>でコピーしてきたフォルダ内で右クリックし、</a:t>
            </a:r>
            <a:endParaRPr lang="en-US" altLang="ja-JP" sz="2400" dirty="0"/>
          </a:p>
          <a:p>
            <a:r>
              <a:rPr lang="ja-JP" altLang="en-US" sz="2400" dirty="0"/>
              <a:t>「</a:t>
            </a:r>
            <a:r>
              <a:rPr lang="en-US" altLang="ja-JP" sz="2400" b="1" dirty="0">
                <a:solidFill>
                  <a:srgbClr val="FF0000"/>
                </a:solidFill>
              </a:rPr>
              <a:t>Tortoise Git</a:t>
            </a:r>
            <a:r>
              <a:rPr lang="ja-JP" altLang="en-US" sz="2400" b="1" dirty="0">
                <a:solidFill>
                  <a:srgbClr val="FF0000"/>
                </a:solidFill>
              </a:rPr>
              <a:t>　＞　</a:t>
            </a:r>
            <a:r>
              <a:rPr lang="en-US" altLang="ja-JP" sz="2400" b="1" dirty="0">
                <a:solidFill>
                  <a:srgbClr val="FF0000"/>
                </a:solidFill>
              </a:rPr>
              <a:t>Push</a:t>
            </a:r>
            <a:r>
              <a:rPr lang="ja-JP" altLang="en-US" sz="2400" dirty="0"/>
              <a:t>」を選択しましょう。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これでリポジトリ側に反映されます。</a:t>
            </a:r>
            <a:endParaRPr lang="en-US" altLang="ja-JP" sz="2400" dirty="0"/>
          </a:p>
          <a:p>
            <a:r>
              <a:rPr lang="en-US" altLang="ja-JP" sz="2400" dirty="0"/>
              <a:t>Bitbucket</a:t>
            </a:r>
            <a:r>
              <a:rPr lang="ja-JP" altLang="en-US" sz="2400" dirty="0"/>
              <a:t>のページで確認してみましょう。</a:t>
            </a:r>
            <a:endParaRPr lang="en-US" altLang="ja-JP" sz="2400" dirty="0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0206D575-C910-4D56-9084-83230BCB41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3295121"/>
            <a:ext cx="7152920" cy="3053771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AD716DE-4E6F-4D85-ADA4-B3B54060A550}"/>
              </a:ext>
            </a:extLst>
          </p:cNvPr>
          <p:cNvSpPr/>
          <p:nvPr/>
        </p:nvSpPr>
        <p:spPr>
          <a:xfrm>
            <a:off x="567542" y="5710518"/>
            <a:ext cx="7152920" cy="4303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60387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428</TotalTime>
  <Words>215</Words>
  <Application>Microsoft Office PowerPoint</Application>
  <PresentationFormat>ワイド画面</PresentationFormat>
  <Paragraphs>34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2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40</cp:revision>
  <dcterms:created xsi:type="dcterms:W3CDTF">2024-08-27T02:15:54Z</dcterms:created>
  <dcterms:modified xsi:type="dcterms:W3CDTF">2025-01-27T07:17:11Z</dcterms:modified>
</cp:coreProperties>
</file>