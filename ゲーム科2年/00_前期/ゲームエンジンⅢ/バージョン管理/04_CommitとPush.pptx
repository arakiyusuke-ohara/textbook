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75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実際にファイルを追加していきます。</a:t>
            </a:r>
            <a:endParaRPr lang="en-US" altLang="ja-JP" sz="2400" dirty="0"/>
          </a:p>
          <a:p>
            <a:r>
              <a:rPr lang="en-US" altLang="ja-JP" sz="2400" dirty="0"/>
              <a:t>Clone</a:t>
            </a:r>
            <a:r>
              <a:rPr lang="ja-JP" altLang="en-US" sz="2400" dirty="0"/>
              <a:t>したフォルダの中にメモ帳を１つ追加しましょう。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86DAA93-7092-4B91-BDD6-A560DADB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8922703" cy="252475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0B9EFCF-F60B-47F1-8EB1-BD02FA4AAC80}"/>
              </a:ext>
            </a:extLst>
          </p:cNvPr>
          <p:cNvSpPr/>
          <p:nvPr/>
        </p:nvSpPr>
        <p:spPr>
          <a:xfrm>
            <a:off x="717176" y="4760259"/>
            <a:ext cx="2716306" cy="5020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メモ帳の中身は以下のように書きましょう。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3620FBF-6320-43C9-A5D0-EE2B8E7BA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2288403" cy="283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053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192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では現状をセーブする</a:t>
            </a:r>
            <a:r>
              <a:rPr lang="en-US" altLang="ja-JP" sz="2400" b="1" dirty="0">
                <a:solidFill>
                  <a:srgbClr val="FF0000"/>
                </a:solidFill>
              </a:rPr>
              <a:t>Commit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r>
              <a:rPr lang="ja-JP" altLang="en-US" sz="2400" dirty="0"/>
              <a:t>「テキストを１つ追加した」という作業を</a:t>
            </a:r>
            <a:r>
              <a:rPr lang="en-US" altLang="ja-JP" sz="2400" dirty="0"/>
              <a:t>Commit</a:t>
            </a:r>
            <a:r>
              <a:rPr lang="ja-JP" altLang="en-US" sz="2400" dirty="0"/>
              <a:t>してセーブしてみます。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83108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99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追加したテキストを右クリックして、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ファイルを追加したことを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4393CC-3E9C-41B6-B58B-B83D51F0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87530" cy="3324389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0F95E74F-CF1F-40D7-AB1B-FD7EA0B638BC}"/>
              </a:ext>
            </a:extLst>
          </p:cNvPr>
          <p:cNvSpPr/>
          <p:nvPr/>
        </p:nvSpPr>
        <p:spPr>
          <a:xfrm rot="13297314">
            <a:off x="5816343" y="4002912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7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追加したファイルが入っているフォルダ</a:t>
            </a:r>
            <a:r>
              <a:rPr lang="ja-JP" altLang="en-US" sz="2400" dirty="0"/>
              <a:t>を右クリックし、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Git Commit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59E217-139F-4CF4-B8EF-052F8915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01946" cy="2851039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EE19C730-0F0B-43EB-883B-CB68338AF7CD}"/>
              </a:ext>
            </a:extLst>
          </p:cNvPr>
          <p:cNvSpPr/>
          <p:nvPr/>
        </p:nvSpPr>
        <p:spPr>
          <a:xfrm rot="13297314">
            <a:off x="5995637" y="3321595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462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出てきた画面にメッセージを書いてコミットしましょう。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4A7437A-A51F-4FED-894B-057F64965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790930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069AEBD-9D2D-49AE-A965-B9BE2CCD51B4}"/>
              </a:ext>
            </a:extLst>
          </p:cNvPr>
          <p:cNvSpPr txBox="1"/>
          <p:nvPr/>
        </p:nvSpPr>
        <p:spPr>
          <a:xfrm>
            <a:off x="5358472" y="4712664"/>
            <a:ext cx="57246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ここに今回セーブする内容が表示される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7DEE40A-5906-416C-A534-21B8ABF5ACD1}"/>
              </a:ext>
            </a:extLst>
          </p:cNvPr>
          <p:cNvSpPr txBox="1"/>
          <p:nvPr/>
        </p:nvSpPr>
        <p:spPr>
          <a:xfrm>
            <a:off x="5358472" y="2502881"/>
            <a:ext cx="44935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メッセージは必ず書くこと！！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227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コミットしてセーブした状態はリポジトリにも保存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r>
              <a:rPr lang="ja-JP" altLang="en-US" sz="2400" dirty="0"/>
              <a:t>リポジトリへの保存には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機能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9D51F2F2-9FCD-4529-A2A6-38186B7AA42B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C940127-8E66-43A3-9D59-74D4DF5BC447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8FF26EC1-5AF0-4E7B-9014-430A2FA69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B91A7BB6-D5E5-417D-B4DA-153A8BE65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353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>
            <a:extLst>
              <a:ext uri="{FF2B5EF4-FFF2-40B4-BE49-F238E27FC236}">
                <a16:creationId xmlns:a16="http://schemas.microsoft.com/office/drawing/2014/main" id="{FDD420B4-E499-42DB-8D2E-D70F4134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846" y="3860603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左 1">
            <a:extLst>
              <a:ext uri="{FF2B5EF4-FFF2-40B4-BE49-F238E27FC236}">
                <a16:creationId xmlns:a16="http://schemas.microsoft.com/office/drawing/2014/main" id="{A0A28B4A-7D39-4048-B6B5-ADB8175844F5}"/>
              </a:ext>
            </a:extLst>
          </p:cNvPr>
          <p:cNvSpPr/>
          <p:nvPr/>
        </p:nvSpPr>
        <p:spPr>
          <a:xfrm>
            <a:off x="3544470" y="4143094"/>
            <a:ext cx="1524000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5" name="四角形: メモ 4">
            <a:extLst>
              <a:ext uri="{FF2B5EF4-FFF2-40B4-BE49-F238E27FC236}">
                <a16:creationId xmlns:a16="http://schemas.microsoft.com/office/drawing/2014/main" id="{BA9CE09B-4141-48C1-82A2-EDCB6E9F6FFB}"/>
              </a:ext>
            </a:extLst>
          </p:cNvPr>
          <p:cNvSpPr/>
          <p:nvPr/>
        </p:nvSpPr>
        <p:spPr>
          <a:xfrm>
            <a:off x="6391542" y="4059655"/>
            <a:ext cx="251305" cy="21781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メモ 14">
            <a:extLst>
              <a:ext uri="{FF2B5EF4-FFF2-40B4-BE49-F238E27FC236}">
                <a16:creationId xmlns:a16="http://schemas.microsoft.com/office/drawing/2014/main" id="{F216E77A-C3A4-48EA-85DA-3EB2F0DE9F6E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2965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8402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Clone</a:t>
            </a:r>
            <a:r>
              <a:rPr lang="ja-JP" altLang="en-US" sz="2400" dirty="0"/>
              <a:t>したフォルダ内の空いている場所を右クリックし、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これでリポジトリ側に反映されます。</a:t>
            </a:r>
            <a:endParaRPr lang="en-US" altLang="ja-JP" sz="2400" dirty="0"/>
          </a:p>
          <a:p>
            <a:r>
              <a:rPr lang="en-US" altLang="ja-JP" sz="2400" dirty="0"/>
              <a:t>Bitbucket</a:t>
            </a:r>
            <a:r>
              <a:rPr lang="ja-JP" altLang="en-US" sz="2400" dirty="0"/>
              <a:t>のページで確認してみましょう。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206D575-C910-4D56-9084-83230BCB4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7152920" cy="305377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AD716DE-4E6F-4D85-ADA4-B3B54060A550}"/>
              </a:ext>
            </a:extLst>
          </p:cNvPr>
          <p:cNvSpPr/>
          <p:nvPr/>
        </p:nvSpPr>
        <p:spPr>
          <a:xfrm>
            <a:off x="567542" y="5710518"/>
            <a:ext cx="7152920" cy="4303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6038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216</Words>
  <Application>Microsoft Office PowerPoint</Application>
  <PresentationFormat>ワイド画面</PresentationFormat>
  <Paragraphs>34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40</cp:revision>
  <dcterms:created xsi:type="dcterms:W3CDTF">2024-08-27T02:15:54Z</dcterms:created>
  <dcterms:modified xsi:type="dcterms:W3CDTF">2025-02-27T01:01:10Z</dcterms:modified>
</cp:coreProperties>
</file>