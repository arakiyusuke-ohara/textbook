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262" r:id="rId5"/>
    <p:sldId id="263" r:id="rId6"/>
    <p:sldId id="264" r:id="rId7"/>
    <p:sldId id="265"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荒木 優介" initials="荒木" lastIdx="1" clrIdx="0">
    <p:extLst>
      <p:ext uri="{19B8F6BF-5375-455C-9EA6-DF929625EA0E}">
        <p15:presenceInfo xmlns:p15="http://schemas.microsoft.com/office/powerpoint/2012/main" userId="S::yusuke.araki@mail.o-hara.ac.jp::8e6d17bf-8fa4-4ec7-9082-0d2d1afc5a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098651" cy="584775"/>
          </a:xfrm>
          <a:prstGeom prst="rect">
            <a:avLst/>
          </a:prstGeom>
          <a:noFill/>
        </p:spPr>
        <p:txBody>
          <a:bodyPr wrap="none" rtlCol="0">
            <a:spAutoFit/>
          </a:bodyPr>
          <a:lstStyle/>
          <a:p>
            <a:r>
              <a:rPr lang="en-US" altLang="ja-JP" sz="3200" b="1" u="sng" dirty="0" err="1"/>
              <a:t>Effekseer</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lang="en-US" altLang="ja-JP" sz="2400" dirty="0" err="1"/>
              <a:t>Effekseer</a:t>
            </a:r>
            <a:r>
              <a:rPr lang="ja-JP" altLang="en-US" sz="2400" dirty="0"/>
              <a:t>のサンプルを参考に、</a:t>
            </a:r>
            <a:endParaRPr lang="en-US" altLang="ja-JP" sz="2400" dirty="0"/>
          </a:p>
          <a:p>
            <a:r>
              <a:rPr lang="ja-JP" altLang="en-US" sz="2400" dirty="0"/>
              <a:t>自作のエフェクトシステムを作成しましょう。</a:t>
            </a:r>
            <a:endParaRPr lang="en-US" altLang="ja-JP" sz="2400" dirty="0"/>
          </a:p>
        </p:txBody>
      </p:sp>
      <p:pic>
        <p:nvPicPr>
          <p:cNvPr id="3" name="図 2">
            <a:extLst>
              <a:ext uri="{FF2B5EF4-FFF2-40B4-BE49-F238E27FC236}">
                <a16:creationId xmlns:a16="http://schemas.microsoft.com/office/drawing/2014/main" id="{D515813E-ED12-45F0-93D7-35AEB68A1BCC}"/>
              </a:ext>
            </a:extLst>
          </p:cNvPr>
          <p:cNvPicPr>
            <a:picLocks noChangeAspect="1"/>
          </p:cNvPicPr>
          <p:nvPr/>
        </p:nvPicPr>
        <p:blipFill>
          <a:blip r:embed="rId2"/>
          <a:stretch>
            <a:fillRect/>
          </a:stretch>
        </p:blipFill>
        <p:spPr>
          <a:xfrm>
            <a:off x="567543" y="2187126"/>
            <a:ext cx="5528458" cy="4254965"/>
          </a:xfrm>
          <a:prstGeom prst="rect">
            <a:avLst/>
          </a:prstGeom>
        </p:spPr>
      </p:pic>
    </p:spTree>
    <p:extLst>
      <p:ext uri="{BB962C8B-B14F-4D97-AF65-F5344CB8AC3E}">
        <p14:creationId xmlns:p14="http://schemas.microsoft.com/office/powerpoint/2010/main" val="151822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098651" cy="584775"/>
          </a:xfrm>
          <a:prstGeom prst="rect">
            <a:avLst/>
          </a:prstGeom>
          <a:noFill/>
        </p:spPr>
        <p:txBody>
          <a:bodyPr wrap="none" rtlCol="0">
            <a:spAutoFit/>
          </a:bodyPr>
          <a:lstStyle/>
          <a:p>
            <a:r>
              <a:rPr lang="en-US" altLang="ja-JP" sz="3200" b="1" u="sng" dirty="0" err="1"/>
              <a:t>Effekseer</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3046988"/>
          </a:xfrm>
          <a:prstGeom prst="rect">
            <a:avLst/>
          </a:prstGeom>
          <a:noFill/>
        </p:spPr>
        <p:txBody>
          <a:bodyPr wrap="none" rtlCol="0">
            <a:spAutoFit/>
          </a:bodyPr>
          <a:lstStyle/>
          <a:p>
            <a:r>
              <a:rPr lang="ja-JP" altLang="en-US" sz="2400" dirty="0"/>
              <a:t>以下のようなシステムを目指しましょう。</a:t>
            </a:r>
            <a:endParaRPr lang="en-US" altLang="ja-JP" sz="2400" dirty="0"/>
          </a:p>
          <a:p>
            <a:endParaRPr lang="en-US" altLang="ja-JP" sz="2400" dirty="0"/>
          </a:p>
          <a:p>
            <a:r>
              <a:rPr lang="ja-JP" altLang="en-US" sz="2400" b="1" dirty="0">
                <a:solidFill>
                  <a:srgbClr val="FF0000"/>
                </a:solidFill>
              </a:rPr>
              <a:t>■エフェクトシステム目標</a:t>
            </a:r>
            <a:endParaRPr lang="en-US" altLang="ja-JP" sz="2400" b="1" dirty="0">
              <a:solidFill>
                <a:srgbClr val="FF0000"/>
              </a:solidFill>
            </a:endParaRPr>
          </a:p>
          <a:p>
            <a:r>
              <a:rPr lang="ja-JP" altLang="en-US" sz="2400" dirty="0"/>
              <a:t>・好きなエフェクトが関数１つで表示できるシステム</a:t>
            </a:r>
            <a:endParaRPr lang="en-US" altLang="ja-JP" sz="2400" dirty="0"/>
          </a:p>
          <a:p>
            <a:r>
              <a:rPr lang="ja-JP" altLang="en-US" sz="2400" dirty="0"/>
              <a:t>・</a:t>
            </a:r>
            <a:r>
              <a:rPr lang="en-US" altLang="ja-JP" sz="2400" dirty="0"/>
              <a:t>Load</a:t>
            </a:r>
            <a:r>
              <a:rPr lang="ja-JP" altLang="en-US" sz="2400" dirty="0"/>
              <a:t>や</a:t>
            </a:r>
            <a:r>
              <a:rPr lang="en-US" altLang="ja-JP" sz="2400" dirty="0"/>
              <a:t>Delete</a:t>
            </a:r>
            <a:r>
              <a:rPr lang="ja-JP" altLang="en-US" sz="2400" dirty="0"/>
              <a:t>はマネージャークラスにおまかせ</a:t>
            </a:r>
            <a:endParaRPr lang="en-US" altLang="ja-JP" sz="2400" dirty="0"/>
          </a:p>
          <a:p>
            <a:r>
              <a:rPr lang="ja-JP" altLang="en-US" sz="2400" dirty="0"/>
              <a:t>・表示しても後から座標などをいじれるようにする</a:t>
            </a:r>
            <a:endParaRPr lang="en-US" altLang="ja-JP" sz="2400" dirty="0"/>
          </a:p>
          <a:p>
            <a:endParaRPr lang="en-US" altLang="ja-JP" sz="2400" dirty="0"/>
          </a:p>
          <a:p>
            <a:r>
              <a:rPr lang="ja-JP" altLang="en-US" sz="2400" dirty="0"/>
              <a:t>次のページからヒントになります。</a:t>
            </a:r>
            <a:endParaRPr lang="en-US" altLang="ja-JP" sz="2400" dirty="0"/>
          </a:p>
        </p:txBody>
      </p:sp>
    </p:spTree>
    <p:extLst>
      <p:ext uri="{BB962C8B-B14F-4D97-AF65-F5344CB8AC3E}">
        <p14:creationId xmlns:p14="http://schemas.microsoft.com/office/powerpoint/2010/main" val="2613530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46777" cy="584775"/>
          </a:xfrm>
          <a:prstGeom prst="rect">
            <a:avLst/>
          </a:prstGeom>
          <a:noFill/>
        </p:spPr>
        <p:txBody>
          <a:bodyPr wrap="none" rtlCol="0">
            <a:spAutoFit/>
          </a:bodyPr>
          <a:lstStyle/>
          <a:p>
            <a:r>
              <a:rPr lang="en-US" altLang="ja-JP" sz="3200" b="1" u="sng" dirty="0" err="1"/>
              <a:t>Effekseer</a:t>
            </a:r>
            <a:r>
              <a:rPr lang="en-US" altLang="ja-JP" sz="3200" b="1" u="sng" dirty="0"/>
              <a:t> </a:t>
            </a:r>
            <a:r>
              <a:rPr lang="ja-JP" altLang="en-US" sz="3200" b="1" u="sng" dirty="0"/>
              <a:t>ヒント</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301492" cy="4893647"/>
          </a:xfrm>
          <a:prstGeom prst="rect">
            <a:avLst/>
          </a:prstGeom>
          <a:noFill/>
        </p:spPr>
        <p:txBody>
          <a:bodyPr wrap="none" rtlCol="0">
            <a:spAutoFit/>
          </a:bodyPr>
          <a:lstStyle/>
          <a:p>
            <a:r>
              <a:rPr lang="ja-JP" altLang="en-US" sz="2400" dirty="0"/>
              <a:t>設計は以下のようにするのが一般的です。</a:t>
            </a:r>
            <a:endParaRPr lang="en-US" altLang="ja-JP" sz="2400" dirty="0"/>
          </a:p>
          <a:p>
            <a:endParaRPr lang="en-US" altLang="ja-JP" sz="2400" dirty="0"/>
          </a:p>
          <a:p>
            <a:r>
              <a:rPr lang="ja-JP" altLang="en-US" sz="2400" dirty="0"/>
              <a:t>２つのクラスを用意</a:t>
            </a:r>
            <a:endParaRPr lang="en-US" altLang="ja-JP" sz="2400" dirty="0"/>
          </a:p>
          <a:p>
            <a:r>
              <a:rPr lang="ja-JP" altLang="en-US" sz="2400" b="1" dirty="0">
                <a:solidFill>
                  <a:srgbClr val="FF0000"/>
                </a:solidFill>
              </a:rPr>
              <a:t>■</a:t>
            </a:r>
            <a:r>
              <a:rPr lang="en-US" altLang="ja-JP" sz="2400" b="1" dirty="0" err="1">
                <a:solidFill>
                  <a:srgbClr val="FF0000"/>
                </a:solidFill>
              </a:rPr>
              <a:t>EffekseerEffect</a:t>
            </a:r>
            <a:r>
              <a:rPr lang="ja-JP" altLang="en-US" sz="2400" b="1" dirty="0">
                <a:solidFill>
                  <a:srgbClr val="FF0000"/>
                </a:solidFill>
              </a:rPr>
              <a:t>クラス</a:t>
            </a:r>
            <a:endParaRPr lang="en-US" altLang="ja-JP" sz="2400" b="1" dirty="0">
              <a:solidFill>
                <a:srgbClr val="FF0000"/>
              </a:solidFill>
            </a:endParaRPr>
          </a:p>
          <a:p>
            <a:r>
              <a:rPr lang="ja-JP" altLang="en-US" sz="2400" dirty="0"/>
              <a:t>表示中のエフェクトを１つ管理するクラス。</a:t>
            </a:r>
            <a:endParaRPr lang="en-US" altLang="ja-JP" sz="2400" dirty="0"/>
          </a:p>
          <a:p>
            <a:r>
              <a:rPr lang="ja-JP" altLang="en-US" sz="2400" dirty="0"/>
              <a:t>座標やアクティブフラグなど表示に必要な情報のみ持っているクラス。</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EffekseerManager</a:t>
            </a:r>
            <a:r>
              <a:rPr lang="ja-JP" altLang="en-US" sz="2400" b="1" dirty="0">
                <a:solidFill>
                  <a:srgbClr val="FF0000"/>
                </a:solidFill>
              </a:rPr>
              <a:t>クラス</a:t>
            </a:r>
            <a:endParaRPr lang="en-US" altLang="ja-JP" sz="2400" b="1" dirty="0">
              <a:solidFill>
                <a:srgbClr val="FF0000"/>
              </a:solidFill>
            </a:endParaRPr>
          </a:p>
          <a:p>
            <a:r>
              <a:rPr lang="ja-JP" altLang="en-US" sz="2400" dirty="0"/>
              <a:t>シングルトンで作成。</a:t>
            </a:r>
            <a:endParaRPr lang="en-US" altLang="ja-JP" sz="2400" dirty="0"/>
          </a:p>
          <a:p>
            <a:r>
              <a:rPr lang="ja-JP" altLang="en-US" sz="2400" dirty="0"/>
              <a:t>初期化～終了まで一連の機能を持っているクラス。</a:t>
            </a:r>
            <a:endParaRPr lang="en-US" altLang="ja-JP" sz="2400" dirty="0"/>
          </a:p>
          <a:p>
            <a:r>
              <a:rPr lang="en-US" altLang="ja-JP" sz="2400" dirty="0" err="1"/>
              <a:t>EffekseerEffect</a:t>
            </a:r>
            <a:r>
              <a:rPr lang="ja-JP" altLang="en-US" sz="2400" dirty="0"/>
              <a:t>クラスの配列を持ち、表示中のエフェクトを一元管理している。</a:t>
            </a:r>
            <a:endParaRPr lang="en-US" altLang="ja-JP" sz="2400" dirty="0"/>
          </a:p>
          <a:p>
            <a:endParaRPr lang="en-US" altLang="ja-JP" sz="2400" dirty="0"/>
          </a:p>
          <a:p>
            <a:r>
              <a:rPr lang="ja-JP" altLang="en-US" sz="2400" dirty="0"/>
              <a:t>次のページから大ヒント</a:t>
            </a:r>
            <a:endParaRPr lang="en-US" altLang="ja-JP" sz="2400" dirty="0"/>
          </a:p>
        </p:txBody>
      </p:sp>
    </p:spTree>
    <p:extLst>
      <p:ext uri="{BB962C8B-B14F-4D97-AF65-F5344CB8AC3E}">
        <p14:creationId xmlns:p14="http://schemas.microsoft.com/office/powerpoint/2010/main" val="2122105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57146" cy="584775"/>
          </a:xfrm>
          <a:prstGeom prst="rect">
            <a:avLst/>
          </a:prstGeom>
          <a:noFill/>
        </p:spPr>
        <p:txBody>
          <a:bodyPr wrap="none" rtlCol="0">
            <a:spAutoFit/>
          </a:bodyPr>
          <a:lstStyle/>
          <a:p>
            <a:r>
              <a:rPr lang="en-US" altLang="ja-JP" sz="3200" b="1" u="sng" dirty="0" err="1"/>
              <a:t>Effekseer</a:t>
            </a:r>
            <a:r>
              <a:rPr lang="en-US" altLang="ja-JP" sz="3200" b="1" u="sng" dirty="0"/>
              <a:t> </a:t>
            </a:r>
            <a:r>
              <a:rPr lang="ja-JP" altLang="en-US" sz="3200" b="1" u="sng" dirty="0"/>
              <a:t>大ヒント</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461665"/>
          </a:xfrm>
          <a:prstGeom prst="rect">
            <a:avLst/>
          </a:prstGeom>
          <a:noFill/>
        </p:spPr>
        <p:txBody>
          <a:bodyPr wrap="none" rtlCol="0">
            <a:spAutoFit/>
          </a:bodyPr>
          <a:lstStyle/>
          <a:p>
            <a:r>
              <a:rPr lang="ja-JP" altLang="en-US" sz="2400" dirty="0"/>
              <a:t>このように関数一つでエフェクトを出せるようにしたいです。</a:t>
            </a:r>
            <a:endParaRPr lang="en-US" altLang="ja-JP" sz="2400" dirty="0"/>
          </a:p>
        </p:txBody>
      </p:sp>
      <p:pic>
        <p:nvPicPr>
          <p:cNvPr id="3" name="図 2">
            <a:extLst>
              <a:ext uri="{FF2B5EF4-FFF2-40B4-BE49-F238E27FC236}">
                <a16:creationId xmlns:a16="http://schemas.microsoft.com/office/drawing/2014/main" id="{E1CE5B8D-213F-4528-B919-DE697E0E3586}"/>
              </a:ext>
            </a:extLst>
          </p:cNvPr>
          <p:cNvPicPr>
            <a:picLocks noChangeAspect="1"/>
          </p:cNvPicPr>
          <p:nvPr/>
        </p:nvPicPr>
        <p:blipFill>
          <a:blip r:embed="rId2"/>
          <a:stretch>
            <a:fillRect/>
          </a:stretch>
        </p:blipFill>
        <p:spPr>
          <a:xfrm>
            <a:off x="567541" y="1817793"/>
            <a:ext cx="9381235" cy="4091939"/>
          </a:xfrm>
          <a:prstGeom prst="rect">
            <a:avLst/>
          </a:prstGeom>
        </p:spPr>
      </p:pic>
    </p:spTree>
    <p:extLst>
      <p:ext uri="{BB962C8B-B14F-4D97-AF65-F5344CB8AC3E}">
        <p14:creationId xmlns:p14="http://schemas.microsoft.com/office/powerpoint/2010/main" val="252856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57146" cy="584775"/>
          </a:xfrm>
          <a:prstGeom prst="rect">
            <a:avLst/>
          </a:prstGeom>
          <a:noFill/>
        </p:spPr>
        <p:txBody>
          <a:bodyPr wrap="none" rtlCol="0">
            <a:spAutoFit/>
          </a:bodyPr>
          <a:lstStyle/>
          <a:p>
            <a:r>
              <a:rPr lang="en-US" altLang="ja-JP" sz="3200" b="1" u="sng" dirty="0" err="1"/>
              <a:t>Effekseer</a:t>
            </a:r>
            <a:r>
              <a:rPr lang="en-US" altLang="ja-JP" sz="3200" b="1" u="sng" dirty="0"/>
              <a:t> </a:t>
            </a:r>
            <a:r>
              <a:rPr lang="ja-JP" altLang="en-US" sz="3200" b="1" u="sng" dirty="0"/>
              <a:t>大ヒント</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461665"/>
          </a:xfrm>
          <a:prstGeom prst="rect">
            <a:avLst/>
          </a:prstGeom>
          <a:noFill/>
        </p:spPr>
        <p:txBody>
          <a:bodyPr wrap="none" rtlCol="0">
            <a:spAutoFit/>
          </a:bodyPr>
          <a:lstStyle/>
          <a:p>
            <a:r>
              <a:rPr lang="ja-JP" altLang="en-US" sz="2400" dirty="0"/>
              <a:t>サンプルのエフェクト１つ分のクラスはこんな感じ</a:t>
            </a:r>
            <a:endParaRPr lang="en-US" altLang="ja-JP" sz="2400" dirty="0"/>
          </a:p>
        </p:txBody>
      </p:sp>
      <p:pic>
        <p:nvPicPr>
          <p:cNvPr id="8" name="図 7">
            <a:extLst>
              <a:ext uri="{FF2B5EF4-FFF2-40B4-BE49-F238E27FC236}">
                <a16:creationId xmlns:a16="http://schemas.microsoft.com/office/drawing/2014/main" id="{9BD21390-566B-4A28-BE20-784E9853D5C8}"/>
              </a:ext>
            </a:extLst>
          </p:cNvPr>
          <p:cNvPicPr>
            <a:picLocks noChangeAspect="1"/>
          </p:cNvPicPr>
          <p:nvPr/>
        </p:nvPicPr>
        <p:blipFill>
          <a:blip r:embed="rId2"/>
          <a:stretch>
            <a:fillRect/>
          </a:stretch>
        </p:blipFill>
        <p:spPr>
          <a:xfrm>
            <a:off x="567542" y="1817794"/>
            <a:ext cx="4893458" cy="4546489"/>
          </a:xfrm>
          <a:prstGeom prst="rect">
            <a:avLst/>
          </a:prstGeom>
        </p:spPr>
      </p:pic>
    </p:spTree>
    <p:extLst>
      <p:ext uri="{BB962C8B-B14F-4D97-AF65-F5344CB8AC3E}">
        <p14:creationId xmlns:p14="http://schemas.microsoft.com/office/powerpoint/2010/main" val="358772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57146" cy="584775"/>
          </a:xfrm>
          <a:prstGeom prst="rect">
            <a:avLst/>
          </a:prstGeom>
          <a:noFill/>
        </p:spPr>
        <p:txBody>
          <a:bodyPr wrap="none" rtlCol="0">
            <a:spAutoFit/>
          </a:bodyPr>
          <a:lstStyle/>
          <a:p>
            <a:r>
              <a:rPr lang="en-US" altLang="ja-JP" sz="3200" b="1" u="sng" dirty="0" err="1"/>
              <a:t>Effekseer</a:t>
            </a:r>
            <a:r>
              <a:rPr lang="en-US" altLang="ja-JP" sz="3200" b="1" u="sng" dirty="0"/>
              <a:t> </a:t>
            </a:r>
            <a:r>
              <a:rPr lang="ja-JP" altLang="en-US" sz="3200" b="1" u="sng" dirty="0"/>
              <a:t>大ヒント</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サンプルのエフェクトマネージャーはこんな感じ（その１）</a:t>
            </a:r>
            <a:endParaRPr lang="en-US" altLang="ja-JP" sz="2400" dirty="0"/>
          </a:p>
        </p:txBody>
      </p:sp>
      <p:pic>
        <p:nvPicPr>
          <p:cNvPr id="5" name="図 4">
            <a:extLst>
              <a:ext uri="{FF2B5EF4-FFF2-40B4-BE49-F238E27FC236}">
                <a16:creationId xmlns:a16="http://schemas.microsoft.com/office/drawing/2014/main" id="{6CA163C5-0887-4A13-A2C7-A22DAF908CBA}"/>
              </a:ext>
            </a:extLst>
          </p:cNvPr>
          <p:cNvPicPr>
            <a:picLocks noChangeAspect="1"/>
          </p:cNvPicPr>
          <p:nvPr/>
        </p:nvPicPr>
        <p:blipFill>
          <a:blip r:embed="rId2"/>
          <a:stretch>
            <a:fillRect/>
          </a:stretch>
        </p:blipFill>
        <p:spPr>
          <a:xfrm>
            <a:off x="567542" y="1817794"/>
            <a:ext cx="7142105" cy="4845986"/>
          </a:xfrm>
          <a:prstGeom prst="rect">
            <a:avLst/>
          </a:prstGeom>
        </p:spPr>
      </p:pic>
    </p:spTree>
    <p:extLst>
      <p:ext uri="{BB962C8B-B14F-4D97-AF65-F5344CB8AC3E}">
        <p14:creationId xmlns:p14="http://schemas.microsoft.com/office/powerpoint/2010/main" val="1045141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57146" cy="584775"/>
          </a:xfrm>
          <a:prstGeom prst="rect">
            <a:avLst/>
          </a:prstGeom>
          <a:noFill/>
        </p:spPr>
        <p:txBody>
          <a:bodyPr wrap="none" rtlCol="0">
            <a:spAutoFit/>
          </a:bodyPr>
          <a:lstStyle/>
          <a:p>
            <a:r>
              <a:rPr lang="en-US" altLang="ja-JP" sz="3200" b="1" u="sng" dirty="0" err="1"/>
              <a:t>Effekseer</a:t>
            </a:r>
            <a:r>
              <a:rPr lang="en-US" altLang="ja-JP" sz="3200" b="1" u="sng" dirty="0"/>
              <a:t> </a:t>
            </a:r>
            <a:r>
              <a:rPr lang="ja-JP" altLang="en-US" sz="3200" b="1" u="sng" dirty="0"/>
              <a:t>大ヒント</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サンプルのエフェクトマネージャーはこんな感じ（その２）</a:t>
            </a:r>
            <a:endParaRPr lang="en-US" altLang="ja-JP" sz="2400" dirty="0"/>
          </a:p>
        </p:txBody>
      </p:sp>
      <p:pic>
        <p:nvPicPr>
          <p:cNvPr id="3" name="図 2">
            <a:extLst>
              <a:ext uri="{FF2B5EF4-FFF2-40B4-BE49-F238E27FC236}">
                <a16:creationId xmlns:a16="http://schemas.microsoft.com/office/drawing/2014/main" id="{A4AECD6E-12EB-4F64-9EFD-DC9CF748223E}"/>
              </a:ext>
            </a:extLst>
          </p:cNvPr>
          <p:cNvPicPr>
            <a:picLocks noChangeAspect="1"/>
          </p:cNvPicPr>
          <p:nvPr/>
        </p:nvPicPr>
        <p:blipFill>
          <a:blip r:embed="rId2"/>
          <a:stretch>
            <a:fillRect/>
          </a:stretch>
        </p:blipFill>
        <p:spPr>
          <a:xfrm>
            <a:off x="567542" y="1817794"/>
            <a:ext cx="7697917" cy="4335229"/>
          </a:xfrm>
          <a:prstGeom prst="rect">
            <a:avLst/>
          </a:prstGeom>
        </p:spPr>
      </p:pic>
    </p:spTree>
    <p:extLst>
      <p:ext uri="{BB962C8B-B14F-4D97-AF65-F5344CB8AC3E}">
        <p14:creationId xmlns:p14="http://schemas.microsoft.com/office/powerpoint/2010/main" val="36890775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1045</TotalTime>
  <Words>203</Words>
  <Application>Microsoft Office PowerPoint</Application>
  <PresentationFormat>ワイド画面</PresentationFormat>
  <Paragraphs>34</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98</cp:revision>
  <dcterms:created xsi:type="dcterms:W3CDTF">2024-08-27T02:15:54Z</dcterms:created>
  <dcterms:modified xsi:type="dcterms:W3CDTF">2025-04-22T03:18:02Z</dcterms:modified>
</cp:coreProperties>
</file>