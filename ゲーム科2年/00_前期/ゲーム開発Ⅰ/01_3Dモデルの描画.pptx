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2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モデルの描画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35650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3D</a:t>
            </a:r>
            <a:r>
              <a:rPr lang="ja-JP" altLang="en-US" sz="2400" dirty="0"/>
              <a:t>モデルを描画する前に</a:t>
            </a:r>
            <a:r>
              <a:rPr lang="ja-JP" altLang="en-US" sz="2400" b="1" dirty="0">
                <a:solidFill>
                  <a:srgbClr val="FF0000"/>
                </a:solidFill>
              </a:rPr>
              <a:t>座標系</a:t>
            </a:r>
            <a:r>
              <a:rPr lang="ja-JP" altLang="en-US" sz="2400" dirty="0"/>
              <a:t>を学習しましょう。</a:t>
            </a:r>
            <a:endParaRPr lang="en-US" altLang="ja-JP" sz="2400" dirty="0"/>
          </a:p>
          <a:p>
            <a:r>
              <a:rPr lang="ja-JP" altLang="en-US" sz="2400" dirty="0"/>
              <a:t>代表的な</a:t>
            </a:r>
            <a:r>
              <a:rPr lang="en-US" altLang="ja-JP" sz="2400" dirty="0"/>
              <a:t>3D</a:t>
            </a:r>
            <a:r>
              <a:rPr lang="ja-JP" altLang="en-US" sz="2400" dirty="0"/>
              <a:t>座標系は２種類あります。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■右手座標系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右に正、上に正としたとき、</a:t>
            </a:r>
            <a:r>
              <a:rPr lang="ja-JP" altLang="en-US" sz="2400" b="1" dirty="0">
                <a:solidFill>
                  <a:srgbClr val="FF0000"/>
                </a:solidFill>
              </a:rPr>
              <a:t>手前が正</a:t>
            </a:r>
            <a:r>
              <a:rPr lang="ja-JP" altLang="en-US" sz="2400" dirty="0"/>
              <a:t>となる座標系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■左手座標系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右に正、上に正としたとき、</a:t>
            </a:r>
            <a:r>
              <a:rPr lang="ja-JP" altLang="en-US" sz="2400" b="1" dirty="0">
                <a:solidFill>
                  <a:srgbClr val="FF0000"/>
                </a:solidFill>
              </a:rPr>
              <a:t>奥が正</a:t>
            </a:r>
            <a:r>
              <a:rPr lang="ja-JP" altLang="en-US" sz="2400" dirty="0"/>
              <a:t>となる座標系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 err="1">
                <a:solidFill>
                  <a:srgbClr val="FF0000"/>
                </a:solidFill>
              </a:rPr>
              <a:t>DxLib</a:t>
            </a:r>
            <a:r>
              <a:rPr lang="ja-JP" altLang="en-US" sz="2400" b="1" dirty="0">
                <a:solidFill>
                  <a:srgbClr val="FF0000"/>
                </a:solidFill>
              </a:rPr>
              <a:t>の</a:t>
            </a:r>
            <a:r>
              <a:rPr lang="en-US" altLang="ja-JP" sz="2400" b="1" dirty="0">
                <a:solidFill>
                  <a:srgbClr val="FF0000"/>
                </a:solidFill>
              </a:rPr>
              <a:t>3D</a:t>
            </a:r>
            <a:r>
              <a:rPr lang="ja-JP" altLang="en-US" sz="2400" b="1" dirty="0">
                <a:solidFill>
                  <a:srgbClr val="FF0000"/>
                </a:solidFill>
              </a:rPr>
              <a:t>の座標系は左手座標系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モデルの描画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また</a:t>
            </a:r>
            <a:r>
              <a:rPr kumimoji="1" lang="en-US" altLang="ja-JP" sz="2400" dirty="0"/>
              <a:t>3D</a:t>
            </a:r>
            <a:r>
              <a:rPr kumimoji="1" lang="ja-JP" altLang="en-US" sz="2400" dirty="0"/>
              <a:t>モデルの描画は</a:t>
            </a:r>
            <a:r>
              <a:rPr kumimoji="1" lang="en-US" altLang="ja-JP" sz="2400" dirty="0"/>
              <a:t>2D</a:t>
            </a:r>
            <a:r>
              <a:rPr kumimoji="1" lang="ja-JP" altLang="en-US" sz="2400" dirty="0"/>
              <a:t>の描画とは方法が変わります。</a:t>
            </a:r>
            <a:endParaRPr lang="en-US" altLang="ja-JP" sz="2400" dirty="0"/>
          </a:p>
          <a:p>
            <a:r>
              <a:rPr lang="ja-JP" altLang="en-US" sz="2400" dirty="0"/>
              <a:t>特に異なる部分は、</a:t>
            </a:r>
            <a:r>
              <a:rPr lang="ja-JP" altLang="en-US" sz="2400" b="1" dirty="0">
                <a:solidFill>
                  <a:srgbClr val="FF0000"/>
                </a:solidFill>
              </a:rPr>
              <a:t>カメラ</a:t>
            </a:r>
            <a:r>
              <a:rPr lang="ja-JP" altLang="en-US" sz="2400" dirty="0"/>
              <a:t>が必要となることです。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なので、モデルの描画の前に、まずはカメラの設定処理から書いていきます。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672020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モデルの描画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まずはカメラの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ニアクリップ</a:t>
            </a:r>
            <a:r>
              <a:rPr kumimoji="1" lang="ja-JP" altLang="en-US" sz="2400" dirty="0"/>
              <a:t>と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ファークリップ</a:t>
            </a:r>
            <a:r>
              <a:rPr kumimoji="1" lang="ja-JP" altLang="en-US" sz="2400" dirty="0"/>
              <a:t>の設定をします。</a:t>
            </a:r>
            <a:endParaRPr kumimoji="1" lang="en-US" altLang="ja-JP" sz="2400" dirty="0"/>
          </a:p>
          <a:p>
            <a:r>
              <a:rPr lang="ja-JP" altLang="en-US" sz="2400" dirty="0"/>
              <a:t>ニアクリップ、ファークリップとは、</a:t>
            </a:r>
            <a:r>
              <a:rPr lang="ja-JP" altLang="en-US" sz="2400" b="1" dirty="0">
                <a:solidFill>
                  <a:srgbClr val="FF0000"/>
                </a:solidFill>
              </a:rPr>
              <a:t>カメラが撮影する領域</a:t>
            </a:r>
            <a:r>
              <a:rPr lang="ja-JP" altLang="en-US" sz="2400" dirty="0"/>
              <a:t>のことで、</a:t>
            </a:r>
            <a:endParaRPr lang="en-US" altLang="ja-JP" sz="2400" dirty="0"/>
          </a:p>
          <a:p>
            <a:r>
              <a:rPr lang="ja-JP" altLang="en-US" sz="2400" dirty="0"/>
              <a:t>ニアからファーまでの領域を撮影して画面に描画します。</a:t>
            </a:r>
            <a:endParaRPr lang="en-US" altLang="ja-JP" sz="2400" dirty="0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125EDCE6-D624-4CCE-B974-45937B606A22}"/>
              </a:ext>
            </a:extLst>
          </p:cNvPr>
          <p:cNvGrpSpPr/>
          <p:nvPr/>
        </p:nvGrpSpPr>
        <p:grpSpPr>
          <a:xfrm>
            <a:off x="850900" y="3994150"/>
            <a:ext cx="1094793" cy="635000"/>
            <a:chOff x="850900" y="3994150"/>
            <a:chExt cx="1094793" cy="635000"/>
          </a:xfrm>
        </p:grpSpPr>
        <p:sp>
          <p:nvSpPr>
            <p:cNvPr id="3" name="二等辺三角形 2">
              <a:extLst>
                <a:ext uri="{FF2B5EF4-FFF2-40B4-BE49-F238E27FC236}">
                  <a16:creationId xmlns:a16="http://schemas.microsoft.com/office/drawing/2014/main" id="{B55D4266-35D7-4DC1-9444-9A51C4C4EF56}"/>
                </a:ext>
              </a:extLst>
            </p:cNvPr>
            <p:cNvSpPr/>
            <p:nvPr/>
          </p:nvSpPr>
          <p:spPr>
            <a:xfrm rot="16200000">
              <a:off x="1299872" y="3983328"/>
              <a:ext cx="635000" cy="656643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F5B6B2D8-77A4-4206-820F-F7C18D04AC3E}"/>
                </a:ext>
              </a:extLst>
            </p:cNvPr>
            <p:cNvSpPr/>
            <p:nvPr/>
          </p:nvSpPr>
          <p:spPr>
            <a:xfrm>
              <a:off x="850900" y="4051300"/>
              <a:ext cx="876300" cy="5207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1FB0F662-5A79-430C-A0AE-99E6873686E3}"/>
              </a:ext>
            </a:extLst>
          </p:cNvPr>
          <p:cNvCxnSpPr>
            <a:cxnSpLocks/>
          </p:cNvCxnSpPr>
          <p:nvPr/>
        </p:nvCxnSpPr>
        <p:spPr>
          <a:xfrm>
            <a:off x="2451100" y="2692400"/>
            <a:ext cx="0" cy="30099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00BFA8C6-1C41-4353-9ED6-8222939E3E29}"/>
              </a:ext>
            </a:extLst>
          </p:cNvPr>
          <p:cNvCxnSpPr>
            <a:cxnSpLocks/>
          </p:cNvCxnSpPr>
          <p:nvPr/>
        </p:nvCxnSpPr>
        <p:spPr>
          <a:xfrm>
            <a:off x="8902700" y="2692400"/>
            <a:ext cx="0" cy="30099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5D69E07-B3B4-489B-9FEA-384DE89FF05C}"/>
              </a:ext>
            </a:extLst>
          </p:cNvPr>
          <p:cNvSpPr txBox="1"/>
          <p:nvPr/>
        </p:nvSpPr>
        <p:spPr>
          <a:xfrm>
            <a:off x="1727200" y="5802027"/>
            <a:ext cx="1507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Near Clip</a:t>
            </a:r>
            <a:endParaRPr lang="en-US" altLang="ja-JP" sz="24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B3EA5CE-1705-48EC-9674-01DC8F4E2100}"/>
              </a:ext>
            </a:extLst>
          </p:cNvPr>
          <p:cNvSpPr txBox="1"/>
          <p:nvPr/>
        </p:nvSpPr>
        <p:spPr>
          <a:xfrm>
            <a:off x="8256529" y="5802027"/>
            <a:ext cx="1292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Far Clip</a:t>
            </a:r>
            <a:endParaRPr lang="en-US" altLang="ja-JP" sz="2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30EC5F7-2699-494D-B2A2-D09F1733FA4E}"/>
              </a:ext>
            </a:extLst>
          </p:cNvPr>
          <p:cNvSpPr txBox="1"/>
          <p:nvPr/>
        </p:nvSpPr>
        <p:spPr>
          <a:xfrm>
            <a:off x="4414749" y="397957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この領域を撮影</a:t>
            </a:r>
            <a:endParaRPr lang="en-US" altLang="ja-JP" sz="24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88C4AEC-7777-4DD8-9E87-ACE64EA0DF58}"/>
              </a:ext>
            </a:extLst>
          </p:cNvPr>
          <p:cNvSpPr txBox="1"/>
          <p:nvPr/>
        </p:nvSpPr>
        <p:spPr>
          <a:xfrm>
            <a:off x="9012149" y="395042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ここからは映らない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610003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モデルの描画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まずはマクロでニア、ファーの値を用意します。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3A83718-B1E7-423E-8A99-16027199D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483586" cy="116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835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モデルの描画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731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DxLib</a:t>
            </a:r>
            <a:r>
              <a:rPr kumimoji="1" lang="ja-JP" altLang="en-US" sz="2400" dirty="0"/>
              <a:t>の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SetCameraNearFar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関数</a:t>
            </a:r>
            <a:r>
              <a:rPr kumimoji="1" lang="ja-JP" altLang="en-US" sz="2400" dirty="0"/>
              <a:t>で設定できます。</a:t>
            </a:r>
            <a:endParaRPr kumimoji="1" lang="en-US" altLang="ja-JP" sz="2400" dirty="0"/>
          </a:p>
          <a:p>
            <a:r>
              <a:rPr lang="ja-JP" altLang="en-US" sz="2400" dirty="0"/>
              <a:t>１度で良いので初期化処理で設定しましょう。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DEAE84B-C023-4781-8DA2-41EE60A2F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187126"/>
            <a:ext cx="10137997" cy="3261174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88EA4F8-B367-4B48-9221-476CC50A383C}"/>
              </a:ext>
            </a:extLst>
          </p:cNvPr>
          <p:cNvSpPr/>
          <p:nvPr/>
        </p:nvSpPr>
        <p:spPr>
          <a:xfrm>
            <a:off x="2298700" y="4622800"/>
            <a:ext cx="6921500" cy="10187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5578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モデルの描画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続いてカメラを配置します。</a:t>
            </a:r>
            <a:endParaRPr kumimoji="1" lang="en-US" altLang="ja-JP" sz="2400" dirty="0"/>
          </a:p>
          <a:p>
            <a:r>
              <a:rPr lang="ja-JP" altLang="en-US" sz="2400" dirty="0"/>
              <a:t>カメラの配置には、</a:t>
            </a:r>
            <a:r>
              <a:rPr lang="ja-JP" altLang="en-US" sz="2400" b="1" dirty="0">
                <a:solidFill>
                  <a:srgbClr val="FF0000"/>
                </a:solidFill>
              </a:rPr>
              <a:t>カメラ自身の座標</a:t>
            </a:r>
            <a:r>
              <a:rPr lang="ja-JP" altLang="en-US" sz="2400" dirty="0"/>
              <a:t>と、どこを撮影するかの</a:t>
            </a:r>
            <a:r>
              <a:rPr lang="ja-JP" altLang="en-US" sz="2400" b="1" dirty="0">
                <a:solidFill>
                  <a:srgbClr val="FF0000"/>
                </a:solidFill>
              </a:rPr>
              <a:t>注視点</a:t>
            </a:r>
            <a:r>
              <a:rPr lang="ja-JP" altLang="en-US" sz="2400" dirty="0"/>
              <a:t>が</a:t>
            </a:r>
            <a:endParaRPr lang="en-US" altLang="ja-JP" sz="2400" dirty="0"/>
          </a:p>
          <a:p>
            <a:r>
              <a:rPr lang="ja-JP" altLang="en-US" sz="2400" dirty="0"/>
              <a:t>必要になります。（一応アップベクトルも必要）</a:t>
            </a:r>
            <a:endParaRPr lang="en-US" altLang="ja-JP" sz="2400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4D679DC-7FA9-470E-92D8-0E70627D754B}"/>
              </a:ext>
            </a:extLst>
          </p:cNvPr>
          <p:cNvGrpSpPr/>
          <p:nvPr/>
        </p:nvGrpSpPr>
        <p:grpSpPr>
          <a:xfrm rot="16200000">
            <a:off x="5392786" y="5190232"/>
            <a:ext cx="1094793" cy="635000"/>
            <a:chOff x="850900" y="3994150"/>
            <a:chExt cx="1094793" cy="635000"/>
          </a:xfrm>
        </p:grpSpPr>
        <p:sp>
          <p:nvSpPr>
            <p:cNvPr id="9" name="二等辺三角形 8">
              <a:extLst>
                <a:ext uri="{FF2B5EF4-FFF2-40B4-BE49-F238E27FC236}">
                  <a16:creationId xmlns:a16="http://schemas.microsoft.com/office/drawing/2014/main" id="{015457F7-A062-4D56-AD65-B5BBFFD15FCF}"/>
                </a:ext>
              </a:extLst>
            </p:cNvPr>
            <p:cNvSpPr/>
            <p:nvPr/>
          </p:nvSpPr>
          <p:spPr>
            <a:xfrm rot="16200000">
              <a:off x="1299872" y="3983328"/>
              <a:ext cx="635000" cy="656643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18EB3EF2-F396-43E2-A931-D51582DA0CB3}"/>
                </a:ext>
              </a:extLst>
            </p:cNvPr>
            <p:cNvSpPr/>
            <p:nvPr/>
          </p:nvSpPr>
          <p:spPr>
            <a:xfrm>
              <a:off x="850900" y="4051300"/>
              <a:ext cx="876300" cy="5207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5D3955B-4A6A-4C30-9A08-7DB5A5585E85}"/>
              </a:ext>
            </a:extLst>
          </p:cNvPr>
          <p:cNvSpPr txBox="1"/>
          <p:nvPr/>
        </p:nvSpPr>
        <p:spPr>
          <a:xfrm>
            <a:off x="4669642" y="6055129"/>
            <a:ext cx="2541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（</a:t>
            </a:r>
            <a:r>
              <a:rPr kumimoji="1" lang="en-US" altLang="ja-JP" sz="2400" dirty="0"/>
              <a:t>0.0, 0.0, -5.0</a:t>
            </a:r>
            <a:r>
              <a:rPr kumimoji="1" lang="ja-JP" altLang="en-US" sz="2400" dirty="0"/>
              <a:t>）</a:t>
            </a:r>
            <a:endParaRPr lang="en-US" altLang="ja-JP" sz="2400" dirty="0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C76954FC-3EE0-4BAD-ABFC-8A80E48C30A2}"/>
              </a:ext>
            </a:extLst>
          </p:cNvPr>
          <p:cNvSpPr/>
          <p:nvPr/>
        </p:nvSpPr>
        <p:spPr>
          <a:xfrm>
            <a:off x="5820997" y="2711451"/>
            <a:ext cx="238367" cy="1905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73F95F0-A015-4FCA-9AC7-02A437299D7B}"/>
              </a:ext>
            </a:extLst>
          </p:cNvPr>
          <p:cNvSpPr txBox="1"/>
          <p:nvPr/>
        </p:nvSpPr>
        <p:spPr>
          <a:xfrm>
            <a:off x="4669640" y="2984284"/>
            <a:ext cx="2406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（</a:t>
            </a:r>
            <a:r>
              <a:rPr kumimoji="1" lang="en-US" altLang="ja-JP" sz="2400" dirty="0"/>
              <a:t>0.0, 0.0, 0.0</a:t>
            </a:r>
            <a:r>
              <a:rPr kumimoji="1" lang="ja-JP" altLang="en-US" sz="2400" dirty="0"/>
              <a:t>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49853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モデルの描画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必要な情報を変数で用意します。</a:t>
            </a:r>
            <a:endParaRPr lang="en-US" altLang="ja-JP" sz="2400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8153DD2A-8FC3-46D2-88B8-BD277B65B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6099"/>
            <a:ext cx="9342000" cy="2260601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101E07C-0F33-46C7-B646-9CA433831AE2}"/>
              </a:ext>
            </a:extLst>
          </p:cNvPr>
          <p:cNvSpPr/>
          <p:nvPr/>
        </p:nvSpPr>
        <p:spPr>
          <a:xfrm>
            <a:off x="2171700" y="2628901"/>
            <a:ext cx="7737842" cy="14477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0880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モデルの描画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341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Dxlib</a:t>
            </a:r>
            <a:r>
              <a:rPr lang="ja-JP" altLang="en-US" sz="2400" dirty="0"/>
              <a:t>の</a:t>
            </a:r>
            <a:r>
              <a:rPr lang="en-US" altLang="ja-JP" sz="2400" b="1" dirty="0" err="1">
                <a:solidFill>
                  <a:srgbClr val="FF0000"/>
                </a:solidFill>
              </a:rPr>
              <a:t>SetCameraPositonAndTargetAndUpVec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で設定します。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56DC4B0-153D-4306-A863-85CF823D70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11261499" cy="2538306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408852D-60FE-4F5E-A5D6-E422FC608B98}"/>
              </a:ext>
            </a:extLst>
          </p:cNvPr>
          <p:cNvSpPr/>
          <p:nvPr/>
        </p:nvSpPr>
        <p:spPr>
          <a:xfrm>
            <a:off x="2535907" y="3392634"/>
            <a:ext cx="9293134" cy="9634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D0E193E-9865-4A77-B34B-2457B0451498}"/>
              </a:ext>
            </a:extLst>
          </p:cNvPr>
          <p:cNvSpPr txBox="1"/>
          <p:nvPr/>
        </p:nvSpPr>
        <p:spPr>
          <a:xfrm>
            <a:off x="567542" y="4495800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これでカメラの配置は完了です。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70769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モデルの描画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ここからはモデル側の処理になります。</a:t>
            </a:r>
            <a:endParaRPr lang="en-US" altLang="ja-JP" sz="2400" dirty="0"/>
          </a:p>
          <a:p>
            <a:r>
              <a:rPr lang="ja-JP" altLang="en-US" sz="2400" dirty="0"/>
              <a:t>まずはロード処理です。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0E64F2B-7560-4A55-8BEB-22FA4D972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9970370" cy="2410274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0278562-A56E-4454-8201-4BC24A77A25B}"/>
              </a:ext>
            </a:extLst>
          </p:cNvPr>
          <p:cNvSpPr/>
          <p:nvPr/>
        </p:nvSpPr>
        <p:spPr>
          <a:xfrm>
            <a:off x="2331324" y="3773634"/>
            <a:ext cx="8438276" cy="9634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78488A8-741D-42ED-BB92-673E66EBC940}"/>
              </a:ext>
            </a:extLst>
          </p:cNvPr>
          <p:cNvSpPr txBox="1"/>
          <p:nvPr/>
        </p:nvSpPr>
        <p:spPr>
          <a:xfrm>
            <a:off x="567542" y="4924829"/>
            <a:ext cx="6740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2D</a:t>
            </a:r>
            <a:r>
              <a:rPr lang="ja-JP" altLang="en-US" sz="2400" dirty="0"/>
              <a:t>の時と同じく、ハンドルで紐づけされます。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507151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モデルの描画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1093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3D</a:t>
            </a:r>
            <a:r>
              <a:rPr lang="ja-JP" altLang="en-US" sz="2400" dirty="0"/>
              <a:t>モデルは座標、回転値、スケール値を別々の関数で設定します。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MV1SetPosition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en-US" altLang="ja-JP" sz="2400" dirty="0"/>
              <a:t>	</a:t>
            </a:r>
            <a:r>
              <a:rPr lang="ja-JP" altLang="en-US" sz="2400" dirty="0"/>
              <a:t>・・・座標設定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MV1SetRotationXYZ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en-US" altLang="ja-JP" sz="2400" dirty="0"/>
              <a:t>	</a:t>
            </a:r>
            <a:r>
              <a:rPr lang="ja-JP" altLang="en-US" sz="2400" dirty="0"/>
              <a:t>・・・回転設定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MV1SetScale</a:t>
            </a:r>
            <a:r>
              <a:rPr lang="en-US" altLang="ja-JP" sz="2400" dirty="0"/>
              <a:t>		</a:t>
            </a:r>
            <a:r>
              <a:rPr lang="ja-JP" altLang="en-US" sz="2400" dirty="0"/>
              <a:t>・・・スケール値設定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描画する前にそれぞれ設定しなければいけません。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417070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モデルの描画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まずは設定に必要な変数を用意しましょう。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23FE1CA-3492-46A9-A647-A3BB984DD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10263579" cy="3363806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01D0C23-CF76-4A8E-BEFE-6AC6F0C11AD8}"/>
              </a:ext>
            </a:extLst>
          </p:cNvPr>
          <p:cNvSpPr/>
          <p:nvPr/>
        </p:nvSpPr>
        <p:spPr>
          <a:xfrm>
            <a:off x="2273300" y="2667000"/>
            <a:ext cx="8496300" cy="13589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9917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モデルの描画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それぞれの関数を呼び、設定します。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DDBDB5A-4FFF-4D17-9122-9035469F7C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11153819" cy="2614506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9B0BBC0-58D8-4C90-B25D-29037790A319}"/>
              </a:ext>
            </a:extLst>
          </p:cNvPr>
          <p:cNvSpPr/>
          <p:nvPr/>
        </p:nvSpPr>
        <p:spPr>
          <a:xfrm>
            <a:off x="2273300" y="2667000"/>
            <a:ext cx="6261100" cy="1524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3250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モデルの描画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365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MV1DrawModel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で描画します。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4F01DED-ED63-4FEA-BBE5-7C0D14F40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10369781" cy="3823777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EAD3809-62C0-4B1E-8B40-567CDBADF12C}"/>
              </a:ext>
            </a:extLst>
          </p:cNvPr>
          <p:cNvSpPr/>
          <p:nvPr/>
        </p:nvSpPr>
        <p:spPr>
          <a:xfrm>
            <a:off x="2273300" y="3962400"/>
            <a:ext cx="6261100" cy="876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7193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99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モデルの描画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使わなくなったモデルは削除しましょう。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109FEF8-7E01-411C-8E5A-E5A8791A4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10599790" cy="2766906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555028D-3236-442D-A00A-105EB226F363}"/>
              </a:ext>
            </a:extLst>
          </p:cNvPr>
          <p:cNvSpPr/>
          <p:nvPr/>
        </p:nvSpPr>
        <p:spPr>
          <a:xfrm>
            <a:off x="2006600" y="2071794"/>
            <a:ext cx="6527800" cy="7476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1909426-D29F-4D2B-B3D9-2C92822D7E8D}"/>
              </a:ext>
            </a:extLst>
          </p:cNvPr>
          <p:cNvSpPr txBox="1"/>
          <p:nvPr/>
        </p:nvSpPr>
        <p:spPr>
          <a:xfrm>
            <a:off x="567542" y="4838700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実行すると、真後ろから撮影されたモデルが描画されるはずです。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4520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1376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モデル</a:t>
            </a:r>
            <a:r>
              <a:rPr kumimoji="1" lang="ja-JP" altLang="en-US" sz="3200" b="1" u="sng"/>
              <a:t>の描画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カメラやモデルの設定を変えてみましょう。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C5FB741-2C0B-4170-B15D-8D0348A59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6861958" cy="166047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19F94904-9711-4D52-9094-A8C46F5F6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4143426"/>
            <a:ext cx="6669673" cy="218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607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485</Words>
  <Application>Microsoft Office PowerPoint</Application>
  <PresentationFormat>ワイド画面</PresentationFormat>
  <Paragraphs>63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18</cp:revision>
  <dcterms:created xsi:type="dcterms:W3CDTF">2024-08-27T02:15:54Z</dcterms:created>
  <dcterms:modified xsi:type="dcterms:W3CDTF">2024-11-19T06:50:12Z</dcterms:modified>
</cp:coreProperties>
</file>