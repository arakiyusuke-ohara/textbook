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1"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荒木 優介" initials="荒木" lastIdx="1" clrIdx="0">
    <p:extLst>
      <p:ext uri="{19B8F6BF-5375-455C-9EA6-DF929625EA0E}">
        <p15:presenceInfo xmlns:p15="http://schemas.microsoft.com/office/powerpoint/2012/main" userId="S::yusuke.araki@mail.o-hara.ac.jp::8e6d17bf-8fa4-4ec7-9082-0d2d1afc5a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2026/6/1</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2026/6/1</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追試課題</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61665"/>
          </a:xfrm>
          <a:prstGeom prst="rect">
            <a:avLst/>
          </a:prstGeom>
          <a:noFill/>
        </p:spPr>
        <p:txBody>
          <a:bodyPr wrap="none" rtlCol="0">
            <a:spAutoFit/>
          </a:bodyPr>
          <a:lstStyle/>
          <a:p>
            <a:r>
              <a:rPr lang="ja-JP" altLang="en-US" sz="2400" dirty="0"/>
              <a:t>プログラムの課題部分を埋めてサンプルのように動作させましょう。</a:t>
            </a:r>
            <a:endParaRPr lang="en-US" altLang="ja-JP" sz="2400" dirty="0"/>
          </a:p>
        </p:txBody>
      </p:sp>
      <p:pic>
        <p:nvPicPr>
          <p:cNvPr id="5" name="図 4">
            <a:extLst>
              <a:ext uri="{FF2B5EF4-FFF2-40B4-BE49-F238E27FC236}">
                <a16:creationId xmlns:a16="http://schemas.microsoft.com/office/drawing/2014/main" id="{FC5564C0-42B6-4CBF-B9A8-A971F0813BB5}"/>
              </a:ext>
            </a:extLst>
          </p:cNvPr>
          <p:cNvPicPr>
            <a:picLocks noChangeAspect="1"/>
          </p:cNvPicPr>
          <p:nvPr/>
        </p:nvPicPr>
        <p:blipFill>
          <a:blip r:embed="rId2"/>
          <a:stretch>
            <a:fillRect/>
          </a:stretch>
        </p:blipFill>
        <p:spPr>
          <a:xfrm>
            <a:off x="567542" y="1817794"/>
            <a:ext cx="8026125" cy="4669381"/>
          </a:xfrm>
          <a:prstGeom prst="rect">
            <a:avLst/>
          </a:prstGeom>
        </p:spPr>
      </p:pic>
    </p:spTree>
    <p:extLst>
      <p:ext uri="{BB962C8B-B14F-4D97-AF65-F5344CB8AC3E}">
        <p14:creationId xmlns:p14="http://schemas.microsoft.com/office/powerpoint/2010/main" val="1518223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追試課題</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65713" cy="461665"/>
          </a:xfrm>
          <a:prstGeom prst="rect">
            <a:avLst/>
          </a:prstGeom>
          <a:noFill/>
        </p:spPr>
        <p:txBody>
          <a:bodyPr wrap="none" rtlCol="0">
            <a:spAutoFit/>
          </a:bodyPr>
          <a:lstStyle/>
          <a:p>
            <a:r>
              <a:rPr lang="ja-JP" altLang="en-US" sz="2400" dirty="0"/>
              <a:t>空白を埋めて球の当たり判定を完成させましょう（</a:t>
            </a:r>
            <a:r>
              <a:rPr lang="en-US" altLang="ja-JP" sz="2400" b="1" dirty="0">
                <a:solidFill>
                  <a:srgbClr val="FF0000"/>
                </a:solidFill>
              </a:rPr>
              <a:t>CollisionSphere.cpp</a:t>
            </a:r>
            <a:r>
              <a:rPr lang="ja-JP" altLang="en-US" sz="2400" dirty="0"/>
              <a:t>）</a:t>
            </a:r>
            <a:endParaRPr lang="en-US" altLang="ja-JP" sz="2400" dirty="0"/>
          </a:p>
        </p:txBody>
      </p:sp>
      <p:pic>
        <p:nvPicPr>
          <p:cNvPr id="3" name="図 2">
            <a:extLst>
              <a:ext uri="{FF2B5EF4-FFF2-40B4-BE49-F238E27FC236}">
                <a16:creationId xmlns:a16="http://schemas.microsoft.com/office/drawing/2014/main" id="{84382A99-A37D-4760-97D4-F9F5526CC777}"/>
              </a:ext>
            </a:extLst>
          </p:cNvPr>
          <p:cNvPicPr>
            <a:picLocks noChangeAspect="1"/>
          </p:cNvPicPr>
          <p:nvPr/>
        </p:nvPicPr>
        <p:blipFill>
          <a:blip r:embed="rId2"/>
          <a:stretch>
            <a:fillRect/>
          </a:stretch>
        </p:blipFill>
        <p:spPr>
          <a:xfrm>
            <a:off x="567542" y="1817795"/>
            <a:ext cx="7120191" cy="4719592"/>
          </a:xfrm>
          <a:prstGeom prst="rect">
            <a:avLst/>
          </a:prstGeom>
        </p:spPr>
      </p:pic>
      <p:sp>
        <p:nvSpPr>
          <p:cNvPr id="7" name="正方形/長方形 6">
            <a:extLst>
              <a:ext uri="{FF2B5EF4-FFF2-40B4-BE49-F238E27FC236}">
                <a16:creationId xmlns:a16="http://schemas.microsoft.com/office/drawing/2014/main" id="{0718727E-B38C-41C3-83ED-70A9C74FDF38}"/>
              </a:ext>
            </a:extLst>
          </p:cNvPr>
          <p:cNvSpPr/>
          <p:nvPr/>
        </p:nvSpPr>
        <p:spPr>
          <a:xfrm>
            <a:off x="1701800" y="4732867"/>
            <a:ext cx="3048000" cy="37253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5E42502E-B5EA-4FF8-BD33-9B441796EBB1}"/>
              </a:ext>
            </a:extLst>
          </p:cNvPr>
          <p:cNvSpPr/>
          <p:nvPr/>
        </p:nvSpPr>
        <p:spPr>
          <a:xfrm>
            <a:off x="1701799" y="5367867"/>
            <a:ext cx="4783667" cy="66886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0428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追試課題</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781571" cy="461665"/>
          </a:xfrm>
          <a:prstGeom prst="rect">
            <a:avLst/>
          </a:prstGeom>
          <a:noFill/>
        </p:spPr>
        <p:txBody>
          <a:bodyPr wrap="none" rtlCol="0">
            <a:spAutoFit/>
          </a:bodyPr>
          <a:lstStyle/>
          <a:p>
            <a:r>
              <a:rPr lang="ja-JP" altLang="en-US" sz="2400" dirty="0"/>
              <a:t>空白を埋めて弾丸発射処理を完成させましょう（</a:t>
            </a:r>
            <a:r>
              <a:rPr lang="en-US" altLang="ja-JP" sz="2400" b="1" dirty="0">
                <a:solidFill>
                  <a:srgbClr val="FF0000"/>
                </a:solidFill>
              </a:rPr>
              <a:t>Bullet.cpp</a:t>
            </a:r>
            <a:r>
              <a:rPr lang="ja-JP" altLang="en-US" sz="2400" dirty="0"/>
              <a:t>）</a:t>
            </a:r>
            <a:endParaRPr lang="en-US" altLang="ja-JP" sz="2400" dirty="0"/>
          </a:p>
        </p:txBody>
      </p:sp>
      <p:pic>
        <p:nvPicPr>
          <p:cNvPr id="5" name="図 4">
            <a:extLst>
              <a:ext uri="{FF2B5EF4-FFF2-40B4-BE49-F238E27FC236}">
                <a16:creationId xmlns:a16="http://schemas.microsoft.com/office/drawing/2014/main" id="{738F984B-2E90-42B4-9EF4-6B68D7F65AF5}"/>
              </a:ext>
            </a:extLst>
          </p:cNvPr>
          <p:cNvPicPr>
            <a:picLocks noChangeAspect="1"/>
          </p:cNvPicPr>
          <p:nvPr/>
        </p:nvPicPr>
        <p:blipFill>
          <a:blip r:embed="rId2"/>
          <a:stretch>
            <a:fillRect/>
          </a:stretch>
        </p:blipFill>
        <p:spPr>
          <a:xfrm>
            <a:off x="567542" y="1817794"/>
            <a:ext cx="7573432" cy="4915586"/>
          </a:xfrm>
          <a:prstGeom prst="rect">
            <a:avLst/>
          </a:prstGeom>
        </p:spPr>
      </p:pic>
      <p:sp>
        <p:nvSpPr>
          <p:cNvPr id="9" name="正方形/長方形 8">
            <a:extLst>
              <a:ext uri="{FF2B5EF4-FFF2-40B4-BE49-F238E27FC236}">
                <a16:creationId xmlns:a16="http://schemas.microsoft.com/office/drawing/2014/main" id="{AFF435EC-9475-4107-B1C7-796F00C656A6}"/>
              </a:ext>
            </a:extLst>
          </p:cNvPr>
          <p:cNvSpPr/>
          <p:nvPr/>
        </p:nvSpPr>
        <p:spPr>
          <a:xfrm>
            <a:off x="2133600" y="5037667"/>
            <a:ext cx="5892800" cy="37253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DCD6A67D-AF5E-4C8E-BB1A-D16B5A4FDF6A}"/>
              </a:ext>
            </a:extLst>
          </p:cNvPr>
          <p:cNvSpPr/>
          <p:nvPr/>
        </p:nvSpPr>
        <p:spPr>
          <a:xfrm>
            <a:off x="2133600" y="5697180"/>
            <a:ext cx="5892800" cy="37253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3335741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1169</TotalTime>
  <Words>48</Words>
  <Application>Microsoft Office PowerPoint</Application>
  <PresentationFormat>ワイド画面</PresentationFormat>
  <Paragraphs>6</Paragraphs>
  <Slides>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vt:i4>
      </vt:variant>
    </vt:vector>
  </HeadingPairs>
  <TitlesOfParts>
    <vt:vector size="7"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117</cp:revision>
  <dcterms:created xsi:type="dcterms:W3CDTF">2024-08-27T02:15:54Z</dcterms:created>
  <dcterms:modified xsi:type="dcterms:W3CDTF">2026-06-01T02:15:17Z</dcterms:modified>
</cp:coreProperties>
</file>