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4705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namespace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020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ゲームを作っていると、</a:t>
            </a:r>
            <a:r>
              <a:rPr lang="ja-JP" altLang="en-US" sz="2400" b="1" dirty="0">
                <a:solidFill>
                  <a:srgbClr val="0070C0"/>
                </a:solidFill>
              </a:rPr>
              <a:t>入力システム</a:t>
            </a:r>
            <a:r>
              <a:rPr lang="ja-JP" altLang="en-US" sz="2400" dirty="0"/>
              <a:t>や、</a:t>
            </a:r>
            <a:r>
              <a:rPr lang="ja-JP" altLang="en-US" sz="2400" b="1" dirty="0">
                <a:solidFill>
                  <a:srgbClr val="0070C0"/>
                </a:solidFill>
              </a:rPr>
              <a:t>計算処理</a:t>
            </a:r>
            <a:r>
              <a:rPr lang="ja-JP" altLang="en-US" sz="2400" dirty="0"/>
              <a:t>など、</a:t>
            </a:r>
            <a:endParaRPr lang="en-US" altLang="ja-JP" sz="2400" dirty="0"/>
          </a:p>
          <a:p>
            <a:r>
              <a:rPr lang="ja-JP" altLang="en-US" sz="2400" dirty="0"/>
              <a:t>物体の無い</a:t>
            </a:r>
            <a:r>
              <a:rPr lang="ja-JP" altLang="en-US" sz="2400" b="1" dirty="0">
                <a:solidFill>
                  <a:srgbClr val="0070C0"/>
                </a:solidFill>
              </a:rPr>
              <a:t>機能的なもの</a:t>
            </a:r>
            <a:r>
              <a:rPr lang="ja-JP" altLang="en-US" sz="2400" dirty="0"/>
              <a:t>を使うことがあります。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このような</a:t>
            </a:r>
            <a:r>
              <a:rPr lang="ja-JP" altLang="en-US" sz="2400" b="1" dirty="0">
                <a:solidFill>
                  <a:srgbClr val="FF0000"/>
                </a:solidFill>
              </a:rPr>
              <a:t>機能的なものに関しては、</a:t>
            </a:r>
            <a:r>
              <a:rPr lang="en-US" altLang="ja-JP" sz="2400" b="1" dirty="0">
                <a:solidFill>
                  <a:srgbClr val="FF0000"/>
                </a:solidFill>
              </a:rPr>
              <a:t>namespace</a:t>
            </a:r>
            <a:r>
              <a:rPr lang="ja-JP" altLang="en-US" sz="2400" b="1" dirty="0">
                <a:solidFill>
                  <a:srgbClr val="FF0000"/>
                </a:solidFill>
              </a:rPr>
              <a:t>で名前を付けます。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今回は数学関数の集合である</a:t>
            </a:r>
            <a:r>
              <a:rPr lang="en-US" altLang="ja-JP" sz="2400" b="1" dirty="0" err="1">
                <a:solidFill>
                  <a:srgbClr val="00B050"/>
                </a:solidFill>
              </a:rPr>
              <a:t>MyMath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dirty="0"/>
              <a:t>化します。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091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 err="1">
                <a:solidFill>
                  <a:srgbClr val="FF0000"/>
                </a:solidFill>
              </a:rPr>
              <a:t>MyMath.h</a:t>
            </a:r>
            <a:r>
              <a:rPr lang="ja-JP" altLang="en-US" sz="2400" dirty="0"/>
              <a:t>から書いていきます。関数群を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dirty="0"/>
              <a:t>で囲みましょう。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606A89-F595-486F-A99F-F208FE61E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6430272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46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81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MyMath.cpp</a:t>
            </a:r>
            <a:r>
              <a:rPr lang="ja-JP" altLang="en-US" sz="2400" dirty="0"/>
              <a:t>側も関数を全部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dirty="0"/>
              <a:t>でまとめます。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7A70729-937A-4405-96A6-5531D9DA9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991635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21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579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static</a:t>
            </a:r>
            <a:r>
              <a:rPr kumimoji="1" lang="ja-JP" altLang="en-US" sz="3200" b="1" u="sng" dirty="0"/>
              <a:t>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7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関数を呼び出すときは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b="1" dirty="0">
                <a:solidFill>
                  <a:srgbClr val="0070C0"/>
                </a:solidFill>
              </a:rPr>
              <a:t>名</a:t>
            </a:r>
            <a:r>
              <a:rPr lang="en-US" altLang="ja-JP" sz="2400" b="1" dirty="0">
                <a:solidFill>
                  <a:srgbClr val="0070C0"/>
                </a:solidFill>
              </a:rPr>
              <a:t>::</a:t>
            </a:r>
            <a:r>
              <a:rPr lang="ja-JP" altLang="en-US" sz="2400" dirty="0"/>
              <a:t>が必要になります。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C01C769-A1C4-41C4-B12B-68E458632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5167251" cy="88730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7C3963-4A60-4B97-ABCC-72ACE76FEA68}"/>
              </a:ext>
            </a:extLst>
          </p:cNvPr>
          <p:cNvSpPr/>
          <p:nvPr/>
        </p:nvSpPr>
        <p:spPr>
          <a:xfrm>
            <a:off x="628534" y="2209800"/>
            <a:ext cx="5106257" cy="495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827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102</Words>
  <Application>Microsoft Office PowerPoint</Application>
  <PresentationFormat>ワイド画面</PresentationFormat>
  <Paragraphs>13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31</cp:revision>
  <dcterms:created xsi:type="dcterms:W3CDTF">2024-08-27T02:15:54Z</dcterms:created>
  <dcterms:modified xsi:type="dcterms:W3CDTF">2026-02-04T05:54:41Z</dcterms:modified>
</cp:coreProperties>
</file>