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前回はプレイヤーとカメラをクラスにまとめてオブジェクトとしました。</a:t>
            </a:r>
            <a:endParaRPr kumimoji="1" lang="en-US" altLang="ja-JP" sz="2400" dirty="0"/>
          </a:p>
          <a:p>
            <a:r>
              <a:rPr lang="ja-JP" altLang="en-US" sz="2400" dirty="0"/>
              <a:t>ただ、一般的にはこれらの</a:t>
            </a:r>
            <a:r>
              <a:rPr lang="ja-JP" altLang="en-US" sz="2400" b="1" dirty="0">
                <a:solidFill>
                  <a:srgbClr val="FF0000"/>
                </a:solidFill>
              </a:rPr>
              <a:t>オブジェクトを直接使うことはあまりなく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lang="ja-JP" altLang="en-US" sz="2400" dirty="0"/>
              <a:t>オブジェクトを管理する</a:t>
            </a:r>
            <a:r>
              <a:rPr lang="ja-JP" altLang="en-US" sz="2400" b="1" dirty="0">
                <a:solidFill>
                  <a:srgbClr val="FF0000"/>
                </a:solidFill>
              </a:rPr>
              <a:t>マネージャークラス</a:t>
            </a:r>
            <a:r>
              <a:rPr lang="ja-JP" altLang="en-US" sz="2400" dirty="0"/>
              <a:t>を経由することが多いです。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マネージャークラス（管理クラス）とは、</a:t>
            </a:r>
            <a:endParaRPr lang="en-US" altLang="ja-JP" sz="2400" dirty="0"/>
          </a:p>
          <a:p>
            <a:r>
              <a:rPr lang="ja-JP" altLang="en-US" sz="2400" dirty="0"/>
              <a:t>オブジェクトの種類ごとに、それらを一元管理するクラスで、</a:t>
            </a:r>
            <a:endParaRPr lang="en-US" altLang="ja-JP" sz="2400" dirty="0"/>
          </a:p>
          <a:p>
            <a:r>
              <a:rPr lang="ja-JP" altLang="en-US" sz="2400" dirty="0"/>
              <a:t>プログラムをより綺麗にまとめることができます。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また移植性も上がり、ほかのゲームを作る際も、</a:t>
            </a:r>
            <a:endParaRPr lang="en-US" altLang="ja-JP" sz="2400" dirty="0"/>
          </a:p>
          <a:p>
            <a:r>
              <a:rPr lang="ja-JP" altLang="en-US" sz="2400" dirty="0"/>
              <a:t>多くの部分を使いまわすことができます。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33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Player</a:t>
            </a:r>
            <a:r>
              <a:rPr lang="ja-JP" altLang="en-US" sz="2400" dirty="0"/>
              <a:t>フォルダに</a:t>
            </a:r>
            <a:r>
              <a:rPr lang="en-US" altLang="ja-JP" sz="2400" dirty="0"/>
              <a:t>PlayerManager.cpp/.h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991AF4E-559A-4B0C-A7FE-F294791FF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663892" cy="269070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4909556-1440-42CC-8042-E404804F28A5}"/>
              </a:ext>
            </a:extLst>
          </p:cNvPr>
          <p:cNvSpPr/>
          <p:nvPr/>
        </p:nvSpPr>
        <p:spPr>
          <a:xfrm>
            <a:off x="567542" y="3163147"/>
            <a:ext cx="3267858" cy="76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77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666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PlayerManager.h</a:t>
            </a:r>
            <a:r>
              <a:rPr lang="ja-JP" altLang="en-US" sz="2400" dirty="0"/>
              <a:t>から書いていきます。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9BA0A91-6017-497A-910C-DDF235EFA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1817794"/>
            <a:ext cx="7357258" cy="456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728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512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PlayerManager.h</a:t>
            </a:r>
            <a:r>
              <a:rPr lang="ja-JP" altLang="en-US" sz="2400" dirty="0"/>
              <a:t>つづき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A283307-D95E-479A-A543-B5ECAB693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8825313" cy="401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41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19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PlayerManager.cpp</a:t>
            </a:r>
            <a:r>
              <a:rPr lang="ja-JP" altLang="en-US" sz="2400" dirty="0"/>
              <a:t>に処理を書いていきます。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83C946C-96F1-48F3-8AC4-CE6E62A13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4664858" cy="447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10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849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PlayerManager.cpp</a:t>
            </a:r>
            <a:r>
              <a:rPr lang="ja-JP" altLang="en-US" sz="2400" dirty="0"/>
              <a:t>つづき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F1E17ED-745E-4CFA-8D08-36AC08125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2885019" cy="399880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32349C4-E2F7-4AC4-8032-5A4CF7CF0ABD}"/>
              </a:ext>
            </a:extLst>
          </p:cNvPr>
          <p:cNvSpPr txBox="1"/>
          <p:nvPr/>
        </p:nvSpPr>
        <p:spPr>
          <a:xfrm>
            <a:off x="567541" y="5957994"/>
            <a:ext cx="4530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Step</a:t>
            </a:r>
            <a:r>
              <a:rPr lang="ja-JP" altLang="en-US" sz="2400" dirty="0"/>
              <a:t>関数以降も同様なので省略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53290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477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Main.cpp</a:t>
            </a:r>
            <a:r>
              <a:rPr lang="ja-JP" altLang="en-US" sz="2400" dirty="0"/>
              <a:t>でプレイヤーに関する処理を削除し、</a:t>
            </a:r>
            <a:endParaRPr lang="en-US" altLang="ja-JP" sz="2400" dirty="0"/>
          </a:p>
          <a:p>
            <a:r>
              <a:rPr lang="en-US" altLang="ja-JP" sz="2400" dirty="0" err="1"/>
              <a:t>PlayerMangaer</a:t>
            </a:r>
            <a:r>
              <a:rPr lang="ja-JP" altLang="en-US" sz="2400" dirty="0"/>
              <a:t>を使う方法に置き換えましょう。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1B6C8CB-CC71-4BED-A03F-88E116D2D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222093"/>
            <a:ext cx="7316221" cy="414395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8BB8140-8CB3-4555-BBAD-9393173EA982}"/>
              </a:ext>
            </a:extLst>
          </p:cNvPr>
          <p:cNvSpPr/>
          <p:nvPr/>
        </p:nvSpPr>
        <p:spPr>
          <a:xfrm>
            <a:off x="1714500" y="2794000"/>
            <a:ext cx="6324600" cy="2273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8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60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ループ処理も</a:t>
            </a:r>
            <a:r>
              <a:rPr lang="en-US" altLang="ja-JP" sz="2400" dirty="0" err="1"/>
              <a:t>PlayerManger</a:t>
            </a:r>
            <a:r>
              <a:rPr lang="ja-JP" altLang="en-US" sz="2400" dirty="0"/>
              <a:t>から呼びます。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CD3CFAF-0446-48A7-B2E2-BA68CB9EF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1817794"/>
            <a:ext cx="5134396" cy="4684606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8155468-5929-42E8-B467-4565C27B8546}"/>
              </a:ext>
            </a:extLst>
          </p:cNvPr>
          <p:cNvSpPr/>
          <p:nvPr/>
        </p:nvSpPr>
        <p:spPr>
          <a:xfrm>
            <a:off x="1714500" y="2908300"/>
            <a:ext cx="2895600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99D8D7F-BA57-47F4-A88E-A3CD3FAC7248}"/>
              </a:ext>
            </a:extLst>
          </p:cNvPr>
          <p:cNvSpPr/>
          <p:nvPr/>
        </p:nvSpPr>
        <p:spPr>
          <a:xfrm>
            <a:off x="1714500" y="3853064"/>
            <a:ext cx="2895600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8B31625-FF08-4052-8AB9-424F250C0E7B}"/>
              </a:ext>
            </a:extLst>
          </p:cNvPr>
          <p:cNvSpPr/>
          <p:nvPr/>
        </p:nvSpPr>
        <p:spPr>
          <a:xfrm>
            <a:off x="1714500" y="5010110"/>
            <a:ext cx="2895600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3605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68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終了処理も</a:t>
            </a:r>
            <a:r>
              <a:rPr lang="en-US" altLang="ja-JP" sz="2400" dirty="0" err="1"/>
              <a:t>PlayerManger</a:t>
            </a:r>
            <a:r>
              <a:rPr lang="ja-JP" altLang="en-US" sz="2400" dirty="0"/>
              <a:t>から呼びましょう。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C3C1089-A3AC-4606-954A-AA780FF5C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0431377" cy="3166916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4C2349F-3F89-49C5-A2CB-E82466B1183A}"/>
              </a:ext>
            </a:extLst>
          </p:cNvPr>
          <p:cNvSpPr/>
          <p:nvPr/>
        </p:nvSpPr>
        <p:spPr>
          <a:xfrm>
            <a:off x="2184399" y="1817794"/>
            <a:ext cx="4851579" cy="658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ABFC7EB-B9B1-47E9-8EF4-60F6783187E7}"/>
              </a:ext>
            </a:extLst>
          </p:cNvPr>
          <p:cNvSpPr txBox="1"/>
          <p:nvPr/>
        </p:nvSpPr>
        <p:spPr>
          <a:xfrm>
            <a:off x="567541" y="5179906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動作確認して問題なく表示されるか確認しましょう。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53444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マネージャークラスで管理することは、</a:t>
            </a:r>
            <a:endParaRPr lang="en-US" altLang="ja-JP" sz="2400" dirty="0"/>
          </a:p>
          <a:p>
            <a:r>
              <a:rPr lang="ja-JP" altLang="en-US" sz="2400" dirty="0"/>
              <a:t>プログラムの量も多くなり、少し面倒に感じるかもしれません。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ただし、プログラムの規模が大きくなるほど、</a:t>
            </a:r>
            <a:endParaRPr lang="en-US" altLang="ja-JP" sz="2400" dirty="0"/>
          </a:p>
          <a:p>
            <a:r>
              <a:rPr lang="ja-JP" altLang="en-US" sz="2400" dirty="0"/>
              <a:t>管理クラスは効力を発揮し、効率よく開発を進めることができます。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ゲーム制作で新たなオブジェクトを追加する際は、</a:t>
            </a:r>
            <a:endParaRPr lang="en-US" altLang="ja-JP" sz="2400" dirty="0"/>
          </a:p>
          <a:p>
            <a:r>
              <a:rPr lang="ja-JP" altLang="en-US" sz="2400" dirty="0"/>
              <a:t>必ずマネージャークラスもセットで作りましょう。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31519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04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PlayerManager</a:t>
            </a:r>
            <a:r>
              <a:rPr lang="ja-JP" altLang="en-US" sz="2400" dirty="0"/>
              <a:t>を参考にして、</a:t>
            </a:r>
            <a:r>
              <a:rPr lang="en-US" altLang="ja-JP" sz="2400" dirty="0" err="1"/>
              <a:t>CameraManager</a:t>
            </a:r>
            <a:r>
              <a:rPr lang="ja-JP" altLang="en-US" sz="2400" dirty="0"/>
              <a:t>を作りましょう。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9604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272</Words>
  <Application>Microsoft Office PowerPoint</Application>
  <PresentationFormat>ワイド画面</PresentationFormat>
  <Paragraphs>41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23</cp:revision>
  <dcterms:created xsi:type="dcterms:W3CDTF">2024-08-27T02:15:54Z</dcterms:created>
  <dcterms:modified xsi:type="dcterms:W3CDTF">2024-09-16T07:59:35Z</dcterms:modified>
</cp:coreProperties>
</file>