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モデルの作成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82539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3D</a:t>
            </a:r>
            <a:r>
              <a:rPr kumimoji="1" lang="ja-JP" altLang="en-US" sz="2400" dirty="0"/>
              <a:t>モデルをゲームで使用する際は、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FBX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形式</a:t>
            </a:r>
            <a:r>
              <a:rPr kumimoji="1" lang="ja-JP" altLang="en-US" sz="2400" dirty="0"/>
              <a:t>のモデルが一般的です。</a:t>
            </a:r>
            <a:endParaRPr kumimoji="1" lang="en-US" altLang="ja-JP" sz="2400" dirty="0"/>
          </a:p>
          <a:p>
            <a:r>
              <a:rPr lang="ja-JP" altLang="en-US" sz="2400" dirty="0"/>
              <a:t>しかし</a:t>
            </a:r>
            <a:r>
              <a:rPr lang="en-US" altLang="ja-JP" sz="2400" b="1" dirty="0" err="1">
                <a:solidFill>
                  <a:srgbClr val="FF0000"/>
                </a:solidFill>
              </a:rPr>
              <a:t>DxLib</a:t>
            </a:r>
            <a:r>
              <a:rPr lang="ja-JP" altLang="en-US" sz="2400" b="1" dirty="0">
                <a:solidFill>
                  <a:srgbClr val="FF0000"/>
                </a:solidFill>
              </a:rPr>
              <a:t>は</a:t>
            </a:r>
            <a:r>
              <a:rPr lang="en-US" altLang="ja-JP" sz="2400" b="1" dirty="0">
                <a:solidFill>
                  <a:srgbClr val="FF0000"/>
                </a:solidFill>
              </a:rPr>
              <a:t>FBX</a:t>
            </a:r>
            <a:r>
              <a:rPr lang="ja-JP" altLang="en-US" sz="2400" b="1" dirty="0">
                <a:solidFill>
                  <a:srgbClr val="FF0000"/>
                </a:solidFill>
              </a:rPr>
              <a:t>ファイルをサポートしていません。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3D</a:t>
            </a:r>
            <a:r>
              <a:rPr kumimoji="1" lang="ja-JP" altLang="en-US" sz="2400" dirty="0"/>
              <a:t>モデルを自作したときは、</a:t>
            </a:r>
            <a:r>
              <a:rPr kumimoji="1" lang="en-US" altLang="ja-JP" sz="2400" dirty="0" err="1"/>
              <a:t>DxLib</a:t>
            </a:r>
            <a:r>
              <a:rPr kumimoji="1" lang="ja-JP" altLang="en-US" sz="2400" dirty="0"/>
              <a:t>でも使用できるように、</a:t>
            </a:r>
            <a:endParaRPr kumimoji="1" lang="en-US" altLang="ja-JP" sz="2400" dirty="0"/>
          </a:p>
          <a:p>
            <a:r>
              <a:rPr lang="ja-JP" altLang="en-US" sz="2400" dirty="0"/>
              <a:t>ファイルを</a:t>
            </a:r>
            <a:r>
              <a:rPr lang="ja-JP" altLang="en-US" sz="2400" b="1" dirty="0">
                <a:solidFill>
                  <a:srgbClr val="FF0000"/>
                </a:solidFill>
              </a:rPr>
              <a:t>変換</a:t>
            </a:r>
            <a:r>
              <a:rPr lang="ja-JP" altLang="en-US" sz="2400" dirty="0"/>
              <a:t>していく必要があります。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また、</a:t>
            </a:r>
            <a:r>
              <a:rPr lang="en-US" altLang="ja-JP" sz="2400" dirty="0"/>
              <a:t>Blender</a:t>
            </a:r>
            <a:r>
              <a:rPr lang="ja-JP" altLang="en-US" sz="2400" dirty="0"/>
              <a:t>で保存する際も専用の設定をいくつかしなければいけません。</a:t>
            </a:r>
            <a:endParaRPr kumimoji="1" lang="en-US" altLang="ja-JP" sz="2400" dirty="0"/>
          </a:p>
          <a:p>
            <a:r>
              <a:rPr lang="ja-JP" altLang="en-US" sz="2400" dirty="0"/>
              <a:t>手順は多いですが何度もやって慣れていきましょう。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モデルの作成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493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</a:t>
            </a:r>
            <a:r>
              <a:rPr kumimoji="1" lang="en-US" altLang="ja-JP" sz="2400" dirty="0"/>
              <a:t>Blender</a:t>
            </a:r>
            <a:r>
              <a:rPr kumimoji="1" lang="ja-JP" altLang="en-US" sz="2400" dirty="0"/>
              <a:t>を使って</a:t>
            </a:r>
            <a:r>
              <a:rPr kumimoji="1" lang="en-US" altLang="ja-JP" sz="2400" dirty="0"/>
              <a:t>FBX</a:t>
            </a:r>
            <a:r>
              <a:rPr kumimoji="1" lang="ja-JP" altLang="en-US" sz="2400" dirty="0"/>
              <a:t>形式で保存します。</a:t>
            </a:r>
            <a:endParaRPr kumimoji="1"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b="1" dirty="0">
                <a:solidFill>
                  <a:srgbClr val="FF0000"/>
                </a:solidFill>
              </a:rPr>
              <a:t>File</a:t>
            </a:r>
            <a:r>
              <a:rPr lang="ja-JP" altLang="en-US" sz="2400" b="1" dirty="0">
                <a:solidFill>
                  <a:srgbClr val="FF0000"/>
                </a:solidFill>
              </a:rPr>
              <a:t>　＞　</a:t>
            </a:r>
            <a:r>
              <a:rPr lang="en-US" altLang="ja-JP" sz="2400" b="1" dirty="0">
                <a:solidFill>
                  <a:srgbClr val="FF0000"/>
                </a:solidFill>
              </a:rPr>
              <a:t>Export</a:t>
            </a:r>
            <a:r>
              <a:rPr lang="ja-JP" altLang="en-US" sz="2400" b="1" dirty="0">
                <a:solidFill>
                  <a:srgbClr val="FF0000"/>
                </a:solidFill>
              </a:rPr>
              <a:t>　＞　</a:t>
            </a:r>
            <a:r>
              <a:rPr lang="en-US" altLang="ja-JP" sz="2400" b="1" dirty="0">
                <a:solidFill>
                  <a:srgbClr val="FF0000"/>
                </a:solidFill>
              </a:rPr>
              <a:t>FBX</a:t>
            </a:r>
            <a:r>
              <a:rPr lang="ja-JP" altLang="en-US" sz="2400" dirty="0"/>
              <a:t>」を選択します。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F5BC26A-E6ED-43C7-B5F2-9514EE085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2187127"/>
            <a:ext cx="4526664" cy="4315274"/>
          </a:xfrm>
          <a:prstGeom prst="rect">
            <a:avLst/>
          </a:prstGeom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D959E5D6-DBBC-4B71-99ED-D0E8FC408370}"/>
              </a:ext>
            </a:extLst>
          </p:cNvPr>
          <p:cNvSpPr/>
          <p:nvPr/>
        </p:nvSpPr>
        <p:spPr>
          <a:xfrm rot="13679340">
            <a:off x="2879197" y="5976592"/>
            <a:ext cx="817913" cy="711200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モデルの作成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743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右側にあるメニューの</a:t>
            </a:r>
            <a:r>
              <a:rPr lang="ja-JP" altLang="en-US" sz="2400" dirty="0"/>
              <a:t>「</a:t>
            </a:r>
            <a:r>
              <a:rPr lang="en-US" altLang="ja-JP" sz="2400" b="1" dirty="0">
                <a:solidFill>
                  <a:srgbClr val="FF0000"/>
                </a:solidFill>
              </a:rPr>
              <a:t>Include</a:t>
            </a:r>
            <a:r>
              <a:rPr lang="ja-JP" altLang="en-US" sz="2400" b="1" dirty="0">
                <a:solidFill>
                  <a:srgbClr val="FF0000"/>
                </a:solidFill>
              </a:rPr>
              <a:t>　＞　</a:t>
            </a:r>
            <a:r>
              <a:rPr lang="en-US" altLang="ja-JP" sz="2400" b="1" dirty="0" err="1">
                <a:solidFill>
                  <a:srgbClr val="FF0000"/>
                </a:solidFill>
              </a:rPr>
              <a:t>ObjectType</a:t>
            </a:r>
            <a:r>
              <a:rPr lang="ja-JP" altLang="en-US" sz="2400" dirty="0"/>
              <a:t>」の設定を、</a:t>
            </a:r>
            <a:endParaRPr lang="en-US" altLang="ja-JP" sz="2400" dirty="0"/>
          </a:p>
          <a:p>
            <a:r>
              <a:rPr kumimoji="1" lang="en-US" altLang="ja-JP" sz="2400" b="1" dirty="0">
                <a:solidFill>
                  <a:srgbClr val="FF0000"/>
                </a:solidFill>
              </a:rPr>
              <a:t>Armature</a:t>
            </a:r>
            <a:r>
              <a:rPr kumimoji="1" lang="ja-JP" altLang="en-US" sz="2400" dirty="0"/>
              <a:t>と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Mesh</a:t>
            </a:r>
            <a:r>
              <a:rPr kumimoji="1" lang="ja-JP" altLang="en-US" sz="2400" dirty="0"/>
              <a:t>だけ選択されている状態にしましょう。</a:t>
            </a:r>
            <a:endParaRPr kumimoji="1" lang="en-US" altLang="ja-JP" sz="2400" dirty="0"/>
          </a:p>
          <a:p>
            <a:r>
              <a:rPr kumimoji="1" lang="ja-JP" altLang="en-US" sz="2400" dirty="0"/>
              <a:t>（ほかの項目は不要なものになります）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5852968-E080-488D-9F22-0F3E9135D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2556458"/>
            <a:ext cx="3832807" cy="397134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4DEF125-BAD3-4E9C-958E-2B42953AA485}"/>
              </a:ext>
            </a:extLst>
          </p:cNvPr>
          <p:cNvSpPr txBox="1"/>
          <p:nvPr/>
        </p:nvSpPr>
        <p:spPr>
          <a:xfrm>
            <a:off x="4400348" y="5696803"/>
            <a:ext cx="54681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Shift</a:t>
            </a:r>
            <a:r>
              <a:rPr kumimoji="1" lang="ja-JP" altLang="en-US" sz="2400" dirty="0"/>
              <a:t>キーを押しながらクリックすると</a:t>
            </a:r>
            <a:endParaRPr kumimoji="1" lang="en-US" altLang="ja-JP" sz="2400" dirty="0"/>
          </a:p>
          <a:p>
            <a:r>
              <a:rPr kumimoji="1" lang="ja-JP" altLang="en-US" sz="2400" dirty="0"/>
              <a:t>複数選択できます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75188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モデルの作成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998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右側にあるメニューの</a:t>
            </a:r>
            <a:r>
              <a:rPr lang="ja-JP" altLang="en-US" sz="2400" dirty="0"/>
              <a:t>「</a:t>
            </a:r>
            <a:r>
              <a:rPr lang="en-US" altLang="ja-JP" sz="2400" b="1" dirty="0">
                <a:solidFill>
                  <a:srgbClr val="FF0000"/>
                </a:solidFill>
              </a:rPr>
              <a:t>Transform</a:t>
            </a:r>
            <a:r>
              <a:rPr lang="ja-JP" altLang="en-US" sz="2400" b="1" dirty="0">
                <a:solidFill>
                  <a:srgbClr val="FF0000"/>
                </a:solidFill>
              </a:rPr>
              <a:t>　＞　</a:t>
            </a:r>
            <a:r>
              <a:rPr lang="en-US" altLang="ja-JP" sz="2400" b="1" dirty="0" err="1">
                <a:solidFill>
                  <a:srgbClr val="FF0000"/>
                </a:solidFill>
              </a:rPr>
              <a:t>ApplyScalings</a:t>
            </a:r>
            <a:r>
              <a:rPr lang="ja-JP" altLang="en-US" sz="2400" dirty="0"/>
              <a:t>」の設定を、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FBX Units Scale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」</a:t>
            </a:r>
            <a:r>
              <a:rPr kumimoji="1" lang="ja-JP" altLang="en-US" sz="2400" dirty="0"/>
              <a:t>に設定しましょう。</a:t>
            </a:r>
            <a:endParaRPr kumimoji="1" lang="en-US" altLang="ja-JP" sz="24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95A4FFA-B6D4-48E4-A135-A36FA0DA78C3}"/>
              </a:ext>
            </a:extLst>
          </p:cNvPr>
          <p:cNvSpPr txBox="1"/>
          <p:nvPr/>
        </p:nvSpPr>
        <p:spPr>
          <a:xfrm>
            <a:off x="567542" y="5514526"/>
            <a:ext cx="5715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ここまで設定したら</a:t>
            </a:r>
            <a:r>
              <a:rPr kumimoji="1" lang="en-US" altLang="ja-JP" sz="2400" dirty="0"/>
              <a:t>Export</a:t>
            </a:r>
            <a:r>
              <a:rPr kumimoji="1" lang="ja-JP" altLang="en-US" sz="2400" dirty="0"/>
              <a:t>しましょう！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AC0A771-27A0-4480-B9D9-8526FFBA9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3665597" cy="3062207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CFAE88F2-19A9-40AB-B18B-5B214427BAB9}"/>
              </a:ext>
            </a:extLst>
          </p:cNvPr>
          <p:cNvSpPr/>
          <p:nvPr/>
        </p:nvSpPr>
        <p:spPr>
          <a:xfrm rot="13679340">
            <a:off x="3358500" y="3271491"/>
            <a:ext cx="817913" cy="711200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5447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モデルの作成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521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続いて</a:t>
            </a:r>
            <a:r>
              <a:rPr kumimoji="1" lang="en-US" altLang="ja-JP" sz="2400" dirty="0"/>
              <a:t>FBX</a:t>
            </a:r>
            <a:r>
              <a:rPr kumimoji="1" lang="ja-JP" altLang="en-US" sz="2400" dirty="0"/>
              <a:t>を</a:t>
            </a:r>
            <a:r>
              <a:rPr kumimoji="1" lang="en-US" altLang="ja-JP" sz="2400" dirty="0" err="1"/>
              <a:t>Dxlib</a:t>
            </a:r>
            <a:r>
              <a:rPr kumimoji="1" lang="ja-JP" altLang="en-US" sz="2400" dirty="0"/>
              <a:t>でも使える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X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ファイルに変換</a:t>
            </a:r>
            <a:r>
              <a:rPr kumimoji="1" lang="ja-JP" altLang="en-US" sz="2400" dirty="0"/>
              <a:t>します。</a:t>
            </a:r>
            <a:endParaRPr kumimoji="1" lang="en-US" altLang="ja-JP" sz="2400" dirty="0"/>
          </a:p>
          <a:p>
            <a:r>
              <a:rPr lang="ja-JP" altLang="en-US" sz="2400" dirty="0"/>
              <a:t>まずは「</a:t>
            </a:r>
            <a:r>
              <a:rPr lang="en-US" altLang="ja-JP" sz="2400" b="1" dirty="0" err="1">
                <a:solidFill>
                  <a:srgbClr val="FF0000"/>
                </a:solidFill>
              </a:rPr>
              <a:t>DxLib_VC</a:t>
            </a:r>
            <a:r>
              <a:rPr lang="en-US" altLang="ja-JP" sz="2400" b="1" dirty="0">
                <a:solidFill>
                  <a:srgbClr val="FF0000"/>
                </a:solidFill>
              </a:rPr>
              <a:t>\Tool\</a:t>
            </a:r>
            <a:r>
              <a:rPr lang="en-US" altLang="ja-JP" sz="2400" b="1" dirty="0" err="1">
                <a:solidFill>
                  <a:srgbClr val="FF0000"/>
                </a:solidFill>
              </a:rPr>
              <a:t>DxLibModelViewer</a:t>
            </a:r>
            <a:r>
              <a:rPr lang="ja-JP" altLang="en-US" sz="2400" dirty="0"/>
              <a:t>」にある、</a:t>
            </a:r>
            <a:endParaRPr lang="en-US" altLang="ja-JP" sz="2400" dirty="0"/>
          </a:p>
          <a:p>
            <a:r>
              <a:rPr kumimoji="1" lang="ja-JP" altLang="en-US" sz="2400" dirty="0"/>
              <a:t>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DxLibModelViewer_64bit.exe</a:t>
            </a:r>
            <a:r>
              <a:rPr kumimoji="1" lang="ja-JP" altLang="en-US" sz="2400" dirty="0"/>
              <a:t>」というツールを開きます。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656A013-993B-4527-9721-CEC8F2709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556458"/>
            <a:ext cx="7839858" cy="389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988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モデルの作成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089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出力した</a:t>
            </a:r>
            <a:r>
              <a:rPr kumimoji="1" lang="en-US" altLang="ja-JP" sz="2400" dirty="0"/>
              <a:t>FBX</a:t>
            </a:r>
            <a:r>
              <a:rPr kumimoji="1" lang="ja-JP" altLang="en-US" sz="2400" dirty="0"/>
              <a:t>を画面上にドラッグアンドドロップして開きます。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8A58C5A-D4FD-4A66-B461-2ABD1CB1C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9249558" cy="462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799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モデルの作成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作ったモデルが暗い場合は、</a:t>
            </a:r>
            <a:endParaRPr kumimoji="1" lang="en-US" altLang="ja-JP" sz="2400" dirty="0"/>
          </a:p>
          <a:p>
            <a:r>
              <a:rPr lang="ja-JP" altLang="en-US" sz="2400" dirty="0"/>
              <a:t>「</a:t>
            </a:r>
            <a:r>
              <a:rPr lang="ja-JP" altLang="en-US" sz="2400" b="1" dirty="0">
                <a:solidFill>
                  <a:srgbClr val="FF0000"/>
                </a:solidFill>
              </a:rPr>
              <a:t>マテリアル　＞　自己発光　＞　輝度</a:t>
            </a:r>
            <a:r>
              <a:rPr lang="ja-JP" altLang="en-US" sz="2400" dirty="0"/>
              <a:t>」から調節できます。</a:t>
            </a:r>
            <a:endParaRPr lang="en-US" altLang="ja-JP" sz="2400" dirty="0"/>
          </a:p>
          <a:p>
            <a:r>
              <a:rPr lang="ja-JP" altLang="en-US" sz="2400" dirty="0"/>
              <a:t>　　　　　　　　（</a:t>
            </a:r>
            <a:r>
              <a:rPr lang="en-US" altLang="ja-JP" sz="2400" dirty="0"/>
              <a:t>0.5</a:t>
            </a:r>
            <a:r>
              <a:rPr lang="ja-JP" altLang="en-US" sz="2400" dirty="0"/>
              <a:t>くらい</a:t>
            </a:r>
            <a:r>
              <a:rPr lang="ja-JP" altLang="en-US" sz="2400"/>
              <a:t>がちょうど良さそう）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C10B004-E591-4042-929D-EBA2DC4D26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2061384" cy="4327974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C3D4BA63-DAF1-4317-ACF8-0FE41BC3A96F}"/>
              </a:ext>
            </a:extLst>
          </p:cNvPr>
          <p:cNvSpPr/>
          <p:nvPr/>
        </p:nvSpPr>
        <p:spPr>
          <a:xfrm rot="13679340">
            <a:off x="1477918" y="2547382"/>
            <a:ext cx="501301" cy="382630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B1341922-F535-4DA8-B2B1-E14C856EC414}"/>
              </a:ext>
            </a:extLst>
          </p:cNvPr>
          <p:cNvSpPr/>
          <p:nvPr/>
        </p:nvSpPr>
        <p:spPr>
          <a:xfrm rot="13679340">
            <a:off x="742451" y="2708172"/>
            <a:ext cx="501301" cy="382630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726CCE82-E5CF-44AC-BA70-804B6F3BCF78}"/>
              </a:ext>
            </a:extLst>
          </p:cNvPr>
          <p:cNvSpPr/>
          <p:nvPr/>
        </p:nvSpPr>
        <p:spPr>
          <a:xfrm rot="13679340">
            <a:off x="1052355" y="5610762"/>
            <a:ext cx="501301" cy="382630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59E17B67-D2E5-436B-AD74-0669DBFB699C}"/>
              </a:ext>
            </a:extLst>
          </p:cNvPr>
          <p:cNvSpPr/>
          <p:nvPr/>
        </p:nvSpPr>
        <p:spPr>
          <a:xfrm rot="8515066">
            <a:off x="830470" y="4849453"/>
            <a:ext cx="400567" cy="382630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6231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モデルの作成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調整が終わったら</a:t>
            </a:r>
            <a:r>
              <a:rPr kumimoji="1" lang="en-US" altLang="ja-JP" sz="2400" dirty="0"/>
              <a:t>X</a:t>
            </a:r>
            <a:r>
              <a:rPr kumimoji="1" lang="ja-JP" altLang="en-US" sz="2400" dirty="0"/>
              <a:t>ファイル形式で保存します。</a:t>
            </a:r>
            <a:endParaRPr kumimoji="1" lang="en-US" altLang="ja-JP" sz="2400" dirty="0"/>
          </a:p>
          <a:p>
            <a:r>
              <a:rPr lang="ja-JP" altLang="en-US" sz="2400" dirty="0"/>
              <a:t>「</a:t>
            </a:r>
            <a:r>
              <a:rPr lang="ja-JP" altLang="en-US" sz="2400" b="1" dirty="0">
                <a:solidFill>
                  <a:srgbClr val="FF0000"/>
                </a:solidFill>
              </a:rPr>
              <a:t>ファイル　＞　名前を付けて保存</a:t>
            </a:r>
            <a:r>
              <a:rPr lang="ja-JP" altLang="en-US" sz="2400" dirty="0"/>
              <a:t>」を選択します。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41418A5-930D-49F2-A721-88BA06C5D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5814"/>
            <a:ext cx="5365208" cy="365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53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モデルの作成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4735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ファイルの種類を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X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ファイル</a:t>
            </a:r>
            <a:r>
              <a:rPr kumimoji="1" lang="ja-JP" altLang="en-US" sz="2400" dirty="0"/>
              <a:t>に指定して保存します。</a:t>
            </a:r>
            <a:endParaRPr kumimoji="1" lang="en-US" altLang="ja-JP" sz="2400" dirty="0"/>
          </a:p>
          <a:p>
            <a:r>
              <a:rPr lang="ja-JP" altLang="en-US" sz="2400" dirty="0"/>
              <a:t>これで</a:t>
            </a:r>
            <a:r>
              <a:rPr lang="en-US" altLang="ja-JP" sz="2400" dirty="0" err="1"/>
              <a:t>Dxlib</a:t>
            </a:r>
            <a:r>
              <a:rPr lang="ja-JP" altLang="en-US" sz="2400" dirty="0"/>
              <a:t>でも使用することができます。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36E4DDC-E099-43E2-858A-A14DB9772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7397079" cy="4178920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BF172CFE-F36D-42AD-8978-559A81B978D8}"/>
              </a:ext>
            </a:extLst>
          </p:cNvPr>
          <p:cNvSpPr/>
          <p:nvPr/>
        </p:nvSpPr>
        <p:spPr>
          <a:xfrm rot="13679340">
            <a:off x="1916849" y="5860453"/>
            <a:ext cx="501301" cy="382630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9871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モデルの作成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7046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ゲームに必要なのは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X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ファイルとテクスチャ画像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  <a:p>
            <a:r>
              <a:rPr lang="ja-JP" altLang="en-US" sz="2400" dirty="0"/>
              <a:t>それらを同じ場所に保存しておきましょう。</a:t>
            </a:r>
            <a:endParaRPr lang="en-US" altLang="ja-JP" sz="2400" dirty="0"/>
          </a:p>
          <a:p>
            <a:r>
              <a:rPr kumimoji="1" lang="ja-JP" altLang="en-US" sz="2400" dirty="0"/>
              <a:t>（今回は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Project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　＞　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Resource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　＞　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Player</a:t>
            </a:r>
            <a:r>
              <a:rPr kumimoji="1" lang="ja-JP" altLang="en-US" sz="2400" dirty="0"/>
              <a:t>に保存）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D457DD6-0334-471F-9AFA-449A1E743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556458"/>
            <a:ext cx="6210035" cy="308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065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380</Words>
  <Application>Microsoft Office PowerPoint</Application>
  <PresentationFormat>ワイド画面</PresentationFormat>
  <Paragraphs>42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14</cp:revision>
  <dcterms:created xsi:type="dcterms:W3CDTF">2024-08-27T02:15:54Z</dcterms:created>
  <dcterms:modified xsi:type="dcterms:W3CDTF">2025-01-06T07:49:11Z</dcterms:modified>
</cp:coreProperties>
</file>