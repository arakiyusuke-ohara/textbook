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static</a:t>
            </a:r>
            <a:r>
              <a:rPr kumimoji="1" lang="ja-JP" altLang="en-US" sz="3200" b="1" u="sng" dirty="0"/>
              <a:t>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4535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前回はプレイヤーやカメラなど、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実際にゲームに登場する物体についてクラス化</a:t>
            </a:r>
            <a:r>
              <a:rPr lang="ja-JP" altLang="en-US" sz="2400" dirty="0"/>
              <a:t>しました。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ただし、ゲームを作っていると、</a:t>
            </a:r>
            <a:r>
              <a:rPr lang="ja-JP" altLang="en-US" sz="2400" b="1" dirty="0">
                <a:solidFill>
                  <a:srgbClr val="0070C0"/>
                </a:solidFill>
              </a:rPr>
              <a:t>入力システム</a:t>
            </a:r>
            <a:r>
              <a:rPr lang="ja-JP" altLang="en-US" sz="2400" dirty="0"/>
              <a:t>や、</a:t>
            </a:r>
            <a:r>
              <a:rPr lang="ja-JP" altLang="en-US" sz="2400" b="1" dirty="0">
                <a:solidFill>
                  <a:srgbClr val="0070C0"/>
                </a:solidFill>
              </a:rPr>
              <a:t>計算処理</a:t>
            </a:r>
            <a:r>
              <a:rPr lang="ja-JP" altLang="en-US" sz="2400" dirty="0"/>
              <a:t>など、</a:t>
            </a:r>
            <a:endParaRPr lang="en-US" altLang="ja-JP" sz="2400" dirty="0"/>
          </a:p>
          <a:p>
            <a:r>
              <a:rPr lang="ja-JP" altLang="en-US" sz="2400" dirty="0"/>
              <a:t>物体の無い</a:t>
            </a:r>
            <a:r>
              <a:rPr lang="ja-JP" altLang="en-US" sz="2400" b="1" dirty="0">
                <a:solidFill>
                  <a:srgbClr val="0070C0"/>
                </a:solidFill>
              </a:rPr>
              <a:t>機能的なもの</a:t>
            </a:r>
            <a:r>
              <a:rPr lang="ja-JP" altLang="en-US" sz="2400" dirty="0"/>
              <a:t>を使うことがあります。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このような</a:t>
            </a:r>
            <a:r>
              <a:rPr lang="ja-JP" altLang="en-US" sz="2400" b="1" dirty="0">
                <a:solidFill>
                  <a:srgbClr val="FF0000"/>
                </a:solidFill>
              </a:rPr>
              <a:t>機能的なものに関しては、</a:t>
            </a:r>
            <a:r>
              <a:rPr lang="en-US" altLang="ja-JP" sz="2400" b="1" dirty="0">
                <a:solidFill>
                  <a:srgbClr val="FF0000"/>
                </a:solidFill>
              </a:rPr>
              <a:t>static</a:t>
            </a:r>
            <a:r>
              <a:rPr lang="ja-JP" altLang="en-US" sz="2400" b="1" dirty="0">
                <a:solidFill>
                  <a:srgbClr val="FF0000"/>
                </a:solidFill>
              </a:rPr>
              <a:t>クラスでクラス化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今回は数学関数の集合である</a:t>
            </a:r>
            <a:r>
              <a:rPr lang="en-US" altLang="ja-JP" sz="2400" b="1" dirty="0" err="1">
                <a:solidFill>
                  <a:srgbClr val="00B050"/>
                </a:solidFill>
              </a:rPr>
              <a:t>MyMath</a:t>
            </a:r>
            <a:r>
              <a:rPr lang="ja-JP" altLang="en-US" sz="2400" dirty="0"/>
              <a:t>をクラス化します。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static</a:t>
            </a:r>
            <a:r>
              <a:rPr kumimoji="1" lang="ja-JP" altLang="en-US" sz="3200" b="1" u="sng" dirty="0"/>
              <a:t>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58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b="1" dirty="0" err="1">
                <a:solidFill>
                  <a:srgbClr val="FF0000"/>
                </a:solidFill>
              </a:rPr>
              <a:t>MyMath.h</a:t>
            </a:r>
            <a:r>
              <a:rPr lang="ja-JP" altLang="en-US" sz="2400" dirty="0"/>
              <a:t>から書いていきます。関数群を</a:t>
            </a:r>
            <a:r>
              <a:rPr lang="en-US" altLang="ja-JP" sz="2400" b="1" dirty="0">
                <a:solidFill>
                  <a:srgbClr val="0070C0"/>
                </a:solidFill>
              </a:rPr>
              <a:t>class</a:t>
            </a:r>
            <a:r>
              <a:rPr lang="ja-JP" altLang="en-US" sz="2400" dirty="0"/>
              <a:t>で囲みましょう。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F22EE6C-CAC7-4114-890C-83F3E6DAC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7258371" cy="355430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7B382A-080C-40C8-919F-691DD47B1899}"/>
              </a:ext>
            </a:extLst>
          </p:cNvPr>
          <p:cNvSpPr txBox="1"/>
          <p:nvPr/>
        </p:nvSpPr>
        <p:spPr>
          <a:xfrm>
            <a:off x="567541" y="5511799"/>
            <a:ext cx="78710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どこからでも呼ぶ場合があるので</a:t>
            </a:r>
            <a:r>
              <a:rPr lang="en-US" altLang="ja-JP" sz="2400" b="1" dirty="0">
                <a:solidFill>
                  <a:srgbClr val="0070C0"/>
                </a:solidFill>
              </a:rPr>
              <a:t>public</a:t>
            </a:r>
            <a:r>
              <a:rPr lang="ja-JP" altLang="en-US" sz="2400" dirty="0"/>
              <a:t>にしています。</a:t>
            </a:r>
            <a:endParaRPr lang="en-US" altLang="ja-JP" sz="2400" dirty="0"/>
          </a:p>
          <a:p>
            <a:r>
              <a:rPr lang="ja-JP" altLang="en-US" sz="2400" dirty="0"/>
              <a:t>そして関数の頭に</a:t>
            </a:r>
            <a:r>
              <a:rPr lang="en-US" altLang="ja-JP" sz="2400" b="1" dirty="0">
                <a:solidFill>
                  <a:srgbClr val="0070C0"/>
                </a:solidFill>
              </a:rPr>
              <a:t>static</a:t>
            </a:r>
            <a:r>
              <a:rPr lang="ja-JP" altLang="en-US" sz="2400" dirty="0"/>
              <a:t>を追記しましょう。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2746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static</a:t>
            </a:r>
            <a:r>
              <a:rPr kumimoji="1" lang="ja-JP" altLang="en-US" sz="3200" b="1" u="sng" dirty="0"/>
              <a:t>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41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MyMath.cpp</a:t>
            </a:r>
            <a:r>
              <a:rPr lang="ja-JP" altLang="en-US" sz="2400" dirty="0"/>
              <a:t>側は関数名の前にクラス名の記載が必要になります。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AC4A097-782B-4A7D-9408-AE1D2AECA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7446159" cy="394723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9ED9D0-97C9-48D1-A2AA-5C65BFB8925C}"/>
              </a:ext>
            </a:extLst>
          </p:cNvPr>
          <p:cNvSpPr/>
          <p:nvPr/>
        </p:nvSpPr>
        <p:spPr>
          <a:xfrm>
            <a:off x="2359694" y="3143250"/>
            <a:ext cx="993106" cy="444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40A3A6B-9FC7-414D-8637-41BE55C02C1E}"/>
              </a:ext>
            </a:extLst>
          </p:cNvPr>
          <p:cNvSpPr txBox="1"/>
          <p:nvPr/>
        </p:nvSpPr>
        <p:spPr>
          <a:xfrm>
            <a:off x="567541" y="5904724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全部の関数に付け加えましょう。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5722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static</a:t>
            </a:r>
            <a:r>
              <a:rPr kumimoji="1" lang="ja-JP" altLang="en-US" sz="3200" b="1" u="sng" dirty="0"/>
              <a:t>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関数を呼び出すときもクラス名が必要になります。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C01C769-A1C4-41C4-B12B-68E458632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5167251" cy="887306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E7C3963-4A60-4B97-ABCC-72ACE76FEA68}"/>
              </a:ext>
            </a:extLst>
          </p:cNvPr>
          <p:cNvSpPr/>
          <p:nvPr/>
        </p:nvSpPr>
        <p:spPr>
          <a:xfrm>
            <a:off x="628534" y="2209800"/>
            <a:ext cx="5106257" cy="495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82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156</Words>
  <Application>Microsoft Office PowerPoint</Application>
  <PresentationFormat>ワイド画面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29</cp:revision>
  <dcterms:created xsi:type="dcterms:W3CDTF">2024-08-27T02:15:54Z</dcterms:created>
  <dcterms:modified xsi:type="dcterms:W3CDTF">2025-01-06T07:57:24Z</dcterms:modified>
</cp:coreProperties>
</file>