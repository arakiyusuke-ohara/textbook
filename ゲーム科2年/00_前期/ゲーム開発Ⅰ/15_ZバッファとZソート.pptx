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7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では奥のものよりも手前のものが画面に表示されます。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1185CDB-5ECE-4787-A1BE-6A3063B7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05005" cy="44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ではこの場合どちらが手前に表示されるでしょう？</a:t>
            </a:r>
            <a:endParaRPr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FDE6E8B-BC24-4E2B-90EA-40E4172EEC57}"/>
              </a:ext>
            </a:extLst>
          </p:cNvPr>
          <p:cNvGrpSpPr/>
          <p:nvPr/>
        </p:nvGrpSpPr>
        <p:grpSpPr>
          <a:xfrm>
            <a:off x="567542" y="2683933"/>
            <a:ext cx="3293533" cy="3795721"/>
            <a:chOff x="1642533" y="2057401"/>
            <a:chExt cx="4233334" cy="5480587"/>
          </a:xfrm>
        </p:grpSpPr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4DD8A4F6-F98A-4DC6-BF88-131FDBA7E553}"/>
                </a:ext>
              </a:extLst>
            </p:cNvPr>
            <p:cNvSpPr/>
            <p:nvPr/>
          </p:nvSpPr>
          <p:spPr>
            <a:xfrm rot="12953159">
              <a:off x="2910063" y="2205465"/>
              <a:ext cx="1698272" cy="4352944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二等辺三角形 1">
              <a:extLst>
                <a:ext uri="{FF2B5EF4-FFF2-40B4-BE49-F238E27FC236}">
                  <a16:creationId xmlns:a16="http://schemas.microsoft.com/office/drawing/2014/main" id="{BA0CECB4-20BD-4739-9B93-EE9CECF9204B}"/>
                </a:ext>
              </a:extLst>
            </p:cNvPr>
            <p:cNvSpPr/>
            <p:nvPr/>
          </p:nvSpPr>
          <p:spPr>
            <a:xfrm>
              <a:off x="1642533" y="2057401"/>
              <a:ext cx="4233334" cy="3411179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820D85BE-7E73-4A1E-8118-E78150C64F03}"/>
                </a:ext>
              </a:extLst>
            </p:cNvPr>
            <p:cNvSpPr/>
            <p:nvPr/>
          </p:nvSpPr>
          <p:spPr>
            <a:xfrm rot="12953159">
              <a:off x="2240511" y="3870393"/>
              <a:ext cx="1018159" cy="3667595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134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もちろん突き刺さっているのでそのように表示されるべきですが、</a:t>
            </a:r>
            <a:endParaRPr lang="en-US" altLang="ja-JP" sz="2400" dirty="0"/>
          </a:p>
          <a:p>
            <a:r>
              <a:rPr lang="ja-JP" altLang="en-US" sz="2400" dirty="0"/>
              <a:t>この場合、</a:t>
            </a:r>
            <a:r>
              <a:rPr lang="ja-JP" altLang="en-US" sz="2400" b="1" dirty="0">
                <a:solidFill>
                  <a:srgbClr val="FF0000"/>
                </a:solidFill>
              </a:rPr>
              <a:t>後に描画されたものが手前</a:t>
            </a:r>
            <a:r>
              <a:rPr lang="ja-JP" altLang="en-US" sz="2400" dirty="0"/>
              <a:t>に表示されます。</a:t>
            </a:r>
            <a:endParaRPr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FDE6E8B-BC24-4E2B-90EA-40E4172EEC57}"/>
              </a:ext>
            </a:extLst>
          </p:cNvPr>
          <p:cNvGrpSpPr/>
          <p:nvPr/>
        </p:nvGrpSpPr>
        <p:grpSpPr>
          <a:xfrm>
            <a:off x="1032769" y="2786478"/>
            <a:ext cx="1842167" cy="3693175"/>
            <a:chOff x="2240511" y="2205465"/>
            <a:chExt cx="2367824" cy="5332523"/>
          </a:xfrm>
        </p:grpSpPr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4DD8A4F6-F98A-4DC6-BF88-131FDBA7E553}"/>
                </a:ext>
              </a:extLst>
            </p:cNvPr>
            <p:cNvSpPr/>
            <p:nvPr/>
          </p:nvSpPr>
          <p:spPr>
            <a:xfrm rot="12953159">
              <a:off x="2910063" y="2205465"/>
              <a:ext cx="1698272" cy="4352944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820D85BE-7E73-4A1E-8118-E78150C64F03}"/>
                </a:ext>
              </a:extLst>
            </p:cNvPr>
            <p:cNvSpPr/>
            <p:nvPr/>
          </p:nvSpPr>
          <p:spPr>
            <a:xfrm rot="12953159">
              <a:off x="2240511" y="3870393"/>
              <a:ext cx="1018159" cy="3667595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2844EA6D-3745-46A4-A1DB-2491F68DB66E}"/>
              </a:ext>
            </a:extLst>
          </p:cNvPr>
          <p:cNvSpPr/>
          <p:nvPr/>
        </p:nvSpPr>
        <p:spPr>
          <a:xfrm>
            <a:off x="567542" y="2683933"/>
            <a:ext cx="3293533" cy="2362499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E94784-DD70-4D44-B2D3-69B81A2304DD}"/>
              </a:ext>
            </a:extLst>
          </p:cNvPr>
          <p:cNvSpPr txBox="1"/>
          <p:nvPr/>
        </p:nvSpPr>
        <p:spPr>
          <a:xfrm>
            <a:off x="4696556" y="544067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赤い三角形を後で描画するとこんな感じ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2202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205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交わっている画像同士は後に描画したものが手前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これを対策するために、</a:t>
            </a:r>
            <a:endParaRPr lang="en-US" altLang="ja-JP" sz="2400" dirty="0"/>
          </a:p>
          <a:p>
            <a:r>
              <a:rPr lang="ja-JP" altLang="en-US" sz="2400" dirty="0"/>
              <a:t>画像単位ではなく、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ピクセル単位で手前と奥を判定する仕組み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その仕組みを</a:t>
            </a:r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ソート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1BBD004-F2E5-4460-9CF5-AFEE199BD984}"/>
              </a:ext>
            </a:extLst>
          </p:cNvPr>
          <p:cNvGrpSpPr/>
          <p:nvPr/>
        </p:nvGrpSpPr>
        <p:grpSpPr>
          <a:xfrm>
            <a:off x="567542" y="3062279"/>
            <a:ext cx="3293533" cy="3795721"/>
            <a:chOff x="1642533" y="2057401"/>
            <a:chExt cx="4233334" cy="5480587"/>
          </a:xfrm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6C7EBA58-D765-4F00-8643-133FE4E013D4}"/>
                </a:ext>
              </a:extLst>
            </p:cNvPr>
            <p:cNvSpPr/>
            <p:nvPr/>
          </p:nvSpPr>
          <p:spPr>
            <a:xfrm rot="12953159">
              <a:off x="2910063" y="2205465"/>
              <a:ext cx="1698272" cy="4352944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二等辺三角形 12">
              <a:extLst>
                <a:ext uri="{FF2B5EF4-FFF2-40B4-BE49-F238E27FC236}">
                  <a16:creationId xmlns:a16="http://schemas.microsoft.com/office/drawing/2014/main" id="{5460305D-CFC3-41D7-8929-D0603A58960E}"/>
                </a:ext>
              </a:extLst>
            </p:cNvPr>
            <p:cNvSpPr/>
            <p:nvPr/>
          </p:nvSpPr>
          <p:spPr>
            <a:xfrm>
              <a:off x="1642533" y="2057401"/>
              <a:ext cx="4233334" cy="3411179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C2592C7E-D2AA-460A-8AE3-7E9D91C665E3}"/>
                </a:ext>
              </a:extLst>
            </p:cNvPr>
            <p:cNvSpPr/>
            <p:nvPr/>
          </p:nvSpPr>
          <p:spPr>
            <a:xfrm rot="12953159">
              <a:off x="2240511" y="3870393"/>
              <a:ext cx="1018159" cy="3667595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149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724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画面のピクセルには</a:t>
            </a:r>
            <a:r>
              <a:rPr lang="en-US" altLang="ja-JP" sz="2400" dirty="0"/>
              <a:t>1</a:t>
            </a:r>
            <a:r>
              <a:rPr lang="ja-JP" altLang="en-US" sz="2400" dirty="0"/>
              <a:t>ピクセルずつ色情報があるのですが、</a:t>
            </a:r>
            <a:endParaRPr lang="en-US" altLang="ja-JP" sz="2400" dirty="0"/>
          </a:p>
          <a:p>
            <a:r>
              <a:rPr lang="en-US" altLang="ja-JP" sz="2400" dirty="0"/>
              <a:t>Z</a:t>
            </a:r>
            <a:r>
              <a:rPr lang="ja-JP" altLang="en-US" sz="2400" dirty="0"/>
              <a:t>ソートは追加で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ピクセルごとにカメラまでの距離を記録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そして</a:t>
            </a:r>
            <a:r>
              <a:rPr lang="ja-JP" altLang="en-US" sz="2400" b="1" dirty="0">
                <a:solidFill>
                  <a:srgbClr val="FF0000"/>
                </a:solidFill>
              </a:rPr>
              <a:t>カメラにより近いピクセルを描画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ja-JP" altLang="en-US" sz="2400" b="1" dirty="0">
                <a:solidFill>
                  <a:srgbClr val="FF0000"/>
                </a:solidFill>
              </a:rPr>
              <a:t>カメラまでの距離を記録する配列</a:t>
            </a:r>
            <a:r>
              <a:rPr lang="ja-JP" altLang="en-US" sz="2400" dirty="0"/>
              <a:t>を</a:t>
            </a:r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バッファ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1BBD004-F2E5-4460-9CF5-AFEE199BD984}"/>
              </a:ext>
            </a:extLst>
          </p:cNvPr>
          <p:cNvGrpSpPr/>
          <p:nvPr/>
        </p:nvGrpSpPr>
        <p:grpSpPr>
          <a:xfrm>
            <a:off x="567542" y="3062279"/>
            <a:ext cx="3293533" cy="3795721"/>
            <a:chOff x="1642533" y="2057401"/>
            <a:chExt cx="4233334" cy="5480587"/>
          </a:xfrm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6C7EBA58-D765-4F00-8643-133FE4E013D4}"/>
                </a:ext>
              </a:extLst>
            </p:cNvPr>
            <p:cNvSpPr/>
            <p:nvPr/>
          </p:nvSpPr>
          <p:spPr>
            <a:xfrm rot="12953159">
              <a:off x="2910063" y="2205465"/>
              <a:ext cx="1698272" cy="4352944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二等辺三角形 12">
              <a:extLst>
                <a:ext uri="{FF2B5EF4-FFF2-40B4-BE49-F238E27FC236}">
                  <a16:creationId xmlns:a16="http://schemas.microsoft.com/office/drawing/2014/main" id="{5460305D-CFC3-41D7-8929-D0603A58960E}"/>
                </a:ext>
              </a:extLst>
            </p:cNvPr>
            <p:cNvSpPr/>
            <p:nvPr/>
          </p:nvSpPr>
          <p:spPr>
            <a:xfrm>
              <a:off x="1642533" y="2057401"/>
              <a:ext cx="4233334" cy="3411179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C2592C7E-D2AA-460A-8AE3-7E9D91C665E3}"/>
                </a:ext>
              </a:extLst>
            </p:cNvPr>
            <p:cNvSpPr/>
            <p:nvPr/>
          </p:nvSpPr>
          <p:spPr>
            <a:xfrm rot="12953159">
              <a:off x="2240511" y="3870393"/>
              <a:ext cx="1018159" cy="3667595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89E9D0-8DB9-41D0-8D79-5FE333A59657}"/>
              </a:ext>
            </a:extLst>
          </p:cNvPr>
          <p:cNvSpPr txBox="1"/>
          <p:nvPr/>
        </p:nvSpPr>
        <p:spPr>
          <a:xfrm>
            <a:off x="4411409" y="5904381"/>
            <a:ext cx="6086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画像の</a:t>
            </a:r>
            <a:r>
              <a:rPr lang="en-US" altLang="ja-JP" sz="2400" dirty="0"/>
              <a:t>1</a:t>
            </a:r>
            <a:r>
              <a:rPr lang="ja-JP" altLang="en-US" sz="2400" dirty="0"/>
              <a:t>ドットずつに</a:t>
            </a:r>
            <a:r>
              <a:rPr lang="en-US" altLang="ja-JP" sz="2400" dirty="0"/>
              <a:t>Z</a:t>
            </a:r>
            <a:r>
              <a:rPr lang="ja-JP" altLang="en-US" sz="2400" dirty="0"/>
              <a:t>座標があるイメージ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259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496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簡単に動作を見てみます。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TestScene.cpp</a:t>
            </a:r>
            <a:r>
              <a:rPr lang="ja-JP" altLang="en-US" sz="2400" dirty="0"/>
              <a:t>で貫くように三角形を描画しています。</a:t>
            </a:r>
            <a:endParaRPr lang="en-US" altLang="ja-JP" sz="2400" dirty="0"/>
          </a:p>
          <a:p>
            <a:r>
              <a:rPr lang="ja-JP" altLang="en-US" sz="2400" dirty="0"/>
              <a:t>このまま実行してみましょう。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56C50A6-1FE1-45D3-8CE4-AA9A1C0F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09" y="2416758"/>
            <a:ext cx="3606525" cy="308378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588CE38-2287-4812-AB9F-9DAB7B90D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556459"/>
            <a:ext cx="6942391" cy="343481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45D975D-34FD-4495-A28A-146FB22C437E}"/>
              </a:ext>
            </a:extLst>
          </p:cNvPr>
          <p:cNvSpPr txBox="1"/>
          <p:nvPr/>
        </p:nvSpPr>
        <p:spPr>
          <a:xfrm>
            <a:off x="7576190" y="576043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こうなるように配置してます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31570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実行すると、後に描画した緑の三角が手前に表示されます。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EF24DB-FFA7-4801-A97E-2CB074A9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199191" cy="425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8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07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それでは</a:t>
            </a:r>
            <a:r>
              <a:rPr lang="en-US" altLang="ja-JP" sz="2400" dirty="0"/>
              <a:t>Z</a:t>
            </a:r>
            <a:r>
              <a:rPr lang="ja-JP" altLang="en-US" sz="2400" dirty="0"/>
              <a:t>ソートを使ってみましょう。</a:t>
            </a:r>
            <a:endParaRPr lang="en-US" altLang="ja-JP" sz="2400" dirty="0"/>
          </a:p>
          <a:p>
            <a:r>
              <a:rPr lang="en-US" altLang="ja-JP" sz="2400" dirty="0" err="1"/>
              <a:t>DxLib</a:t>
            </a:r>
            <a:r>
              <a:rPr lang="ja-JP" altLang="en-US" sz="2400" dirty="0"/>
              <a:t>で機能を</a:t>
            </a:r>
            <a:r>
              <a:rPr lang="en-US" altLang="ja-JP" sz="2400" dirty="0"/>
              <a:t>ON</a:t>
            </a:r>
            <a:r>
              <a:rPr lang="ja-JP" altLang="en-US" sz="2400" dirty="0"/>
              <a:t>にするだけです。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0D55995-F3D1-493D-802A-C03FA9D5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6978535" cy="34544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AC57A02-2B4B-4C46-BEF1-4141AA2D81D5}"/>
              </a:ext>
            </a:extLst>
          </p:cNvPr>
          <p:cNvSpPr/>
          <p:nvPr/>
        </p:nvSpPr>
        <p:spPr>
          <a:xfrm>
            <a:off x="2226733" y="3911600"/>
            <a:ext cx="4174067" cy="1278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507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手前にあるピクセルが手前に表示されます。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271AAA1-EDB2-408E-9EBB-93912111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87297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14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3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Z</a:t>
            </a:r>
            <a:r>
              <a:rPr lang="ja-JP" altLang="en-US" sz="3200" b="1" u="sng" dirty="0"/>
              <a:t>バッファと</a:t>
            </a:r>
            <a:r>
              <a:rPr lang="en-US" altLang="ja-JP" sz="3200" b="1" u="sng" dirty="0"/>
              <a:t>Z</a:t>
            </a:r>
            <a:r>
              <a:rPr lang="ja-JP" altLang="en-US" sz="3200" b="1" u="sng" dirty="0"/>
              <a:t>ソート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93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必須の機能に思えますが</a:t>
            </a:r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ソートは非常に重い処理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使わないときは</a:t>
            </a:r>
            <a:r>
              <a:rPr lang="en-US" altLang="ja-JP" sz="2400" b="1" dirty="0">
                <a:solidFill>
                  <a:srgbClr val="FF0000"/>
                </a:solidFill>
              </a:rPr>
              <a:t>OFF</a:t>
            </a:r>
            <a:r>
              <a:rPr lang="ja-JP" altLang="en-US" sz="2400" dirty="0"/>
              <a:t>にしましょう。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EE44E1-B739-46C7-93F2-372743893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11102" cy="318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0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338</Words>
  <Application>Microsoft Office PowerPoint</Application>
  <PresentationFormat>ワイド画面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88</cp:revision>
  <dcterms:created xsi:type="dcterms:W3CDTF">2024-08-27T02:15:54Z</dcterms:created>
  <dcterms:modified xsi:type="dcterms:W3CDTF">2025-02-07T07:38:05Z</dcterms:modified>
</cp:coreProperties>
</file>