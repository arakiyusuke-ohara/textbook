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荒木 優介" initials="荒木" lastIdx="1" clrIdx="0">
    <p:extLst>
      <p:ext uri="{19B8F6BF-5375-455C-9EA6-DF929625EA0E}">
        <p15:presenceInfo xmlns:p15="http://schemas.microsoft.com/office/powerpoint/2012/main" userId="S::yusuke.araki@mail.o-hara.ac.jp::8e6d17bf-8fa4-4ec7-9082-0d2d1afc5a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ffekseer.github.io/jp/index.htm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521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3D</a:t>
            </a:r>
            <a:r>
              <a:rPr lang="ja-JP" altLang="en-US" sz="2400" dirty="0"/>
              <a:t>のエフェクトは</a:t>
            </a:r>
            <a:r>
              <a:rPr lang="en-US" altLang="ja-JP" sz="2400" b="1" dirty="0" err="1">
                <a:solidFill>
                  <a:srgbClr val="FF0000"/>
                </a:solidFill>
              </a:rPr>
              <a:t>Effekseer</a:t>
            </a:r>
            <a:r>
              <a:rPr lang="ja-JP" altLang="en-US" sz="2400" dirty="0"/>
              <a:t>を使うときれいに実装できます。</a:t>
            </a:r>
            <a:endParaRPr lang="en-US" altLang="ja-JP" sz="2400" dirty="0"/>
          </a:p>
          <a:p>
            <a:r>
              <a:rPr lang="en-US" altLang="ja-JP" sz="2400" dirty="0" err="1"/>
              <a:t>Effekseer</a:t>
            </a:r>
            <a:r>
              <a:rPr lang="ja-JP" altLang="en-US" sz="2400" dirty="0"/>
              <a:t>はエフェクトの作成と実装をサポートするツールになります。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AA0C86D-97A9-44AC-8856-C72C1DD53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7035525" cy="397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8214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Effekseer</a:t>
            </a:r>
            <a:r>
              <a:rPr lang="ja-JP" altLang="en-US" sz="2400" dirty="0"/>
              <a:t>はフリーで使用できるツールになります。</a:t>
            </a:r>
            <a:endParaRPr lang="en-US" altLang="ja-JP" sz="2400" dirty="0"/>
          </a:p>
          <a:p>
            <a:r>
              <a:rPr lang="ja-JP" altLang="en-US" sz="2400" dirty="0"/>
              <a:t>以下のページからダウンロードできます。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Effekseer</a:t>
            </a:r>
            <a:r>
              <a:rPr lang="ja-JP" altLang="en-US" sz="2400" b="1" dirty="0">
                <a:solidFill>
                  <a:srgbClr val="FF0000"/>
                </a:solidFill>
              </a:rPr>
              <a:t>公式</a:t>
            </a:r>
            <a:r>
              <a:rPr lang="en-US" altLang="ja-JP" sz="2400" b="1" dirty="0">
                <a:solidFill>
                  <a:srgbClr val="FF0000"/>
                </a:solidFill>
              </a:rPr>
              <a:t>HP</a:t>
            </a:r>
          </a:p>
          <a:p>
            <a:r>
              <a:rPr lang="en-US" altLang="ja-JP" sz="2400" dirty="0" err="1">
                <a:hlinkClick r:id="rId2"/>
              </a:rPr>
              <a:t>Effekseer</a:t>
            </a:r>
            <a:r>
              <a:rPr lang="en-US" altLang="ja-JP" sz="2400" dirty="0">
                <a:hlinkClick r:id="rId2"/>
              </a:rPr>
              <a:t> - </a:t>
            </a:r>
            <a:r>
              <a:rPr lang="ja-JP" altLang="en-US" sz="2400" dirty="0">
                <a:hlinkClick r:id="rId2"/>
              </a:rPr>
              <a:t>エフェクト制作ツール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説明書もありますので、</a:t>
            </a:r>
            <a:endParaRPr lang="en-US" altLang="ja-JP" sz="2400" dirty="0"/>
          </a:p>
          <a:p>
            <a:r>
              <a:rPr lang="ja-JP" altLang="en-US" sz="2400" dirty="0"/>
              <a:t>使い方が分からない場合はここから探しましょう。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1822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054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Effekseer</a:t>
            </a:r>
            <a:r>
              <a:rPr lang="ja-JP" altLang="en-US" sz="2400" dirty="0"/>
              <a:t>を使って簡単なエフェクトを作ってみましょう。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Effekseer.exe</a:t>
            </a:r>
            <a:r>
              <a:rPr lang="ja-JP" altLang="en-US" sz="2400" dirty="0"/>
              <a:t>から起動できます。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7477CF4-6DEF-4685-9FB7-AFA5D74A6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886112" cy="3053741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7ACCC82D-2B8C-4CF0-ABCC-14C275A12E2E}"/>
              </a:ext>
            </a:extLst>
          </p:cNvPr>
          <p:cNvSpPr/>
          <p:nvPr/>
        </p:nvSpPr>
        <p:spPr>
          <a:xfrm rot="13767174">
            <a:off x="1752600" y="4487334"/>
            <a:ext cx="558800" cy="406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978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起動すると新規作成の状態でツールが開きます。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7910298-8E41-4945-9B0A-F872B9681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610262" cy="43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6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01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右下の</a:t>
            </a:r>
            <a:r>
              <a:rPr lang="en-US" altLang="ja-JP" sz="2400" dirty="0"/>
              <a:t>Node</a:t>
            </a:r>
            <a:r>
              <a:rPr lang="ja-JP" altLang="en-US" sz="2400" dirty="0"/>
              <a:t>を選択すると編集画面が表示されます。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2920562-6C81-4946-B06C-61F3016B2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927325" cy="4787938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388BFD41-3A78-426F-B427-6F9B09B77BA7}"/>
              </a:ext>
            </a:extLst>
          </p:cNvPr>
          <p:cNvSpPr/>
          <p:nvPr/>
        </p:nvSpPr>
        <p:spPr>
          <a:xfrm rot="13767174">
            <a:off x="3087840" y="5325534"/>
            <a:ext cx="558800" cy="406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2CDE8B4-B57B-4A20-993C-A98F00319969}"/>
              </a:ext>
            </a:extLst>
          </p:cNvPr>
          <p:cNvSpPr/>
          <p:nvPr/>
        </p:nvSpPr>
        <p:spPr>
          <a:xfrm>
            <a:off x="2446867" y="1998132"/>
            <a:ext cx="3200400" cy="2802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6BE36C-270D-4F82-9692-580A4716AE74}"/>
              </a:ext>
            </a:extLst>
          </p:cNvPr>
          <p:cNvSpPr txBox="1"/>
          <p:nvPr/>
        </p:nvSpPr>
        <p:spPr>
          <a:xfrm>
            <a:off x="5757608" y="2967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編集画面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810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編集画面を</a:t>
            </a:r>
            <a:r>
              <a:rPr lang="ja-JP" altLang="en-US" sz="2400" b="1" dirty="0">
                <a:solidFill>
                  <a:srgbClr val="FF0000"/>
                </a:solidFill>
              </a:rPr>
              <a:t>移動モード</a:t>
            </a:r>
            <a:r>
              <a:rPr lang="ja-JP" altLang="en-US" sz="2400" dirty="0"/>
              <a:t>に変えて、</a:t>
            </a:r>
            <a:r>
              <a:rPr lang="ja-JP" altLang="en-US" sz="2400" b="1" dirty="0">
                <a:solidFill>
                  <a:srgbClr val="FF0000"/>
                </a:solidFill>
              </a:rPr>
              <a:t>位置・速度・加速度</a:t>
            </a:r>
            <a:r>
              <a:rPr lang="ja-JP" altLang="en-US" sz="2400" dirty="0"/>
              <a:t>に切り替えます。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79C72AC-92BB-4A4A-BF92-63D3EDFD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14845" cy="3465406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B26A9AB3-496E-4617-A3DA-A8ED35B322F5}"/>
              </a:ext>
            </a:extLst>
          </p:cNvPr>
          <p:cNvSpPr/>
          <p:nvPr/>
        </p:nvSpPr>
        <p:spPr>
          <a:xfrm rot="13767174">
            <a:off x="2207306" y="2209802"/>
            <a:ext cx="558800" cy="406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6A522A39-DE42-47DE-A72E-80FF989CD16D}"/>
              </a:ext>
            </a:extLst>
          </p:cNvPr>
          <p:cNvSpPr/>
          <p:nvPr/>
        </p:nvSpPr>
        <p:spPr>
          <a:xfrm rot="13767174">
            <a:off x="4188505" y="3826935"/>
            <a:ext cx="558800" cy="406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66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61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速度</a:t>
            </a:r>
            <a:r>
              <a:rPr lang="ja-JP" altLang="en-US" sz="2400" dirty="0"/>
              <a:t>の</a:t>
            </a:r>
            <a:r>
              <a:rPr lang="ja-JP" altLang="en-US" sz="2400" b="1" dirty="0">
                <a:solidFill>
                  <a:srgbClr val="FF0000"/>
                </a:solidFill>
              </a:rPr>
              <a:t>振幅</a:t>
            </a:r>
            <a:r>
              <a:rPr lang="ja-JP" altLang="en-US" sz="2400" dirty="0"/>
              <a:t>に</a:t>
            </a:r>
            <a:r>
              <a:rPr lang="en-US" altLang="ja-JP" sz="2400" dirty="0"/>
              <a:t>XYZ</a:t>
            </a:r>
            <a:r>
              <a:rPr lang="ja-JP" altLang="en-US" sz="2400" dirty="0"/>
              <a:t>それぞれ「</a:t>
            </a:r>
            <a:r>
              <a:rPr lang="en-US" altLang="ja-JP" sz="2400" dirty="0"/>
              <a:t>0.1</a:t>
            </a:r>
            <a:r>
              <a:rPr lang="ja-JP" altLang="en-US" sz="2400" dirty="0"/>
              <a:t>」を設定しましょう。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662D369-C234-4132-98AB-F3D81865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095638" cy="3067473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528A82-EB41-4047-A4BB-30E203AF5A09}"/>
              </a:ext>
            </a:extLst>
          </p:cNvPr>
          <p:cNvSpPr/>
          <p:nvPr/>
        </p:nvSpPr>
        <p:spPr>
          <a:xfrm>
            <a:off x="2446867" y="3496733"/>
            <a:ext cx="5291666" cy="50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CFF1CEF-07BD-4370-ADE6-B87F1029AB67}"/>
              </a:ext>
            </a:extLst>
          </p:cNvPr>
          <p:cNvSpPr txBox="1"/>
          <p:nvPr/>
        </p:nvSpPr>
        <p:spPr>
          <a:xfrm>
            <a:off x="567542" y="5177366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中心は一定方向</a:t>
            </a:r>
            <a:r>
              <a:rPr lang="ja-JP" altLang="en-US" sz="2400" dirty="0"/>
              <a:t>に、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振幅はランダム方向</a:t>
            </a:r>
            <a:r>
              <a:rPr lang="ja-JP" altLang="en-US" sz="2400" dirty="0"/>
              <a:t>に粒の速度を設定します。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9938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6069146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ランダムな方向に粒が飛んでいくはずです。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4C1D5CD-B479-416D-9A67-ACDC531EE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730725" cy="3802387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0D7E4AC5-CF5E-48F5-90CF-B49230216094}"/>
              </a:ext>
            </a:extLst>
          </p:cNvPr>
          <p:cNvSpPr/>
          <p:nvPr/>
        </p:nvSpPr>
        <p:spPr>
          <a:xfrm rot="13767174">
            <a:off x="2816905" y="5416981"/>
            <a:ext cx="558800" cy="406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2F0AAE-1832-4634-8E8C-C285FC7EC92F}"/>
              </a:ext>
            </a:extLst>
          </p:cNvPr>
          <p:cNvSpPr txBox="1"/>
          <p:nvPr/>
        </p:nvSpPr>
        <p:spPr>
          <a:xfrm>
            <a:off x="719942" y="13688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再生ボタンから現状を確認してみましょう。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92107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68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つづいて粒を増やしましょう。</a:t>
            </a:r>
            <a:r>
              <a:rPr lang="ja-JP" altLang="en-US" sz="2400" b="1" dirty="0">
                <a:solidFill>
                  <a:srgbClr val="FF0000"/>
                </a:solidFill>
              </a:rPr>
              <a:t>共通モード</a:t>
            </a:r>
            <a:r>
              <a:rPr lang="ja-JP" altLang="en-US" sz="2400" dirty="0"/>
              <a:t>の</a:t>
            </a:r>
            <a:r>
              <a:rPr lang="ja-JP" altLang="en-US" sz="2400" b="1" dirty="0">
                <a:solidFill>
                  <a:srgbClr val="FF0000"/>
                </a:solidFill>
              </a:rPr>
              <a:t>生成数</a:t>
            </a:r>
            <a:r>
              <a:rPr lang="ja-JP" altLang="en-US" sz="2400" dirty="0"/>
              <a:t>を</a:t>
            </a:r>
            <a:r>
              <a:rPr lang="en-US" altLang="ja-JP" sz="2400" dirty="0"/>
              <a:t>20</a:t>
            </a:r>
            <a:r>
              <a:rPr lang="ja-JP" altLang="en-US" sz="2400" dirty="0"/>
              <a:t>にしてみます。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28A8C85-1547-4945-A4AD-8A3C07F15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185572" cy="4710006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1916F9FD-34C4-4AED-B657-4A7FC4E44901}"/>
              </a:ext>
            </a:extLst>
          </p:cNvPr>
          <p:cNvSpPr/>
          <p:nvPr/>
        </p:nvSpPr>
        <p:spPr>
          <a:xfrm rot="13767174">
            <a:off x="878039" y="2064181"/>
            <a:ext cx="558800" cy="406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5D339B23-71A9-489F-A417-924E2AFB4857}"/>
              </a:ext>
            </a:extLst>
          </p:cNvPr>
          <p:cNvSpPr/>
          <p:nvPr/>
        </p:nvSpPr>
        <p:spPr>
          <a:xfrm rot="13767174">
            <a:off x="2044891" y="3071714"/>
            <a:ext cx="558800" cy="406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3391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54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生存時間</a:t>
            </a:r>
            <a:r>
              <a:rPr lang="ja-JP" altLang="en-US" sz="2400" dirty="0"/>
              <a:t>を</a:t>
            </a:r>
            <a:r>
              <a:rPr lang="en-US" altLang="ja-JP" sz="2400" dirty="0"/>
              <a:t>30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FF0000"/>
                </a:solidFill>
              </a:rPr>
              <a:t>生成時間</a:t>
            </a:r>
            <a:r>
              <a:rPr lang="ja-JP" altLang="en-US" sz="2400" dirty="0"/>
              <a:t>を</a:t>
            </a:r>
            <a:r>
              <a:rPr lang="en-US" altLang="ja-JP" sz="2400" dirty="0"/>
              <a:t>0</a:t>
            </a:r>
            <a:r>
              <a:rPr lang="ja-JP" altLang="en-US" sz="2400" dirty="0"/>
              <a:t>に設定しましょう。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3C6FC1C-DA1A-43B1-9EFD-41E34EC69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995991" cy="463732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1A1EB40-2B04-4C20-8349-DADE92B71E4A}"/>
              </a:ext>
            </a:extLst>
          </p:cNvPr>
          <p:cNvSpPr/>
          <p:nvPr/>
        </p:nvSpPr>
        <p:spPr>
          <a:xfrm>
            <a:off x="508000" y="4072466"/>
            <a:ext cx="4123267" cy="50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B503FD-8697-45F9-9F16-4C06FD865A08}"/>
              </a:ext>
            </a:extLst>
          </p:cNvPr>
          <p:cNvSpPr txBox="1"/>
          <p:nvPr/>
        </p:nvSpPr>
        <p:spPr>
          <a:xfrm>
            <a:off x="4868609" y="3959629"/>
            <a:ext cx="712727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■生存時間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粒が発生してから消えるまでの時間（フレーム）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■生成時間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粒が生成される時間（フレーム）</a:t>
            </a:r>
            <a:endParaRPr lang="en-US" altLang="ja-JP" sz="2400" dirty="0"/>
          </a:p>
          <a:p>
            <a:r>
              <a:rPr lang="en-US" altLang="ja-JP" sz="2400" dirty="0"/>
              <a:t>1</a:t>
            </a:r>
            <a:r>
              <a:rPr lang="ja-JP" altLang="en-US" sz="2400" dirty="0"/>
              <a:t>だと</a:t>
            </a:r>
            <a:r>
              <a:rPr lang="en-US" altLang="ja-JP" sz="2400" dirty="0"/>
              <a:t>1</a:t>
            </a:r>
            <a:r>
              <a:rPr lang="ja-JP" altLang="en-US" sz="2400" dirty="0"/>
              <a:t>フレームに</a:t>
            </a:r>
            <a:r>
              <a:rPr lang="en-US" altLang="ja-JP" sz="2400" dirty="0"/>
              <a:t>1</a:t>
            </a:r>
            <a:r>
              <a:rPr lang="ja-JP" altLang="en-US" sz="2400" dirty="0"/>
              <a:t>粒生成される。</a:t>
            </a:r>
            <a:endParaRPr lang="en-US" altLang="ja-JP" sz="2400" dirty="0"/>
          </a:p>
          <a:p>
            <a:r>
              <a:rPr lang="en-US" altLang="ja-JP" sz="2400" dirty="0"/>
              <a:t>0</a:t>
            </a:r>
            <a:r>
              <a:rPr lang="ja-JP" altLang="en-US" sz="2400" dirty="0"/>
              <a:t>にすると生成数の数だけ一気に生成される。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50722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編集画面を</a:t>
            </a:r>
            <a:r>
              <a:rPr lang="ja-JP" altLang="en-US" sz="2400" b="1" dirty="0">
                <a:solidFill>
                  <a:srgbClr val="FF0000"/>
                </a:solidFill>
              </a:rPr>
              <a:t>拡縮</a:t>
            </a:r>
            <a:r>
              <a:rPr lang="ja-JP" altLang="en-US" sz="2400" dirty="0"/>
              <a:t>モードにして、</a:t>
            </a:r>
            <a:r>
              <a:rPr lang="ja-JP" altLang="en-US" sz="2400" b="1" dirty="0">
                <a:solidFill>
                  <a:srgbClr val="FF0000"/>
                </a:solidFill>
              </a:rPr>
              <a:t>イージング</a:t>
            </a:r>
            <a:r>
              <a:rPr lang="ja-JP" altLang="en-US" sz="2400" dirty="0"/>
              <a:t>に切り替えます。</a:t>
            </a:r>
            <a:endParaRPr lang="en-US" altLang="ja-JP" sz="2400" dirty="0"/>
          </a:p>
          <a:p>
            <a:r>
              <a:rPr lang="ja-JP" altLang="en-US" sz="2400" dirty="0"/>
              <a:t>終点の値を全て</a:t>
            </a:r>
            <a:r>
              <a:rPr lang="en-US" altLang="ja-JP" sz="2400" dirty="0"/>
              <a:t>0</a:t>
            </a:r>
            <a:r>
              <a:rPr lang="ja-JP" altLang="en-US" sz="2400" dirty="0"/>
              <a:t>にします。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072CEAC-D187-485E-87D6-4E01CD5B3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665791" cy="4178306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DB07C5A-8EDF-4517-88BB-12F5C442CA63}"/>
              </a:ext>
            </a:extLst>
          </p:cNvPr>
          <p:cNvSpPr/>
          <p:nvPr/>
        </p:nvSpPr>
        <p:spPr>
          <a:xfrm>
            <a:off x="338803" y="3327399"/>
            <a:ext cx="4123267" cy="50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890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59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最後にエフェクトの長さを</a:t>
            </a:r>
            <a:r>
              <a:rPr lang="en-US" altLang="ja-JP" sz="2400" dirty="0"/>
              <a:t>30</a:t>
            </a:r>
            <a:r>
              <a:rPr lang="ja-JP" altLang="en-US" sz="2400" dirty="0"/>
              <a:t>にします。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3DF865D-6836-4DE0-9531-1FB74A1F0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333725" cy="4636550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3EB696BA-C14D-47D4-84FE-BA3F91CCEFC8}"/>
              </a:ext>
            </a:extLst>
          </p:cNvPr>
          <p:cNvSpPr/>
          <p:nvPr/>
        </p:nvSpPr>
        <p:spPr>
          <a:xfrm rot="13767174">
            <a:off x="1613092" y="6162846"/>
            <a:ext cx="558800" cy="406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723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 err="1"/>
              <a:t>Effekseer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efkefc</a:t>
            </a:r>
            <a:r>
              <a:rPr lang="ja-JP" altLang="en-US" sz="2400" b="1" dirty="0">
                <a:solidFill>
                  <a:srgbClr val="FF0000"/>
                </a:solidFill>
              </a:rPr>
              <a:t>データ</a:t>
            </a:r>
            <a:r>
              <a:rPr lang="ja-JP" altLang="en-US" sz="2400" dirty="0"/>
              <a:t>としてファイルを保存しましょう。</a:t>
            </a:r>
            <a:endParaRPr lang="en-US" altLang="ja-JP" sz="2400" dirty="0"/>
          </a:p>
          <a:p>
            <a:r>
              <a:rPr lang="ja-JP" altLang="en-US" sz="2400" dirty="0"/>
              <a:t>このデータをゲームで読み込んで使っていきます。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34311BA-D1C4-49B6-BF25-3F9F576C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406091" cy="254574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72594DC-C423-4F24-8DD5-E9FA39467F66}"/>
              </a:ext>
            </a:extLst>
          </p:cNvPr>
          <p:cNvSpPr txBox="1"/>
          <p:nvPr/>
        </p:nvSpPr>
        <p:spPr>
          <a:xfrm>
            <a:off x="567541" y="4855634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他にもいろいろな機能がありますので試してみましょう。</a:t>
            </a:r>
            <a:endParaRPr lang="en-US" altLang="ja-JP" sz="2400" dirty="0"/>
          </a:p>
          <a:p>
            <a:r>
              <a:rPr lang="ja-JP" altLang="en-US" sz="2400" dirty="0"/>
              <a:t>ゲーム側の実装は次のスライドで。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25007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338</Words>
  <Application>Microsoft Office PowerPoint</Application>
  <PresentationFormat>ワイド画面</PresentationFormat>
  <Paragraphs>50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94</cp:revision>
  <dcterms:created xsi:type="dcterms:W3CDTF">2024-08-27T02:15:54Z</dcterms:created>
  <dcterms:modified xsi:type="dcterms:W3CDTF">2024-11-25T05:45:47Z</dcterms:modified>
</cp:coreProperties>
</file>