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カメラ操作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カメラを操作して自由に視点を変えられるようにします。</a:t>
            </a:r>
            <a:endParaRPr kumimoji="1" lang="en-US" altLang="ja-JP" sz="2400" dirty="0"/>
          </a:p>
          <a:p>
            <a:r>
              <a:rPr lang="ja-JP" altLang="en-US" sz="2400" dirty="0"/>
              <a:t>サンプルを確認してみましょう。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CED4B1F-6E5F-4F47-B501-0FEAB20CD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7177329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カメラ操作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015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カメラはプレイヤーを中心に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軸回転と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Y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軸回転して移動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lang="ja-JP" altLang="en-US" sz="2400" dirty="0"/>
              <a:t>このように、</a:t>
            </a:r>
            <a:r>
              <a:rPr lang="ja-JP" altLang="en-US" sz="2400" b="1" dirty="0">
                <a:solidFill>
                  <a:srgbClr val="FF0000"/>
                </a:solidFill>
              </a:rPr>
              <a:t>何かを中心にその周りを回転させたい場合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行列の計算</a:t>
            </a:r>
            <a:r>
              <a:rPr lang="ja-JP" altLang="en-US" sz="2400" dirty="0"/>
              <a:t>により回転後の座標を計算します。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97201B7-9F9B-44E5-B354-3C51564EB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214" y="2556458"/>
            <a:ext cx="4139322" cy="188443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B8C355E-FCDF-48DE-B89E-246D8349F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556804"/>
            <a:ext cx="2851673" cy="188443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0B130F7-01F0-4AE5-ABA0-ED0333B3B9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536" y="2556112"/>
            <a:ext cx="3833858" cy="188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06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カメラ操作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行列による座標変換は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原点を基点とする変換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lang="ja-JP" altLang="en-US" sz="2400" dirty="0"/>
              <a:t>つまり</a:t>
            </a:r>
            <a:r>
              <a:rPr lang="ja-JP" altLang="en-US" sz="2400" b="1" dirty="0">
                <a:solidFill>
                  <a:srgbClr val="FF0000"/>
                </a:solidFill>
              </a:rPr>
              <a:t>プレイヤーが原点に配置されている想定</a:t>
            </a:r>
            <a:r>
              <a:rPr lang="ja-JP" altLang="en-US" sz="2400" dirty="0"/>
              <a:t>で行列計算する必要があります。</a:t>
            </a:r>
            <a:endParaRPr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843D7640-ADF9-4F3C-B251-B22DA8E2AD9D}"/>
              </a:ext>
            </a:extLst>
          </p:cNvPr>
          <p:cNvGrpSpPr/>
          <p:nvPr/>
        </p:nvGrpSpPr>
        <p:grpSpPr>
          <a:xfrm>
            <a:off x="567542" y="2218876"/>
            <a:ext cx="2912258" cy="2623448"/>
            <a:chOff x="800100" y="2794000"/>
            <a:chExt cx="3555997" cy="3022601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0A544332-EB4C-4203-B82A-26765960BAE3}"/>
                </a:ext>
              </a:extLst>
            </p:cNvPr>
            <p:cNvCxnSpPr/>
            <p:nvPr/>
          </p:nvCxnSpPr>
          <p:spPr>
            <a:xfrm>
              <a:off x="800100" y="4305300"/>
              <a:ext cx="33655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18215BB7-656F-44DB-AA45-03902E9C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0300" y="2794000"/>
              <a:ext cx="0" cy="29591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85559F35-B16C-4887-919E-9C630BE82BEE}"/>
                </a:ext>
              </a:extLst>
            </p:cNvPr>
            <p:cNvSpPr/>
            <p:nvPr/>
          </p:nvSpPr>
          <p:spPr>
            <a:xfrm>
              <a:off x="3695700" y="5143500"/>
              <a:ext cx="660397" cy="673101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58A5354-1CB3-4EFF-AC10-C1B597DA632F}"/>
              </a:ext>
            </a:extLst>
          </p:cNvPr>
          <p:cNvGrpSpPr/>
          <p:nvPr/>
        </p:nvGrpSpPr>
        <p:grpSpPr>
          <a:xfrm>
            <a:off x="4389937" y="2218876"/>
            <a:ext cx="2756247" cy="2568333"/>
            <a:chOff x="800100" y="2794000"/>
            <a:chExt cx="3365500" cy="2959100"/>
          </a:xfrm>
        </p:grpSpPr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DE4FCDFD-6A31-49BD-A7E7-DF0A62F002E1}"/>
                </a:ext>
              </a:extLst>
            </p:cNvPr>
            <p:cNvCxnSpPr/>
            <p:nvPr/>
          </p:nvCxnSpPr>
          <p:spPr>
            <a:xfrm>
              <a:off x="800100" y="4305300"/>
              <a:ext cx="33655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13946C10-9EBD-4B74-B6EA-728FF792D3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0300" y="2794000"/>
              <a:ext cx="0" cy="29591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C481DDA5-4983-4E80-B23B-AE9A35EDD602}"/>
                </a:ext>
              </a:extLst>
            </p:cNvPr>
            <p:cNvSpPr/>
            <p:nvPr/>
          </p:nvSpPr>
          <p:spPr>
            <a:xfrm>
              <a:off x="2070101" y="3972925"/>
              <a:ext cx="660397" cy="673101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8C351D77-1AB4-409E-9EFE-4464D06480F3}"/>
              </a:ext>
            </a:extLst>
          </p:cNvPr>
          <p:cNvGrpSpPr/>
          <p:nvPr/>
        </p:nvGrpSpPr>
        <p:grpSpPr>
          <a:xfrm>
            <a:off x="7785897" y="2218876"/>
            <a:ext cx="2912258" cy="2623448"/>
            <a:chOff x="800100" y="2794000"/>
            <a:chExt cx="3555997" cy="3022601"/>
          </a:xfrm>
        </p:grpSpPr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5B4492DB-8AE0-4159-998F-88C2F88E9E9D}"/>
                </a:ext>
              </a:extLst>
            </p:cNvPr>
            <p:cNvCxnSpPr/>
            <p:nvPr/>
          </p:nvCxnSpPr>
          <p:spPr>
            <a:xfrm>
              <a:off x="800100" y="4305300"/>
              <a:ext cx="33655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1954DA86-3B71-4D03-AECA-3453F2E9EA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0300" y="2794000"/>
              <a:ext cx="0" cy="29591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C1272F83-FBD9-44A3-88F4-160A5862974A}"/>
                </a:ext>
              </a:extLst>
            </p:cNvPr>
            <p:cNvSpPr/>
            <p:nvPr/>
          </p:nvSpPr>
          <p:spPr>
            <a:xfrm>
              <a:off x="3695700" y="5143500"/>
              <a:ext cx="660397" cy="673101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F7D9110-2F68-428D-9198-317CCB5F9E5E}"/>
              </a:ext>
            </a:extLst>
          </p:cNvPr>
          <p:cNvSpPr txBox="1"/>
          <p:nvPr/>
        </p:nvSpPr>
        <p:spPr>
          <a:xfrm>
            <a:off x="352921" y="5200501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①移動しているプレイヤーを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1AD7289-BCB1-40A7-9943-015B2C382E54}"/>
              </a:ext>
            </a:extLst>
          </p:cNvPr>
          <p:cNvSpPr txBox="1"/>
          <p:nvPr/>
        </p:nvSpPr>
        <p:spPr>
          <a:xfrm>
            <a:off x="3829067" y="523691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②原点に戻してカメラの位置を計算</a:t>
            </a:r>
            <a:endParaRPr lang="en-US" altLang="ja-JP" dirty="0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C2EF6DF2-9EA5-4103-B2BB-880FEDF5463C}"/>
              </a:ext>
            </a:extLst>
          </p:cNvPr>
          <p:cNvGrpSpPr/>
          <p:nvPr/>
        </p:nvGrpSpPr>
        <p:grpSpPr>
          <a:xfrm rot="13741187">
            <a:off x="6361620" y="2483149"/>
            <a:ext cx="306566" cy="487930"/>
            <a:chOff x="8864599" y="5385167"/>
            <a:chExt cx="406396" cy="885214"/>
          </a:xfrm>
        </p:grpSpPr>
        <p:sp>
          <p:nvSpPr>
            <p:cNvPr id="33" name="二等辺三角形 32">
              <a:extLst>
                <a:ext uri="{FF2B5EF4-FFF2-40B4-BE49-F238E27FC236}">
                  <a16:creationId xmlns:a16="http://schemas.microsoft.com/office/drawing/2014/main" id="{058A71ED-2EF8-49F2-8E67-D8F2D18A2C63}"/>
                </a:ext>
              </a:extLst>
            </p:cNvPr>
            <p:cNvSpPr/>
            <p:nvPr/>
          </p:nvSpPr>
          <p:spPr>
            <a:xfrm rot="10800000">
              <a:off x="8864599" y="5385167"/>
              <a:ext cx="406395" cy="340129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四角形: 角を丸くする 33">
              <a:extLst>
                <a:ext uri="{FF2B5EF4-FFF2-40B4-BE49-F238E27FC236}">
                  <a16:creationId xmlns:a16="http://schemas.microsoft.com/office/drawing/2014/main" id="{24EE2ABD-FB58-42A0-9AB7-61A18A85A75B}"/>
                </a:ext>
              </a:extLst>
            </p:cNvPr>
            <p:cNvSpPr/>
            <p:nvPr/>
          </p:nvSpPr>
          <p:spPr>
            <a:xfrm>
              <a:off x="8864600" y="5641571"/>
              <a:ext cx="406395" cy="6288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B513DD18-5056-423F-B6F1-2EB047709B94}"/>
              </a:ext>
            </a:extLst>
          </p:cNvPr>
          <p:cNvGrpSpPr/>
          <p:nvPr/>
        </p:nvGrpSpPr>
        <p:grpSpPr>
          <a:xfrm rot="13501480">
            <a:off x="10934943" y="3635279"/>
            <a:ext cx="306566" cy="487930"/>
            <a:chOff x="8864599" y="5385167"/>
            <a:chExt cx="406396" cy="885214"/>
          </a:xfrm>
        </p:grpSpPr>
        <p:sp>
          <p:nvSpPr>
            <p:cNvPr id="37" name="二等辺三角形 36">
              <a:extLst>
                <a:ext uri="{FF2B5EF4-FFF2-40B4-BE49-F238E27FC236}">
                  <a16:creationId xmlns:a16="http://schemas.microsoft.com/office/drawing/2014/main" id="{8BB1F1B7-D1C1-4678-B5AA-7E40AB8DC21F}"/>
                </a:ext>
              </a:extLst>
            </p:cNvPr>
            <p:cNvSpPr/>
            <p:nvPr/>
          </p:nvSpPr>
          <p:spPr>
            <a:xfrm rot="10800000">
              <a:off x="8864599" y="5385167"/>
              <a:ext cx="406395" cy="340129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四角形: 角を丸くする 37">
              <a:extLst>
                <a:ext uri="{FF2B5EF4-FFF2-40B4-BE49-F238E27FC236}">
                  <a16:creationId xmlns:a16="http://schemas.microsoft.com/office/drawing/2014/main" id="{5969CFB0-19A1-4D80-929A-1EF15A47D077}"/>
                </a:ext>
              </a:extLst>
            </p:cNvPr>
            <p:cNvSpPr/>
            <p:nvPr/>
          </p:nvSpPr>
          <p:spPr>
            <a:xfrm>
              <a:off x="8864600" y="5641571"/>
              <a:ext cx="406395" cy="6288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E7DCB0E-EFC0-4C5E-8C01-C13D5537C38E}"/>
              </a:ext>
            </a:extLst>
          </p:cNvPr>
          <p:cNvSpPr txBox="1"/>
          <p:nvPr/>
        </p:nvSpPr>
        <p:spPr>
          <a:xfrm>
            <a:off x="7997711" y="5200501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③カメラごと元の位置に戻す</a:t>
            </a:r>
            <a:endParaRPr lang="en-US" altLang="ja-JP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8DFB722A-F53A-4A81-8471-A7EA846E82C1}"/>
              </a:ext>
            </a:extLst>
          </p:cNvPr>
          <p:cNvCxnSpPr/>
          <p:nvPr/>
        </p:nvCxnSpPr>
        <p:spPr>
          <a:xfrm flipH="1" flipV="1">
            <a:off x="5698471" y="3542409"/>
            <a:ext cx="906866" cy="902007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D2E9D14B-B7A7-4051-9565-5FF61B586F35}"/>
              </a:ext>
            </a:extLst>
          </p:cNvPr>
          <p:cNvCxnSpPr>
            <a:cxnSpLocks/>
          </p:cNvCxnSpPr>
          <p:nvPr/>
        </p:nvCxnSpPr>
        <p:spPr>
          <a:xfrm>
            <a:off x="9142080" y="3574018"/>
            <a:ext cx="1281699" cy="976199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4AD57FB9-3BF2-4A53-A6D5-8FBDBCF1F942}"/>
              </a:ext>
            </a:extLst>
          </p:cNvPr>
          <p:cNvCxnSpPr>
            <a:cxnSpLocks/>
          </p:cNvCxnSpPr>
          <p:nvPr/>
        </p:nvCxnSpPr>
        <p:spPr>
          <a:xfrm>
            <a:off x="9685146" y="2793811"/>
            <a:ext cx="1281699" cy="976199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237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カメラ操作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19729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手順は以下の通りになります。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１．プレイヤーの位置を原点に移動する平行移動行列を作成</a:t>
            </a:r>
            <a:endParaRPr lang="en-US" altLang="ja-JP" sz="2400" dirty="0"/>
          </a:p>
          <a:p>
            <a:r>
              <a:rPr lang="ja-JP" altLang="en-US" sz="2400" dirty="0"/>
              <a:t>２．プレイヤーから少し手前に離れるための平行移動行列を作成</a:t>
            </a:r>
            <a:endParaRPr lang="en-US" altLang="ja-JP" sz="2400" dirty="0"/>
          </a:p>
          <a:p>
            <a:r>
              <a:rPr lang="ja-JP" altLang="en-US" sz="2400" dirty="0"/>
              <a:t>３．カメラを</a:t>
            </a:r>
            <a:r>
              <a:rPr lang="en-US" altLang="ja-JP" sz="2400" dirty="0"/>
              <a:t>X</a:t>
            </a:r>
            <a:r>
              <a:rPr lang="ja-JP" altLang="en-US" sz="2400" dirty="0"/>
              <a:t>軸回転移動する行列を作成</a:t>
            </a:r>
            <a:endParaRPr lang="en-US" altLang="ja-JP" sz="2400" dirty="0"/>
          </a:p>
          <a:p>
            <a:r>
              <a:rPr lang="ja-JP" altLang="en-US" sz="2400" dirty="0"/>
              <a:t>４．カメラを</a:t>
            </a:r>
            <a:r>
              <a:rPr lang="en-US" altLang="ja-JP" sz="2400" dirty="0"/>
              <a:t>Y</a:t>
            </a:r>
            <a:r>
              <a:rPr lang="ja-JP" altLang="en-US" sz="2400" dirty="0"/>
              <a:t>軸回転移動する行列を作成</a:t>
            </a:r>
            <a:endParaRPr lang="en-US" altLang="ja-JP" sz="2400" dirty="0"/>
          </a:p>
          <a:p>
            <a:r>
              <a:rPr lang="ja-JP" altLang="en-US" sz="2400" dirty="0"/>
              <a:t>５．プレイヤーを元の位置に戻す平行移動行列を作成</a:t>
            </a:r>
            <a:endParaRPr lang="en-US" altLang="ja-JP" sz="2400" dirty="0"/>
          </a:p>
          <a:p>
            <a:r>
              <a:rPr lang="ja-JP" altLang="en-US" sz="2400" dirty="0"/>
              <a:t>６．１～５の行列を合成する（</a:t>
            </a:r>
            <a:r>
              <a:rPr lang="ja-JP" altLang="en-US" sz="2400" b="1" dirty="0">
                <a:solidFill>
                  <a:srgbClr val="FF0000"/>
                </a:solidFill>
              </a:rPr>
              <a:t>合成する順番に気をつけましょう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lang="ja-JP" altLang="en-US" sz="2400" dirty="0"/>
              <a:t>７．元の位置であるプレイヤー座標に合成した行列を掛ける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７の計算結果がカメラの座標となります。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カメラの回転値は</a:t>
            </a:r>
            <a:r>
              <a:rPr lang="en-US" altLang="ja-JP" sz="2400" b="1" dirty="0" err="1"/>
              <a:t>m_Rot</a:t>
            </a:r>
            <a:r>
              <a:rPr lang="ja-JP" altLang="en-US" sz="2400" dirty="0"/>
              <a:t>に格納されています。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カメラとプレイヤーまでの距離は</a:t>
            </a:r>
            <a:r>
              <a:rPr lang="en-US" altLang="ja-JP" sz="2400" b="1" dirty="0">
                <a:solidFill>
                  <a:srgbClr val="7030A0"/>
                </a:solidFill>
              </a:rPr>
              <a:t>PLAYER_DISTANCE</a:t>
            </a:r>
            <a:r>
              <a:rPr lang="ja-JP" altLang="en-US" sz="2400" dirty="0"/>
              <a:t>で定義されています。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22690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カメラ操作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17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Camera.cpp</a:t>
            </a:r>
            <a:r>
              <a:rPr lang="ja-JP" altLang="en-US" sz="2400" dirty="0"/>
              <a:t>の</a:t>
            </a:r>
            <a:r>
              <a:rPr lang="en-US" altLang="ja-JP" sz="2400" dirty="0"/>
              <a:t>Update</a:t>
            </a:r>
            <a:r>
              <a:rPr lang="ja-JP" altLang="en-US" sz="2400" dirty="0"/>
              <a:t>関数を完成させましょう。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B1E5847-27A5-493C-834E-6F2C6536A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5"/>
            <a:ext cx="5707344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51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288</Words>
  <Application>Microsoft Office PowerPoint</Application>
  <PresentationFormat>ワイド画面</PresentationFormat>
  <Paragraphs>30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49</cp:revision>
  <dcterms:created xsi:type="dcterms:W3CDTF">2024-08-27T02:15:54Z</dcterms:created>
  <dcterms:modified xsi:type="dcterms:W3CDTF">2024-09-30T02:53:57Z</dcterms:modified>
</cp:coreProperties>
</file>