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0" r:id="rId4"/>
    <p:sldId id="261" r:id="rId5"/>
    <p:sldId id="263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46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３</a:t>
            </a:r>
            <a:r>
              <a:rPr lang="en-US" altLang="ja-JP" sz="2400" dirty="0"/>
              <a:t>D</a:t>
            </a:r>
            <a:r>
              <a:rPr lang="ja-JP" altLang="en-US" sz="2400" dirty="0"/>
              <a:t>ゲームの空の作り方を学習します。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E60F4CD-0108-420E-B900-541195A7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88429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３</a:t>
            </a:r>
            <a:r>
              <a:rPr lang="en-US" altLang="ja-JP" sz="2400" dirty="0"/>
              <a:t>D</a:t>
            </a:r>
            <a:r>
              <a:rPr lang="ja-JP" altLang="en-US" sz="2400" dirty="0"/>
              <a:t>ゲームの空は</a:t>
            </a:r>
            <a:r>
              <a:rPr lang="ja-JP" altLang="en-US" sz="2400" b="1" dirty="0">
                <a:solidFill>
                  <a:srgbClr val="FF0000"/>
                </a:solidFill>
              </a:rPr>
              <a:t>天球（</a:t>
            </a:r>
            <a:r>
              <a:rPr lang="en-US" altLang="ja-JP" sz="2400" b="1" dirty="0">
                <a:solidFill>
                  <a:srgbClr val="FF0000"/>
                </a:solidFill>
              </a:rPr>
              <a:t>Skybox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として作ります。</a:t>
            </a:r>
            <a:endParaRPr lang="en-US" altLang="ja-JP" sz="2400" dirty="0"/>
          </a:p>
          <a:p>
            <a:r>
              <a:rPr lang="ja-JP" altLang="en-US" sz="2400" dirty="0"/>
              <a:t>大きな球の内側に空のテクスチャが貼られているイメージです。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B91D7E-317C-429F-B46F-28C27EC51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960258" cy="334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6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08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Blender</a:t>
            </a:r>
            <a:r>
              <a:rPr lang="ja-JP" altLang="en-US" sz="2400" dirty="0"/>
              <a:t>を開き、球を１つ配置しましょう。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D85C3A-3E13-46F7-8D42-2018E847C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69438" cy="443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2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7298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見た目を</a:t>
            </a:r>
            <a:r>
              <a:rPr lang="ja-JP" altLang="en-US" sz="2400" b="1" dirty="0">
                <a:solidFill>
                  <a:srgbClr val="FF0000"/>
                </a:solidFill>
              </a:rPr>
              <a:t>滑らか</a:t>
            </a:r>
            <a:r>
              <a:rPr lang="ja-JP" altLang="en-US" sz="2400" dirty="0"/>
              <a:t>にするため、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右クリック　＞　</a:t>
            </a:r>
            <a:r>
              <a:rPr lang="en-US" altLang="ja-JP" sz="2400" b="1" dirty="0">
                <a:solidFill>
                  <a:srgbClr val="FF0000"/>
                </a:solidFill>
              </a:rPr>
              <a:t>Shade Smooth</a:t>
            </a:r>
            <a:r>
              <a:rPr lang="ja-JP" altLang="en-US" sz="2400" dirty="0"/>
              <a:t>」を選択します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026D813-7747-466D-A29D-600F7462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370369" cy="40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2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791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球をある程度大きくしましょう。（今回は</a:t>
            </a:r>
            <a:r>
              <a:rPr lang="en-US" altLang="ja-JP" sz="2400" dirty="0"/>
              <a:t>50</a:t>
            </a:r>
            <a:r>
              <a:rPr lang="ja-JP" altLang="en-US" sz="2400" dirty="0"/>
              <a:t>倍くらい）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5F95B3-6A91-4824-B185-B0100B75F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9663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7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配布した空のテクスチャを球に貼りましょう。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346FB3-A321-468A-95E5-3049A3BCC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974360" cy="409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ゲームでは３</a:t>
            </a:r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ja-JP" altLang="en-US" sz="2400" b="1" dirty="0">
                <a:solidFill>
                  <a:srgbClr val="FF0000"/>
                </a:solidFill>
              </a:rPr>
              <a:t>モデルの表面のみ描画されます。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そのため内側を描画するには球の内側を表にしないといけません。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D31E1F1-969D-4A2D-97BB-AACA1C92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10" y="2427394"/>
            <a:ext cx="3369458" cy="277173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84225F-0EDE-4196-A647-9EF03E11444D}"/>
              </a:ext>
            </a:extLst>
          </p:cNvPr>
          <p:cNvSpPr txBox="1"/>
          <p:nvPr/>
        </p:nvSpPr>
        <p:spPr>
          <a:xfrm>
            <a:off x="1346676" y="196572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この面を裏に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E82C705-51D8-4499-80BB-8004FBFA0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66" y="2427394"/>
            <a:ext cx="4927801" cy="276838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3C85E5-C1CC-4772-8C06-35B057AD0C90}"/>
              </a:ext>
            </a:extLst>
          </p:cNvPr>
          <p:cNvSpPr txBox="1"/>
          <p:nvPr/>
        </p:nvSpPr>
        <p:spPr>
          <a:xfrm>
            <a:off x="5871638" y="196572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この面を表にしたい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E0C6D0C-D75C-4F47-9C54-35693C05213F}"/>
              </a:ext>
            </a:extLst>
          </p:cNvPr>
          <p:cNvSpPr txBox="1"/>
          <p:nvPr/>
        </p:nvSpPr>
        <p:spPr>
          <a:xfrm>
            <a:off x="567542" y="5480878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はデフォルトで、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裏面を描画せずに描画コストを抑えるバックカリング法</a:t>
            </a:r>
            <a:r>
              <a:rPr lang="ja-JP" altLang="en-US" sz="2400" dirty="0"/>
              <a:t>がとられてます。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11467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78983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全ての面を選択し、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Mesh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Normal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Flip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面の裏表が反転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E41553-7921-45B6-818F-2E6267197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9"/>
            <a:ext cx="4288353" cy="384454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65277C-36FB-4F07-B1C1-267D48B3B4CC}"/>
              </a:ext>
            </a:extLst>
          </p:cNvPr>
          <p:cNvSpPr txBox="1"/>
          <p:nvPr/>
        </p:nvSpPr>
        <p:spPr>
          <a:xfrm>
            <a:off x="5249608" y="5200676"/>
            <a:ext cx="50465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Blender</a:t>
            </a:r>
            <a:r>
              <a:rPr lang="ja-JP" altLang="en-US" sz="2400" b="1" dirty="0">
                <a:solidFill>
                  <a:srgbClr val="FF0000"/>
                </a:solidFill>
              </a:rPr>
              <a:t>では両面表示されるため、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違いが判りません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1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バックカリングと天球</a:t>
            </a:r>
            <a:endParaRPr kumimoji="1" lang="en-US" altLang="ja-JP" sz="3200" b="1" u="sng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7105D-DD38-43B2-BEED-518965404389}"/>
              </a:ext>
            </a:extLst>
          </p:cNvPr>
          <p:cNvSpPr txBox="1"/>
          <p:nvPr/>
        </p:nvSpPr>
        <p:spPr>
          <a:xfrm>
            <a:off x="567542" y="1216429"/>
            <a:ext cx="9669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この状態で</a:t>
            </a:r>
            <a:r>
              <a:rPr lang="en-US" altLang="ja-JP" sz="2400" dirty="0"/>
              <a:t>Export</a:t>
            </a:r>
            <a:r>
              <a:rPr lang="ja-JP" altLang="en-US" sz="2400" dirty="0"/>
              <a:t>して</a:t>
            </a:r>
            <a:r>
              <a:rPr lang="en-US" altLang="ja-JP" sz="2400" dirty="0"/>
              <a:t>X</a:t>
            </a:r>
            <a:r>
              <a:rPr lang="ja-JP" altLang="en-US" sz="2400" dirty="0"/>
              <a:t>ファイルを作りましょう。</a:t>
            </a:r>
            <a:endParaRPr lang="en-US" altLang="ja-JP" sz="2400" dirty="0"/>
          </a:p>
          <a:p>
            <a:r>
              <a:rPr lang="ja-JP" altLang="en-US" sz="2400" dirty="0"/>
              <a:t>配布プロジェクトの「</a:t>
            </a:r>
            <a:r>
              <a:rPr lang="en-US" altLang="ja-JP" sz="2400" b="1" dirty="0">
                <a:solidFill>
                  <a:srgbClr val="FF0000"/>
                </a:solidFill>
              </a:rPr>
              <a:t>Data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Skybox</a:t>
            </a:r>
            <a:r>
              <a:rPr lang="ja-JP" altLang="en-US" sz="2400" dirty="0"/>
              <a:t>」にモデルとテクスチャを</a:t>
            </a:r>
            <a:endParaRPr lang="en-US" altLang="ja-JP" sz="2400" dirty="0"/>
          </a:p>
          <a:p>
            <a:r>
              <a:rPr lang="ja-JP" altLang="en-US" sz="2400" dirty="0"/>
              <a:t>配置してゲームを実行し、確認しましょう。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48CD31-918E-489F-BC74-BCDBB4C86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394381" cy="319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1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248</Words>
  <Application>Microsoft Office PowerPoint</Application>
  <PresentationFormat>ワイド画面</PresentationFormat>
  <Paragraphs>32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115</cp:revision>
  <dcterms:created xsi:type="dcterms:W3CDTF">2024-08-27T02:15:54Z</dcterms:created>
  <dcterms:modified xsi:type="dcterms:W3CDTF">2025-05-13T08:24:50Z</dcterms:modified>
</cp:coreProperties>
</file>