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94770B45-98D8-4B86-A32E-6E2C19000D29}"/>
              </a:ext>
            </a:extLst>
          </p:cNvPr>
          <p:cNvSpPr/>
          <p:nvPr/>
        </p:nvSpPr>
        <p:spPr>
          <a:xfrm>
            <a:off x="294290" y="2133600"/>
            <a:ext cx="4529958" cy="112460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速さの単位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494633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>
                    <a:solidFill>
                      <a:schemeClr val="tx1"/>
                    </a:solidFill>
                  </a:rPr>
                  <a:t>速さの単位は、ほかの単位と比べると少し違いがあります。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dirty="0"/>
                  <a:t>身近な時速を例に挙げてみましょう。</a:t>
                </a:r>
                <a:endParaRPr lang="en-US" altLang="ja-JP" sz="2400" dirty="0"/>
              </a:p>
              <a:p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■時速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60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キロの単位表記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60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時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この表記には前回の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変換率の単位変換にも影響</a:t>
                </a:r>
                <a:r>
                  <a:rPr lang="ja-JP" altLang="en-US" sz="2400" dirty="0"/>
                  <a:t>が出ます。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494633" cy="2677656"/>
              </a:xfrm>
              <a:prstGeom prst="rect">
                <a:avLst/>
              </a:prstGeom>
              <a:blipFill>
                <a:blip r:embed="rId2"/>
                <a:stretch>
                  <a:fillRect l="-1076" t="-1822" r="-143" b="-4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速さの単位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033516" cy="25294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60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時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の「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/ </m:t>
                    </m:r>
                  </m:oMath>
                </a14:m>
                <a:r>
                  <a:rPr lang="ja-JP" altLang="en-US" sz="2400" dirty="0"/>
                  <a:t>」に注目します。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これはプログラミングと同様に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割り算</a:t>
                </a:r>
                <a:r>
                  <a:rPr lang="ja-JP" altLang="en-US" sz="2400" dirty="0"/>
                  <a:t>の意味となっています。つまり、</a:t>
                </a:r>
                <a:endParaRPr lang="en-US" altLang="ja-JP" sz="2400" dirty="0"/>
              </a:p>
              <a:p>
                <a:r>
                  <a:rPr lang="ja-JP" altLang="en-US" sz="2400" b="0" dirty="0"/>
                  <a:t>「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ja-JP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ja-JP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時間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𝑘𝑚</m:t>
                        </m:r>
                      </m:num>
                      <m:den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時間</m:t>
                        </m:r>
                      </m:den>
                    </m:f>
                  </m:oMath>
                </a14:m>
                <a:r>
                  <a:rPr lang="ja-JP" altLang="en-US" sz="2400" dirty="0"/>
                  <a:t>」</a:t>
                </a:r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とこのように分数で表現できます。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つまり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速さは分母にも単位を持った単位系</a:t>
                </a:r>
                <a:r>
                  <a:rPr lang="ja-JP" altLang="en-US" sz="2400" dirty="0"/>
                  <a:t>となります。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変換する場合は気をつけなくてはいけません。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033516" cy="2529475"/>
              </a:xfrm>
              <a:prstGeom prst="rect">
                <a:avLst/>
              </a:prstGeom>
              <a:blipFill>
                <a:blip r:embed="rId2"/>
                <a:stretch>
                  <a:fillRect l="-911" t="-1932" b="-483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8234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速さの単位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879080" cy="4054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時速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120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r>
                  <a:rPr lang="ja-JP" altLang="en-US" sz="2400" dirty="0"/>
                  <a:t>は</a:t>
                </a:r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分速何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か計算しなさい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120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𝑘𝑚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時間</m:t>
                        </m:r>
                      </m:den>
                    </m:f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2400" i="1" smtClean="0">
                            <a:latin typeface="Cambria Math" panose="02040503050406030204" pitchFamily="18" charset="0"/>
                          </a:rPr>
                          <m:t>？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 smtClean="0">
                            <a:latin typeface="Cambria Math" panose="02040503050406030204" pitchFamily="18" charset="0"/>
                          </a:rPr>
                          <m:t>分</m:t>
                        </m:r>
                      </m:den>
                    </m:f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120</m:t>
                        </m:r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𝑘𝑚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時間</m:t>
                        </m:r>
                      </m:den>
                    </m:f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時間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ja-JP" altLang="en-US" sz="2400" i="1" smtClean="0">
                            <a:latin typeface="Cambria Math" panose="02040503050406030204" pitchFamily="18" charset="0"/>
                          </a:rPr>
                          <m:t>分</m:t>
                        </m:r>
                      </m:den>
                    </m:f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1000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𝑘𝑚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120000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分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000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分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2000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分</m:t>
                    </m:r>
                  </m:oMath>
                </a14:m>
                <a:r>
                  <a:rPr lang="ja-JP" altLang="en-US" sz="2400" dirty="0"/>
                  <a:t>　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解き方は同じですが、</a:t>
                </a:r>
                <a:endParaRPr lang="en-US" altLang="ja-JP" sz="2400" dirty="0"/>
              </a:p>
              <a:p>
                <a:r>
                  <a:rPr lang="ja-JP" altLang="en-US" sz="2400" dirty="0"/>
                  <a:t>分母にも単位があるので気をつけなくてはいけません。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879080" cy="4054059"/>
              </a:xfrm>
              <a:prstGeom prst="rect">
                <a:avLst/>
              </a:prstGeom>
              <a:blipFill>
                <a:blip r:embed="rId2"/>
                <a:stretch>
                  <a:fillRect l="-1160" t="-1053" r="-232" b="-2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9754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速さの単位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3760966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次の問いに答えなさい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① </a:t>
                </a:r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時速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は分速何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か</m:t>
                    </m:r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② </a:t>
                </a:r>
                <a14:m>
                  <m:oMath xmlns:m="http://schemas.openxmlformats.org/officeDocument/2006/math"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分速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は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秒速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何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か</m:t>
                    </m:r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③ </a:t>
                </a:r>
                <a14:m>
                  <m:oMath xmlns:m="http://schemas.openxmlformats.org/officeDocument/2006/math"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分速</m:t>
                    </m:r>
                    <m:r>
                      <a:rPr lang="en-US" altLang="ja-JP" sz="2400" b="0" i="1" dirty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は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時速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何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か</m:t>
                    </m:r>
                  </m:oMath>
                </a14:m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3760966" cy="2677656"/>
              </a:xfrm>
              <a:prstGeom prst="rect">
                <a:avLst/>
              </a:prstGeom>
              <a:blipFill>
                <a:blip r:embed="rId2"/>
                <a:stretch>
                  <a:fillRect l="-2431" t="-1822" b="-4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6330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217</Words>
  <Application>Microsoft Office PowerPoint</Application>
  <PresentationFormat>ワイド画面</PresentationFormat>
  <Paragraphs>33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26</cp:revision>
  <dcterms:created xsi:type="dcterms:W3CDTF">2024-08-27T02:15:54Z</dcterms:created>
  <dcterms:modified xsi:type="dcterms:W3CDTF">2024-11-20T02:53:15Z</dcterms:modified>
</cp:coreProperties>
</file>