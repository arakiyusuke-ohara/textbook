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3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8C46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13CE706-41C5-4AA0-9E56-01B3DC0B10D5}"/>
              </a:ext>
            </a:extLst>
          </p:cNvPr>
          <p:cNvSpPr/>
          <p:nvPr/>
        </p:nvSpPr>
        <p:spPr>
          <a:xfrm>
            <a:off x="313765" y="2940424"/>
            <a:ext cx="5970494" cy="29400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位置エネルギー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5262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動いている時のエネルギーである運動エネルギーに対して、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これから動くため</a:t>
                </a:r>
                <a:r>
                  <a:rPr lang="ja-JP" altLang="en-US" sz="2400" dirty="0"/>
                  <a:t>にある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位置エネルギー</a:t>
                </a:r>
                <a:r>
                  <a:rPr lang="ja-JP" altLang="en-US" sz="2400" dirty="0"/>
                  <a:t>というものがあります。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最も身近な位置エネルギーは重力による位置エネルギーです。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■重力による位置エネルギー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𝐺𝑃𝐸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𝑚𝑔𝑦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𝐺𝑃𝐸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・・・重力による位置エネルギー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・・・重力加速度（スカラー）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・・・高さ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重かったり、位置が高いものほど位置エネルギーは大きくなります。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5262979"/>
              </a:xfrm>
              <a:prstGeom prst="rect">
                <a:avLst/>
              </a:prstGeom>
              <a:blipFill>
                <a:blip r:embed="rId2"/>
                <a:stretch>
                  <a:fillRect l="-940" t="-927" b="-1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位置エネルギー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32303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の高さから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の箱を落下させる。</a:t>
                </a:r>
                <a:endParaRPr lang="en-US" altLang="ja-JP" sz="2400" dirty="0"/>
              </a:p>
              <a:p>
                <a:r>
                  <a:rPr lang="ja-JP" altLang="en-US" sz="2400" dirty="0"/>
                  <a:t>落下開始時の箱の位置エネルギーを求めなさい。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𝐺𝑃𝐸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𝑚𝑔𝑦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𝐺𝑃𝐸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𝑘𝑔</m:t>
                        </m:r>
                      </m:e>
                    </m:d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9.8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秒</m:t>
                            </m:r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98</m:t>
                    </m:r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落下開始時</a:t>
                </a:r>
                <a:r>
                  <a:rPr lang="ja-JP" altLang="en-US" sz="2400" dirty="0"/>
                  <a:t>の位置エネルギーということを覚えておきましょう。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3230372"/>
              </a:xfrm>
              <a:prstGeom prst="rect">
                <a:avLst/>
              </a:prstGeom>
              <a:blipFill>
                <a:blip r:embed="rId2"/>
                <a:stretch>
                  <a:fillRect l="-940" t="-1512" b="-35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862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位置エネルギー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888541" cy="30704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①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の高さから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の箱を落下させる。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　 落下開始時の箱の位置エネルギーを求めなさい。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②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𝑘𝑔</m:t>
                    </m:r>
                  </m:oMath>
                </a14:m>
                <a:r>
                  <a:rPr lang="ja-JP" altLang="en-US" sz="2400" dirty="0"/>
                  <a:t>のトロッコが高さ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の下り坂を頂上から下り始めたときの、</a:t>
                </a:r>
                <a:endParaRPr lang="en-US" altLang="ja-JP" sz="2400" dirty="0"/>
              </a:p>
              <a:p>
                <a:r>
                  <a:rPr lang="ja-JP" altLang="en-US" sz="2400" dirty="0"/>
                  <a:t>　 トロッコの位置エネルギーを求めなさい。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ja-JP" altLang="en-US" sz="2400" i="1" dirty="0" smtClean="0">
                        <a:latin typeface="Cambria Math" panose="02040503050406030204" pitchFamily="18" charset="0"/>
                      </a:rPr>
                      <m:t>③</m:t>
                    </m:r>
                  </m:oMath>
                </a14:m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150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のボールが高さ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の下り坂を頂上から転がり始めたときの</a:t>
                </a:r>
                <a:endParaRPr lang="en-US" altLang="ja-JP" sz="2400" dirty="0"/>
              </a:p>
              <a:p>
                <a:r>
                  <a:rPr lang="ja-JP" altLang="en-US" sz="2400" dirty="0"/>
                  <a:t>　 ボールの位置エネルギーを求めなさい。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888541" cy="3070456"/>
              </a:xfrm>
              <a:prstGeom prst="rect">
                <a:avLst/>
              </a:prstGeom>
              <a:blipFill>
                <a:blip r:embed="rId2"/>
                <a:stretch>
                  <a:fillRect l="-555" t="-1193" b="-37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910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232</Words>
  <Application>Microsoft Office PowerPoint</Application>
  <PresentationFormat>ワイド画面</PresentationFormat>
  <Paragraphs>33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222</cp:revision>
  <dcterms:created xsi:type="dcterms:W3CDTF">2024-08-27T02:15:54Z</dcterms:created>
  <dcterms:modified xsi:type="dcterms:W3CDTF">2025-10-02T03:35:51Z</dcterms:modified>
</cp:coreProperties>
</file>