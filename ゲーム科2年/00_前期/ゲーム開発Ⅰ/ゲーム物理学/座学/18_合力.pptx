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1" r:id="rId2"/>
    <p:sldId id="262" r:id="rId3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C4646"/>
    <a:srgbClr val="AD5B5B"/>
    <a:srgbClr val="00000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45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950417-98BD-4172-A454-C76A49B977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F83E9AE-84BC-4452-8901-A17B27CC41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B320892-0B52-41F1-BED3-1F36AE1E3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2025/8/1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4114070-C582-4B06-9805-0DFEFB583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E8014BC-198B-4E5B-89B4-FDBFD423B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5560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2C298B-DDF7-4BBD-B08C-16E40ED10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284FECC-C823-4D42-8CAA-49FC9A8C5B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8B26879-4594-4C3F-BFFA-F4CB8674F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2025/8/1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5FC6BE6-BB12-4008-B4BA-62D249C49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6B8CAC6-4A91-4F74-9267-5C30714BF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2473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78AD04-3137-4B16-97B1-DC1252F67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BF8FC57-7A4A-4196-89B9-B1A6197D42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CB80319-F15F-4C62-95BA-15B326F98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2025/8/1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89F0141-2F76-4B73-AAE0-1EDFEEA42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1F3A285-8438-4738-B4CE-18FC56635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1407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39AAF0-C896-4BE5-8FCC-343208524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96C332E-2DEA-4D46-8FEF-31D60DD975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9D3FC79-3A15-47E8-8DC1-B5A928FF7F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6AC8BB6-CC26-4AE8-B477-9A4778071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2025/8/1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D813CBF-5D01-4CF4-BD63-C8FC321B2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123F9A7-54F5-421C-9A71-CC8C4BC92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2028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9A2E9A-2DDB-4057-9711-D792B04FF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2E5496D-7437-4ADF-BF05-1B99ACC091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8A11600-06C5-424A-B2EA-FFEF7E75EA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3408E51-ED83-4218-8378-F0B44E296E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D26C0C0-145F-4A52-BA72-D19A2971D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649033F-9C86-42B4-AB90-0FE47F39E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2025/8/1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73F9DE8-EAB7-4A80-BF64-725C6DF46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1D0069B-43F7-430A-8C9D-C2BA7B92E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4653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D48D3C-20F1-4E20-8FBC-734E9D946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2E416B3-4C21-4278-9B88-62D41335D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2025/8/1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EBA727E-E9E7-4EA2-B6ED-8CF036F2B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DC1C47C-5B0A-471B-BB77-77BE62B99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308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55C2DD0-D598-4A5F-B542-7C6806B2F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2025/8/1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260FD2A-DF3F-46FE-B2F8-14D9A2069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2EF1C2C-6093-4ADD-9BFE-41DB125AD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0414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35797B-0171-40BC-BCA2-0C1BA0D4C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79CB0DB-618C-450C-BE67-5FD277B25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2CC888D-BF8F-439D-9FC7-2DD4A8D750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4C2FA2E-4305-4946-8BDE-7AE113CDE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2025/8/1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BA070CF-301C-4595-8007-2A2C19DFE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3E21C8C-DA9E-4E6B-B45C-C2C4D3897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6929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0F7326-6BA4-4DC0-9519-87D04747E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A1C2397-9613-4B24-A7D0-9EEE44E01C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5462283-8239-49BE-9D96-00B24831B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F53455D-91B5-4938-AC24-CAFF77A6C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2025/8/1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7F23C7B-CEBC-48FC-81DC-98AFE68C2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7E65B5D-4A4C-4A6E-8AEB-3D88DC582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140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AE957E-488D-43B9-8182-2A1DEEF0F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E67B1EC-AFC1-41D0-BBB1-9A2E85E139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1B76048-AF91-4C32-A054-6305C2928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2025/8/1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8C66A49-F960-4196-B16B-31B98B340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D7A86F7-B140-4439-A33B-63EA8498D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5631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4FA5DEF-DC74-4F38-9DA0-1EE9752F5F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3C9EE93-ED20-4B3B-93FB-5A088C436B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370666-1A4C-42B1-8748-A0D145394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2025/8/1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26EC7E2-E7E6-45F2-BF6D-CDF318CEC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CDE4F59-4276-46E3-AE2A-D255BC7BB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2850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527E70E-5441-439A-8EA3-0826A036F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A7C9CE9-5A22-43DB-862A-3B24B2BF15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45D76C-CB70-434A-A116-22531EEB41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CC885B-4903-4D54-9A93-00025F12DED9}" type="datetimeFigureOut">
              <a:rPr kumimoji="1" lang="ja-JP" altLang="en-US" smtClean="0"/>
              <a:t>2025/8/1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505E6D4-441B-4864-8545-0FDE04F66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FFD1810-F6DD-4BB4-8465-A3A3F3BF33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1784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0054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合力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494633" cy="45243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これまで以下の力について学習してきました。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dirty="0"/>
              <a:t>・重さ</a:t>
            </a:r>
            <a:endParaRPr lang="en-US" altLang="ja-JP" sz="2400" dirty="0"/>
          </a:p>
          <a:p>
            <a:r>
              <a:rPr lang="ja-JP" altLang="en-US" sz="2400" dirty="0"/>
              <a:t>・垂直抗力</a:t>
            </a:r>
            <a:endParaRPr lang="en-US" altLang="ja-JP" sz="2400" dirty="0"/>
          </a:p>
          <a:p>
            <a:r>
              <a:rPr lang="ja-JP" altLang="en-US" sz="2400" dirty="0"/>
              <a:t>・静止摩擦力</a:t>
            </a:r>
            <a:endParaRPr lang="en-US" altLang="ja-JP" sz="2400" dirty="0"/>
          </a:p>
          <a:p>
            <a:r>
              <a:rPr lang="ja-JP" altLang="en-US" sz="2400" dirty="0"/>
              <a:t>・運動摩擦力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dirty="0"/>
              <a:t>物体が動くときに必要な力は基本的にこの４つになります。</a:t>
            </a:r>
            <a:endParaRPr lang="en-US" altLang="ja-JP" sz="2400" dirty="0"/>
          </a:p>
          <a:p>
            <a:r>
              <a:rPr lang="ja-JP" altLang="en-US" sz="2400" dirty="0"/>
              <a:t>これらをすべて合計することにより、</a:t>
            </a:r>
            <a:endParaRPr lang="en-US" altLang="ja-JP" sz="2400" dirty="0"/>
          </a:p>
          <a:p>
            <a:r>
              <a:rPr lang="ja-JP" altLang="en-US" sz="2400" dirty="0"/>
              <a:t>物体が動く力を計算することができます。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en-US" altLang="ja-JP" sz="2400" dirty="0"/>
              <a:t>※</a:t>
            </a:r>
            <a:r>
              <a:rPr lang="ja-JP" altLang="en-US" sz="2400" dirty="0"/>
              <a:t>複数の力の合計のことを</a:t>
            </a:r>
            <a:r>
              <a:rPr lang="ja-JP" altLang="en-US" sz="2400" b="1" dirty="0">
                <a:solidFill>
                  <a:srgbClr val="FF0000"/>
                </a:solidFill>
              </a:rPr>
              <a:t>合力（ごうりょく）</a:t>
            </a:r>
            <a:r>
              <a:rPr lang="ja-JP" altLang="en-US" sz="2400" dirty="0"/>
              <a:t>と言います。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16390335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0054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合力</a:t>
            </a:r>
            <a:endParaRPr kumimoji="1" lang="en-US" altLang="ja-JP" sz="3200" b="1" u="sng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8026556" cy="120032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ja-JP" altLang="en-US" sz="2400" dirty="0"/>
                  <a:t>ゲーム中の氷の床の上に</a:t>
                </a:r>
                <a:r>
                  <a:rPr lang="en-US" altLang="ja-JP" sz="2400" dirty="0"/>
                  <a:t>20kg</a:t>
                </a:r>
                <a:r>
                  <a:rPr lang="ja-JP" altLang="en-US" sz="2400" dirty="0"/>
                  <a:t>の金属の箱があり、</a:t>
                </a:r>
                <a:endParaRPr lang="en-US" altLang="ja-JP" sz="2400" dirty="0"/>
              </a:p>
              <a:p>
                <a:r>
                  <a:rPr lang="ja-JP" altLang="en-US" sz="2400" dirty="0"/>
                  <a:t>この箱にロープをつけて</a:t>
                </a:r>
                <a:r>
                  <a:rPr lang="en-US" altLang="ja-JP" sz="2400" dirty="0"/>
                  <a:t>100N</a:t>
                </a:r>
                <a:r>
                  <a:rPr lang="ja-JP" altLang="en-US" sz="2400" dirty="0"/>
                  <a:t>の力で引っ張ります。</a:t>
                </a:r>
                <a:endParaRPr lang="en-US" altLang="ja-JP" sz="2400" dirty="0"/>
              </a:p>
              <a:p>
                <a:r>
                  <a:rPr lang="ja-JP" altLang="en-US" sz="2400" dirty="0"/>
                  <a:t>ロープの角度が</a:t>
                </a:r>
                <a14:m>
                  <m:oMath xmlns:m="http://schemas.openxmlformats.org/officeDocument/2006/math"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60</m:t>
                    </m:r>
                    <m:r>
                      <a:rPr lang="en-US" altLang="ja-JP" sz="2400" i="1" dirty="0">
                        <a:latin typeface="Cambria Math" panose="02040503050406030204" pitchFamily="18" charset="0"/>
                      </a:rPr>
                      <m:t>°</m:t>
                    </m:r>
                  </m:oMath>
                </a14:m>
                <a:r>
                  <a:rPr lang="ja-JP" altLang="en-US" sz="2400" dirty="0"/>
                  <a:t>のとき、箱に働く合力を求めなさい。</a:t>
                </a:r>
                <a:endParaRPr lang="en-US" altLang="ja-JP" sz="2400" dirty="0"/>
              </a:p>
            </p:txBody>
          </p:sp>
        </mc:Choice>
        <mc:Fallback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8026556" cy="1200329"/>
              </a:xfrm>
              <a:prstGeom prst="rect">
                <a:avLst/>
              </a:prstGeom>
              <a:blipFill>
                <a:blip r:embed="rId2"/>
                <a:stretch>
                  <a:fillRect l="-1139" t="-4082" r="-228" b="-11224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160986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1626</TotalTime>
  <Words>120</Words>
  <Application>Microsoft Office PowerPoint</Application>
  <PresentationFormat>ワイド画面</PresentationFormat>
  <Paragraphs>17</Paragraphs>
  <Slides>2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</vt:i4>
      </vt:variant>
    </vt:vector>
  </HeadingPairs>
  <TitlesOfParts>
    <vt:vector size="7" baseType="lpstr">
      <vt:lpstr>游ゴシック</vt:lpstr>
      <vt:lpstr>游ゴシック Light</vt:lpstr>
      <vt:lpstr>Arial</vt:lpstr>
      <vt:lpstr>Cambria Math</vt:lpstr>
      <vt:lpstr>Office テーマ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北九州校　ゲーム</dc:creator>
  <cp:lastModifiedBy>荒木 優介</cp:lastModifiedBy>
  <cp:revision>171</cp:revision>
  <dcterms:created xsi:type="dcterms:W3CDTF">2024-08-27T02:15:54Z</dcterms:created>
  <dcterms:modified xsi:type="dcterms:W3CDTF">2025-08-01T05:44:09Z</dcterms:modified>
</cp:coreProperties>
</file>