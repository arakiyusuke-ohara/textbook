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9" r:id="rId3"/>
    <p:sldId id="258" r:id="rId4"/>
    <p:sldId id="260" r:id="rId5"/>
    <p:sldId id="261" r:id="rId6"/>
    <p:sldId id="262" r:id="rId7"/>
    <p:sldId id="263" r:id="rId8"/>
    <p:sldId id="264" r:id="rId9"/>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3" d="100"/>
          <a:sy n="113" d="100"/>
        </p:scale>
        <p:origin x="45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A950417-98BD-4172-A454-C76A49B97717}"/>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9F83E9AE-84BC-4452-8901-A17B27CC419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1B320892-0B52-41F1-BED3-1F36AE1E3B03}"/>
              </a:ext>
            </a:extLst>
          </p:cNvPr>
          <p:cNvSpPr>
            <a:spLocks noGrp="1"/>
          </p:cNvSpPr>
          <p:nvPr>
            <p:ph type="dt" sz="half" idx="10"/>
          </p:nvPr>
        </p:nvSpPr>
        <p:spPr/>
        <p:txBody>
          <a:bodyPr/>
          <a:lstStyle/>
          <a:p>
            <a:fld id="{E9CC885B-4903-4D54-9A93-00025F12DED9}" type="datetimeFigureOut">
              <a:rPr kumimoji="1" lang="ja-JP" altLang="en-US" smtClean="0"/>
              <a:t>2024/11/19</a:t>
            </a:fld>
            <a:endParaRPr kumimoji="1" lang="ja-JP" altLang="en-US"/>
          </a:p>
        </p:txBody>
      </p:sp>
      <p:sp>
        <p:nvSpPr>
          <p:cNvPr id="5" name="フッター プレースホルダー 4">
            <a:extLst>
              <a:ext uri="{FF2B5EF4-FFF2-40B4-BE49-F238E27FC236}">
                <a16:creationId xmlns:a16="http://schemas.microsoft.com/office/drawing/2014/main" id="{B4114070-C582-4B06-9805-0DFEFB583FE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E8014BC-198B-4E5B-89B4-FDBFD423BF52}"/>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7455607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42C298B-DDF7-4BBD-B08C-16E40ED109E3}"/>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284FECC-C823-4D42-8CAA-49FC9A8C5B3E}"/>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8B26879-4594-4C3F-BFFA-F4CB8674F4A9}"/>
              </a:ext>
            </a:extLst>
          </p:cNvPr>
          <p:cNvSpPr>
            <a:spLocks noGrp="1"/>
          </p:cNvSpPr>
          <p:nvPr>
            <p:ph type="dt" sz="half" idx="10"/>
          </p:nvPr>
        </p:nvSpPr>
        <p:spPr/>
        <p:txBody>
          <a:bodyPr/>
          <a:lstStyle/>
          <a:p>
            <a:fld id="{E9CC885B-4903-4D54-9A93-00025F12DED9}" type="datetimeFigureOut">
              <a:rPr kumimoji="1" lang="ja-JP" altLang="en-US" smtClean="0"/>
              <a:t>2024/11/19</a:t>
            </a:fld>
            <a:endParaRPr kumimoji="1" lang="ja-JP" altLang="en-US"/>
          </a:p>
        </p:txBody>
      </p:sp>
      <p:sp>
        <p:nvSpPr>
          <p:cNvPr id="5" name="フッター プレースホルダー 4">
            <a:extLst>
              <a:ext uri="{FF2B5EF4-FFF2-40B4-BE49-F238E27FC236}">
                <a16:creationId xmlns:a16="http://schemas.microsoft.com/office/drawing/2014/main" id="{F5FC6BE6-BB12-4008-B4BA-62D249C4990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6B8CAC6-4A91-4F74-9267-5C30714BF978}"/>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8024735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078AD04-3137-4B16-97B1-DC1252F678A1}"/>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BF8FC57-7A4A-4196-89B9-B1A6197D422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5CB80319-F15F-4C62-95BA-15B326F988A2}"/>
              </a:ext>
            </a:extLst>
          </p:cNvPr>
          <p:cNvSpPr>
            <a:spLocks noGrp="1"/>
          </p:cNvSpPr>
          <p:nvPr>
            <p:ph type="dt" sz="half" idx="10"/>
          </p:nvPr>
        </p:nvSpPr>
        <p:spPr/>
        <p:txBody>
          <a:bodyPr/>
          <a:lstStyle/>
          <a:p>
            <a:fld id="{E9CC885B-4903-4D54-9A93-00025F12DED9}" type="datetimeFigureOut">
              <a:rPr kumimoji="1" lang="ja-JP" altLang="en-US" smtClean="0"/>
              <a:t>2024/11/19</a:t>
            </a:fld>
            <a:endParaRPr kumimoji="1" lang="ja-JP" altLang="en-US"/>
          </a:p>
        </p:txBody>
      </p:sp>
      <p:sp>
        <p:nvSpPr>
          <p:cNvPr id="5" name="フッター プレースホルダー 4">
            <a:extLst>
              <a:ext uri="{FF2B5EF4-FFF2-40B4-BE49-F238E27FC236}">
                <a16:creationId xmlns:a16="http://schemas.microsoft.com/office/drawing/2014/main" id="{C89F0141-2F76-4B73-AAE0-1EDFEEA42E3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1F3A285-8438-4738-B4CE-18FC566351C3}"/>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20814076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39AAF0-C896-4BE5-8FCC-34320852482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96C332E-2DEA-4D46-8FEF-31D60DD975BC}"/>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F9D3FC79-3A15-47E8-8DC1-B5A928FF7FF2}"/>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E6AC8BB6-CC26-4AE8-B477-9A47780715C5}"/>
              </a:ext>
            </a:extLst>
          </p:cNvPr>
          <p:cNvSpPr>
            <a:spLocks noGrp="1"/>
          </p:cNvSpPr>
          <p:nvPr>
            <p:ph type="dt" sz="half" idx="10"/>
          </p:nvPr>
        </p:nvSpPr>
        <p:spPr/>
        <p:txBody>
          <a:bodyPr/>
          <a:lstStyle/>
          <a:p>
            <a:fld id="{E9CC885B-4903-4D54-9A93-00025F12DED9}" type="datetimeFigureOut">
              <a:rPr kumimoji="1" lang="ja-JP" altLang="en-US" smtClean="0"/>
              <a:t>2024/11/19</a:t>
            </a:fld>
            <a:endParaRPr kumimoji="1" lang="ja-JP" altLang="en-US"/>
          </a:p>
        </p:txBody>
      </p:sp>
      <p:sp>
        <p:nvSpPr>
          <p:cNvPr id="6" name="フッター プレースホルダー 5">
            <a:extLst>
              <a:ext uri="{FF2B5EF4-FFF2-40B4-BE49-F238E27FC236}">
                <a16:creationId xmlns:a16="http://schemas.microsoft.com/office/drawing/2014/main" id="{0D813CBF-5D01-4CF4-BD63-C8FC321B242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123F9A7-54F5-421C-9A71-CC8C4BC92376}"/>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1520282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E9A2E9A-2DDB-4057-9711-D792B04FFD0C}"/>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32E5496D-7437-4ADF-BF05-1B99ACC0910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48A11600-06C5-424A-B2EA-FFEF7E75EAA5}"/>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43408E51-ED83-4218-8378-F0B44E296EC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3D26C0C0-145F-4A52-BA72-D19A2971D5E1}"/>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F649033F-9C86-42B4-AB90-0FE47F39E39A}"/>
              </a:ext>
            </a:extLst>
          </p:cNvPr>
          <p:cNvSpPr>
            <a:spLocks noGrp="1"/>
          </p:cNvSpPr>
          <p:nvPr>
            <p:ph type="dt" sz="half" idx="10"/>
          </p:nvPr>
        </p:nvSpPr>
        <p:spPr/>
        <p:txBody>
          <a:bodyPr/>
          <a:lstStyle/>
          <a:p>
            <a:fld id="{E9CC885B-4903-4D54-9A93-00025F12DED9}" type="datetimeFigureOut">
              <a:rPr kumimoji="1" lang="ja-JP" altLang="en-US" smtClean="0"/>
              <a:t>2024/11/19</a:t>
            </a:fld>
            <a:endParaRPr kumimoji="1" lang="ja-JP" altLang="en-US"/>
          </a:p>
        </p:txBody>
      </p:sp>
      <p:sp>
        <p:nvSpPr>
          <p:cNvPr id="8" name="フッター プレースホルダー 7">
            <a:extLst>
              <a:ext uri="{FF2B5EF4-FFF2-40B4-BE49-F238E27FC236}">
                <a16:creationId xmlns:a16="http://schemas.microsoft.com/office/drawing/2014/main" id="{F73F9DE8-EAB7-4A80-BF64-725C6DF460D7}"/>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71D0069B-43F7-430A-8C9D-C2BA7B92ECD2}"/>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2546531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CD48D3C-20F1-4E20-8FBC-734E9D946A78}"/>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B2E416B3-4C21-4278-9B88-62D41335DC9D}"/>
              </a:ext>
            </a:extLst>
          </p:cNvPr>
          <p:cNvSpPr>
            <a:spLocks noGrp="1"/>
          </p:cNvSpPr>
          <p:nvPr>
            <p:ph type="dt" sz="half" idx="10"/>
          </p:nvPr>
        </p:nvSpPr>
        <p:spPr/>
        <p:txBody>
          <a:bodyPr/>
          <a:lstStyle/>
          <a:p>
            <a:fld id="{E9CC885B-4903-4D54-9A93-00025F12DED9}" type="datetimeFigureOut">
              <a:rPr kumimoji="1" lang="ja-JP" altLang="en-US" smtClean="0"/>
              <a:t>2024/11/19</a:t>
            </a:fld>
            <a:endParaRPr kumimoji="1" lang="ja-JP" altLang="en-US"/>
          </a:p>
        </p:txBody>
      </p:sp>
      <p:sp>
        <p:nvSpPr>
          <p:cNvPr id="4" name="フッター プレースホルダー 3">
            <a:extLst>
              <a:ext uri="{FF2B5EF4-FFF2-40B4-BE49-F238E27FC236}">
                <a16:creationId xmlns:a16="http://schemas.microsoft.com/office/drawing/2014/main" id="{3EBA727E-E9E7-4EA2-B6ED-8CF036F2B5DA}"/>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8DC1C47C-5B0A-471B-BB77-77BE62B99175}"/>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65308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E55C2DD0-D598-4A5F-B542-7C6806B2F749}"/>
              </a:ext>
            </a:extLst>
          </p:cNvPr>
          <p:cNvSpPr>
            <a:spLocks noGrp="1"/>
          </p:cNvSpPr>
          <p:nvPr>
            <p:ph type="dt" sz="half" idx="10"/>
          </p:nvPr>
        </p:nvSpPr>
        <p:spPr/>
        <p:txBody>
          <a:bodyPr/>
          <a:lstStyle/>
          <a:p>
            <a:fld id="{E9CC885B-4903-4D54-9A93-00025F12DED9}" type="datetimeFigureOut">
              <a:rPr kumimoji="1" lang="ja-JP" altLang="en-US" smtClean="0"/>
              <a:t>2024/11/19</a:t>
            </a:fld>
            <a:endParaRPr kumimoji="1" lang="ja-JP" altLang="en-US"/>
          </a:p>
        </p:txBody>
      </p:sp>
      <p:sp>
        <p:nvSpPr>
          <p:cNvPr id="3" name="フッター プレースホルダー 2">
            <a:extLst>
              <a:ext uri="{FF2B5EF4-FFF2-40B4-BE49-F238E27FC236}">
                <a16:creationId xmlns:a16="http://schemas.microsoft.com/office/drawing/2014/main" id="{2260FD2A-DF3F-46FE-B2F8-14D9A2069736}"/>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52EF1C2C-6093-4ADD-9BFE-41DB125AD370}"/>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24204145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A35797B-0171-40BC-BCA2-0C1BA0D4C304}"/>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79CB0DB-618C-450C-BE67-5FD277B25D6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42CC888D-BF8F-439D-9FC7-2DD4A8D750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A4C2FA2E-4305-4946-8BDE-7AE113CDE687}"/>
              </a:ext>
            </a:extLst>
          </p:cNvPr>
          <p:cNvSpPr>
            <a:spLocks noGrp="1"/>
          </p:cNvSpPr>
          <p:nvPr>
            <p:ph type="dt" sz="half" idx="10"/>
          </p:nvPr>
        </p:nvSpPr>
        <p:spPr/>
        <p:txBody>
          <a:bodyPr/>
          <a:lstStyle/>
          <a:p>
            <a:fld id="{E9CC885B-4903-4D54-9A93-00025F12DED9}" type="datetimeFigureOut">
              <a:rPr kumimoji="1" lang="ja-JP" altLang="en-US" smtClean="0"/>
              <a:t>2024/11/19</a:t>
            </a:fld>
            <a:endParaRPr kumimoji="1" lang="ja-JP" altLang="en-US"/>
          </a:p>
        </p:txBody>
      </p:sp>
      <p:sp>
        <p:nvSpPr>
          <p:cNvPr id="6" name="フッター プレースホルダー 5">
            <a:extLst>
              <a:ext uri="{FF2B5EF4-FFF2-40B4-BE49-F238E27FC236}">
                <a16:creationId xmlns:a16="http://schemas.microsoft.com/office/drawing/2014/main" id="{BBA070CF-301C-4595-8007-2A2C19DFE06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E3E21C8C-DA9E-4E6B-B45C-C2C4D38971B1}"/>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0669295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00F7326-6BA4-4DC0-9519-87D04747ED89}"/>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3A1C2397-9613-4B24-A7D0-9EEE44E01C8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05462283-8239-49BE-9D96-00B24831B7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0F53455D-91B5-4938-AC24-CAFF77A6CD44}"/>
              </a:ext>
            </a:extLst>
          </p:cNvPr>
          <p:cNvSpPr>
            <a:spLocks noGrp="1"/>
          </p:cNvSpPr>
          <p:nvPr>
            <p:ph type="dt" sz="half" idx="10"/>
          </p:nvPr>
        </p:nvSpPr>
        <p:spPr/>
        <p:txBody>
          <a:bodyPr/>
          <a:lstStyle/>
          <a:p>
            <a:fld id="{E9CC885B-4903-4D54-9A93-00025F12DED9}" type="datetimeFigureOut">
              <a:rPr kumimoji="1" lang="ja-JP" altLang="en-US" smtClean="0"/>
              <a:t>2024/11/19</a:t>
            </a:fld>
            <a:endParaRPr kumimoji="1" lang="ja-JP" altLang="en-US"/>
          </a:p>
        </p:txBody>
      </p:sp>
      <p:sp>
        <p:nvSpPr>
          <p:cNvPr id="6" name="フッター プレースホルダー 5">
            <a:extLst>
              <a:ext uri="{FF2B5EF4-FFF2-40B4-BE49-F238E27FC236}">
                <a16:creationId xmlns:a16="http://schemas.microsoft.com/office/drawing/2014/main" id="{A7F23C7B-CEBC-48FC-81DC-98AFE68C2DE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7E65B5D-4A4C-4A6E-8AEB-3D88DC582730}"/>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151402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2AE957E-488D-43B9-8182-2A1DEEF0F7DD}"/>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0E67B1EC-AFC1-41D0-BBB1-9A2E85E1399D}"/>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1B76048-AF91-4C32-A054-6305C2928E9F}"/>
              </a:ext>
            </a:extLst>
          </p:cNvPr>
          <p:cNvSpPr>
            <a:spLocks noGrp="1"/>
          </p:cNvSpPr>
          <p:nvPr>
            <p:ph type="dt" sz="half" idx="10"/>
          </p:nvPr>
        </p:nvSpPr>
        <p:spPr/>
        <p:txBody>
          <a:bodyPr/>
          <a:lstStyle/>
          <a:p>
            <a:fld id="{E9CC885B-4903-4D54-9A93-00025F12DED9}" type="datetimeFigureOut">
              <a:rPr kumimoji="1" lang="ja-JP" altLang="en-US" smtClean="0"/>
              <a:t>2024/11/19</a:t>
            </a:fld>
            <a:endParaRPr kumimoji="1" lang="ja-JP" altLang="en-US"/>
          </a:p>
        </p:txBody>
      </p:sp>
      <p:sp>
        <p:nvSpPr>
          <p:cNvPr id="5" name="フッター プレースホルダー 4">
            <a:extLst>
              <a:ext uri="{FF2B5EF4-FFF2-40B4-BE49-F238E27FC236}">
                <a16:creationId xmlns:a16="http://schemas.microsoft.com/office/drawing/2014/main" id="{98C66A49-F960-4196-B16B-31B98B34013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D7A86F7-B140-4439-A33B-63EA8498DCAB}"/>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4856319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B4FA5DEF-DC74-4F38-9DA0-1EE9752F5F36}"/>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23C9EE93-ED20-4B3B-93FB-5A088C436B26}"/>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8370666-1A4C-42B1-8748-A0D1453943A4}"/>
              </a:ext>
            </a:extLst>
          </p:cNvPr>
          <p:cNvSpPr>
            <a:spLocks noGrp="1"/>
          </p:cNvSpPr>
          <p:nvPr>
            <p:ph type="dt" sz="half" idx="10"/>
          </p:nvPr>
        </p:nvSpPr>
        <p:spPr/>
        <p:txBody>
          <a:bodyPr/>
          <a:lstStyle/>
          <a:p>
            <a:fld id="{E9CC885B-4903-4D54-9A93-00025F12DED9}" type="datetimeFigureOut">
              <a:rPr kumimoji="1" lang="ja-JP" altLang="en-US" smtClean="0"/>
              <a:t>2024/11/19</a:t>
            </a:fld>
            <a:endParaRPr kumimoji="1" lang="ja-JP" altLang="en-US"/>
          </a:p>
        </p:txBody>
      </p:sp>
      <p:sp>
        <p:nvSpPr>
          <p:cNvPr id="5" name="フッター プレースホルダー 4">
            <a:extLst>
              <a:ext uri="{FF2B5EF4-FFF2-40B4-BE49-F238E27FC236}">
                <a16:creationId xmlns:a16="http://schemas.microsoft.com/office/drawing/2014/main" id="{E26EC7E2-E7E6-45F2-BF6D-CDF318CECC0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CDE4F59-4276-46E3-AE2A-D255BC7BB35C}"/>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6428509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F527E70E-5441-439A-8EA3-0826A036FC7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A7C9CE9-5A22-43DB-862A-3B24B2BF15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845D76C-CB70-434A-A116-22531EEB41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CC885B-4903-4D54-9A93-00025F12DED9}" type="datetimeFigureOut">
              <a:rPr kumimoji="1" lang="ja-JP" altLang="en-US" smtClean="0"/>
              <a:t>2024/11/19</a:t>
            </a:fld>
            <a:endParaRPr kumimoji="1" lang="ja-JP" altLang="en-US"/>
          </a:p>
        </p:txBody>
      </p:sp>
      <p:sp>
        <p:nvSpPr>
          <p:cNvPr id="5" name="フッター プレースホルダー 4">
            <a:extLst>
              <a:ext uri="{FF2B5EF4-FFF2-40B4-BE49-F238E27FC236}">
                <a16:creationId xmlns:a16="http://schemas.microsoft.com/office/drawing/2014/main" id="{2505E6D4-441B-4864-8545-0FDE04F664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8FFD1810-F6DD-4BB4-8465-A3A3F3BF33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6517845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四角形: 角を丸くする 1">
            <a:extLst>
              <a:ext uri="{FF2B5EF4-FFF2-40B4-BE49-F238E27FC236}">
                <a16:creationId xmlns:a16="http://schemas.microsoft.com/office/drawing/2014/main" id="{D81B7A8A-BFDF-4095-91F1-BFD3DD88BBCB}"/>
              </a:ext>
            </a:extLst>
          </p:cNvPr>
          <p:cNvSpPr/>
          <p:nvPr/>
        </p:nvSpPr>
        <p:spPr>
          <a:xfrm>
            <a:off x="203201" y="2201333"/>
            <a:ext cx="8280400" cy="2438400"/>
          </a:xfrm>
          <a:prstGeom prst="round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646878" cy="584775"/>
          </a:xfrm>
          <a:prstGeom prst="rect">
            <a:avLst/>
          </a:prstGeom>
          <a:noFill/>
        </p:spPr>
        <p:txBody>
          <a:bodyPr wrap="none" rtlCol="0">
            <a:spAutoFit/>
          </a:bodyPr>
          <a:lstStyle/>
          <a:p>
            <a:r>
              <a:rPr kumimoji="1" lang="ja-JP" altLang="en-US" sz="3200" b="1" u="sng" dirty="0"/>
              <a:t>行列の掛け算</a:t>
            </a:r>
            <a:endParaRPr kumimoji="1" lang="en-US" altLang="ja-JP" sz="3200" b="1" u="sng" dirty="0"/>
          </a:p>
        </p:txBody>
      </p:sp>
      <mc:AlternateContent xmlns:mc="http://schemas.openxmlformats.org/markup-compatibility/2006">
        <mc:Choice xmlns:a14="http://schemas.microsoft.com/office/drawing/2010/main" Requires="a14">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6344237" cy="4081695"/>
              </a:xfrm>
              <a:prstGeom prst="rect">
                <a:avLst/>
              </a:prstGeom>
              <a:noFill/>
            </p:spPr>
            <p:txBody>
              <a:bodyPr wrap="none" rtlCol="0">
                <a:spAutoFit/>
              </a:bodyPr>
              <a:lstStyle/>
              <a:p>
                <a:r>
                  <a:rPr lang="ja-JP" altLang="en-US" sz="2400" b="1" dirty="0">
                    <a:solidFill>
                      <a:srgbClr val="FF0000"/>
                    </a:solidFill>
                  </a:rPr>
                  <a:t>行列同士の掛け算</a:t>
                </a:r>
                <a:r>
                  <a:rPr lang="ja-JP" altLang="en-US" sz="2400" dirty="0"/>
                  <a:t>を学習します。</a:t>
                </a:r>
                <a:endParaRPr lang="en-US" altLang="ja-JP" sz="2400" dirty="0"/>
              </a:p>
              <a:p>
                <a:r>
                  <a:rPr lang="ja-JP" altLang="en-US" sz="2400" dirty="0"/>
                  <a:t>まずは計算方法から練習しましょう。</a:t>
                </a:r>
                <a:endParaRPr lang="en-US" altLang="ja-JP" sz="2400" dirty="0"/>
              </a:p>
              <a:p>
                <a:endParaRPr lang="en-US" altLang="ja-JP" sz="2400" dirty="0"/>
              </a:p>
              <a:p>
                <a:r>
                  <a:rPr lang="ja-JP" altLang="en-US" sz="2400" b="1" dirty="0">
                    <a:solidFill>
                      <a:srgbClr val="FF0000"/>
                    </a:solidFill>
                  </a:rPr>
                  <a:t>■２</a:t>
                </a:r>
                <a:r>
                  <a:rPr lang="en-US" altLang="ja-JP" sz="2400" b="1" dirty="0">
                    <a:solidFill>
                      <a:srgbClr val="FF0000"/>
                    </a:solidFill>
                  </a:rPr>
                  <a:t>×</a:t>
                </a:r>
                <a:r>
                  <a:rPr lang="ja-JP" altLang="en-US" sz="2400" b="1" dirty="0">
                    <a:solidFill>
                      <a:srgbClr val="FF0000"/>
                    </a:solidFill>
                  </a:rPr>
                  <a:t>２同士の行列の掛け算</a:t>
                </a:r>
                <a:endParaRPr lang="en-US" altLang="ja-JP" sz="2400" b="1" dirty="0">
                  <a:solidFill>
                    <a:srgbClr val="FF0000"/>
                  </a:solidFill>
                </a:endParaRPr>
              </a:p>
              <a:p>
                <a14:m>
                  <m:oMath xmlns:m="http://schemas.openxmlformats.org/officeDocument/2006/math">
                    <m:r>
                      <a:rPr lang="en-US" altLang="ja-JP" sz="2400" b="0" i="1" smtClean="0">
                        <a:latin typeface="Cambria Math" panose="02040503050406030204" pitchFamily="18" charset="0"/>
                      </a:rPr>
                      <m:t>𝐴</m:t>
                    </m:r>
                    <m:r>
                      <a:rPr lang="en-US" altLang="ja-JP" sz="2400" b="0" i="1" smtClean="0">
                        <a:latin typeface="Cambria Math" panose="02040503050406030204" pitchFamily="18" charset="0"/>
                      </a:rPr>
                      <m:t>=</m:t>
                    </m:r>
                    <m:d>
                      <m:dPr>
                        <m:begChr m:val="["/>
                        <m:endChr m:val="]"/>
                        <m:ctrlPr>
                          <a:rPr lang="en-US" altLang="ja-JP" sz="2400" i="1" smtClean="0">
                            <a:latin typeface="Cambria Math" panose="02040503050406030204" pitchFamily="18" charset="0"/>
                          </a:rPr>
                        </m:ctrlPr>
                      </m:dPr>
                      <m:e>
                        <m:m>
                          <m:mPr>
                            <m:mcs>
                              <m:mc>
                                <m:mcPr>
                                  <m:count m:val="2"/>
                                  <m:mcJc m:val="center"/>
                                </m:mcPr>
                              </m:mc>
                            </m:mcs>
                            <m:ctrlPr>
                              <a:rPr lang="en-US" altLang="ja-JP" sz="2400" i="1" smtClean="0">
                                <a:latin typeface="Cambria Math" panose="02040503050406030204" pitchFamily="18" charset="0"/>
                              </a:rPr>
                            </m:ctrlPr>
                          </m:mPr>
                          <m:mr>
                            <m:e>
                              <m:sSub>
                                <m:sSubPr>
                                  <m:ctrlPr>
                                    <a:rPr lang="en-US" altLang="ja-JP" sz="2400" i="1" smtClean="0">
                                      <a:latin typeface="Cambria Math" panose="02040503050406030204" pitchFamily="18" charset="0"/>
                                    </a:rPr>
                                  </m:ctrlPr>
                                </m:sSubPr>
                                <m:e>
                                  <m:r>
                                    <a:rPr lang="en-US" altLang="ja-JP" sz="2400" b="0" i="1" smtClean="0">
                                      <a:latin typeface="Cambria Math" panose="02040503050406030204" pitchFamily="18" charset="0"/>
                                    </a:rPr>
                                    <m:t>𝑎</m:t>
                                  </m:r>
                                </m:e>
                                <m:sub>
                                  <m:r>
                                    <m:rPr>
                                      <m:brk m:alnAt="7"/>
                                    </m:rPr>
                                    <a:rPr lang="en-US" altLang="ja-JP" sz="2400" b="0" i="1" smtClean="0">
                                      <a:latin typeface="Cambria Math" panose="02040503050406030204" pitchFamily="18" charset="0"/>
                                    </a:rPr>
                                    <m:t>00</m:t>
                                  </m:r>
                                </m:sub>
                              </m:sSub>
                            </m:e>
                            <m:e>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𝑎</m:t>
                                  </m:r>
                                </m:e>
                                <m:sub>
                                  <m:r>
                                    <m:rPr>
                                      <m:brk m:alnAt="7"/>
                                    </m:rPr>
                                    <a:rPr lang="en-US" altLang="ja-JP" sz="2400" i="1">
                                      <a:latin typeface="Cambria Math" panose="02040503050406030204" pitchFamily="18" charset="0"/>
                                    </a:rPr>
                                    <m:t>0</m:t>
                                  </m:r>
                                  <m:r>
                                    <a:rPr lang="en-US" altLang="ja-JP" sz="2400" b="0" i="1" smtClean="0">
                                      <a:latin typeface="Cambria Math" panose="02040503050406030204" pitchFamily="18" charset="0"/>
                                    </a:rPr>
                                    <m:t>1</m:t>
                                  </m:r>
                                </m:sub>
                              </m:sSub>
                            </m:e>
                          </m:mr>
                          <m:mr>
                            <m:e>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𝑎</m:t>
                                  </m:r>
                                </m:e>
                                <m:sub>
                                  <m:r>
                                    <a:rPr lang="en-US" altLang="ja-JP" sz="2400" b="0" i="1" smtClean="0">
                                      <a:latin typeface="Cambria Math" panose="02040503050406030204" pitchFamily="18" charset="0"/>
                                    </a:rPr>
                                    <m:t>10</m:t>
                                  </m:r>
                                </m:sub>
                              </m:sSub>
                            </m:e>
                            <m:e>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𝑎</m:t>
                                  </m:r>
                                </m:e>
                                <m:sub>
                                  <m:r>
                                    <a:rPr lang="en-US" altLang="ja-JP" sz="2400" b="0" i="1" smtClean="0">
                                      <a:latin typeface="Cambria Math" panose="02040503050406030204" pitchFamily="18" charset="0"/>
                                    </a:rPr>
                                    <m:t>11</m:t>
                                  </m:r>
                                </m:sub>
                              </m:sSub>
                            </m:e>
                          </m:mr>
                        </m:m>
                      </m:e>
                    </m:d>
                    <m:r>
                      <a:rPr lang="en-US" altLang="ja-JP" sz="2400" b="0" i="1" smtClean="0">
                        <a:latin typeface="Cambria Math" panose="02040503050406030204" pitchFamily="18" charset="0"/>
                      </a:rPr>
                      <m:t>,  </m:t>
                    </m:r>
                    <m:r>
                      <a:rPr lang="en-US" altLang="ja-JP" sz="2400" b="0" i="1" smtClean="0">
                        <a:latin typeface="Cambria Math" panose="02040503050406030204" pitchFamily="18" charset="0"/>
                      </a:rPr>
                      <m:t>𝐵</m:t>
                    </m:r>
                    <m:r>
                      <a:rPr lang="en-US" altLang="ja-JP" sz="2400" i="1">
                        <a:latin typeface="Cambria Math" panose="02040503050406030204" pitchFamily="18" charset="0"/>
                      </a:rPr>
                      <m:t>=</m:t>
                    </m:r>
                    <m:d>
                      <m:dPr>
                        <m:begChr m:val="["/>
                        <m:endChr m:val="]"/>
                        <m:ctrlPr>
                          <a:rPr lang="en-US" altLang="ja-JP" sz="2400" i="1">
                            <a:latin typeface="Cambria Math" panose="02040503050406030204" pitchFamily="18" charset="0"/>
                          </a:rPr>
                        </m:ctrlPr>
                      </m:dPr>
                      <m:e>
                        <m:m>
                          <m:mPr>
                            <m:mcs>
                              <m:mc>
                                <m:mcPr>
                                  <m:count m:val="2"/>
                                  <m:mcJc m:val="center"/>
                                </m:mcPr>
                              </m:mc>
                            </m:mcs>
                            <m:ctrlPr>
                              <a:rPr lang="en-US" altLang="ja-JP" sz="2400" i="1">
                                <a:latin typeface="Cambria Math" panose="02040503050406030204" pitchFamily="18" charset="0"/>
                              </a:rPr>
                            </m:ctrlPr>
                          </m:mPr>
                          <m:mr>
                            <m:e>
                              <m:sSub>
                                <m:sSubPr>
                                  <m:ctrlPr>
                                    <a:rPr lang="en-US" altLang="ja-JP" sz="2400" i="1">
                                      <a:latin typeface="Cambria Math" panose="02040503050406030204" pitchFamily="18" charset="0"/>
                                    </a:rPr>
                                  </m:ctrlPr>
                                </m:sSubPr>
                                <m:e>
                                  <m:r>
                                    <a:rPr lang="en-US" altLang="ja-JP" sz="2400" b="0" i="1" smtClean="0">
                                      <a:latin typeface="Cambria Math" panose="02040503050406030204" pitchFamily="18" charset="0"/>
                                    </a:rPr>
                                    <m:t>𝑏</m:t>
                                  </m:r>
                                </m:e>
                                <m:sub>
                                  <m:r>
                                    <m:rPr>
                                      <m:brk m:alnAt="7"/>
                                    </m:rPr>
                                    <a:rPr lang="en-US" altLang="ja-JP" sz="2400" i="1">
                                      <a:latin typeface="Cambria Math" panose="02040503050406030204" pitchFamily="18" charset="0"/>
                                    </a:rPr>
                                    <m:t>0</m:t>
                                  </m:r>
                                  <m:r>
                                    <a:rPr lang="en-US" altLang="ja-JP" sz="2400" i="1">
                                      <a:latin typeface="Cambria Math" panose="02040503050406030204" pitchFamily="18" charset="0"/>
                                    </a:rPr>
                                    <m:t>0</m:t>
                                  </m:r>
                                </m:sub>
                              </m:sSub>
                            </m:e>
                            <m:e>
                              <m:sSub>
                                <m:sSubPr>
                                  <m:ctrlPr>
                                    <a:rPr lang="en-US" altLang="ja-JP" sz="2400" i="1">
                                      <a:latin typeface="Cambria Math" panose="02040503050406030204" pitchFamily="18" charset="0"/>
                                    </a:rPr>
                                  </m:ctrlPr>
                                </m:sSubPr>
                                <m:e>
                                  <m:r>
                                    <a:rPr lang="en-US" altLang="ja-JP" sz="2400" b="0" i="1" smtClean="0">
                                      <a:latin typeface="Cambria Math" panose="02040503050406030204" pitchFamily="18" charset="0"/>
                                    </a:rPr>
                                    <m:t>𝑏</m:t>
                                  </m:r>
                                </m:e>
                                <m:sub>
                                  <m:r>
                                    <m:rPr>
                                      <m:brk m:alnAt="7"/>
                                    </m:rPr>
                                    <a:rPr lang="en-US" altLang="ja-JP" sz="2400" i="1">
                                      <a:latin typeface="Cambria Math" panose="02040503050406030204" pitchFamily="18" charset="0"/>
                                    </a:rPr>
                                    <m:t>0</m:t>
                                  </m:r>
                                  <m:r>
                                    <a:rPr lang="en-US" altLang="ja-JP" sz="2400" i="1">
                                      <a:latin typeface="Cambria Math" panose="02040503050406030204" pitchFamily="18" charset="0"/>
                                    </a:rPr>
                                    <m:t>1</m:t>
                                  </m:r>
                                </m:sub>
                              </m:sSub>
                            </m:e>
                          </m:mr>
                          <m:mr>
                            <m:e>
                              <m:sSub>
                                <m:sSubPr>
                                  <m:ctrlPr>
                                    <a:rPr lang="en-US" altLang="ja-JP" sz="2400" i="1">
                                      <a:latin typeface="Cambria Math" panose="02040503050406030204" pitchFamily="18" charset="0"/>
                                    </a:rPr>
                                  </m:ctrlPr>
                                </m:sSubPr>
                                <m:e>
                                  <m:r>
                                    <a:rPr lang="en-US" altLang="ja-JP" sz="2400" b="0" i="1" smtClean="0">
                                      <a:latin typeface="Cambria Math" panose="02040503050406030204" pitchFamily="18" charset="0"/>
                                    </a:rPr>
                                    <m:t>𝑏</m:t>
                                  </m:r>
                                </m:e>
                                <m:sub>
                                  <m:r>
                                    <a:rPr lang="en-US" altLang="ja-JP" sz="2400" i="1">
                                      <a:latin typeface="Cambria Math" panose="02040503050406030204" pitchFamily="18" charset="0"/>
                                    </a:rPr>
                                    <m:t>10</m:t>
                                  </m:r>
                                </m:sub>
                              </m:sSub>
                            </m:e>
                            <m:e>
                              <m:sSub>
                                <m:sSubPr>
                                  <m:ctrlPr>
                                    <a:rPr lang="en-US" altLang="ja-JP" sz="2400" i="1">
                                      <a:latin typeface="Cambria Math" panose="02040503050406030204" pitchFamily="18" charset="0"/>
                                    </a:rPr>
                                  </m:ctrlPr>
                                </m:sSubPr>
                                <m:e>
                                  <m:r>
                                    <a:rPr lang="en-US" altLang="ja-JP" sz="2400" b="0" i="1" smtClean="0">
                                      <a:latin typeface="Cambria Math" panose="02040503050406030204" pitchFamily="18" charset="0"/>
                                    </a:rPr>
                                    <m:t>𝑏</m:t>
                                  </m:r>
                                </m:e>
                                <m:sub>
                                  <m:r>
                                    <a:rPr lang="en-US" altLang="ja-JP" sz="2400" i="1">
                                      <a:latin typeface="Cambria Math" panose="02040503050406030204" pitchFamily="18" charset="0"/>
                                    </a:rPr>
                                    <m:t>11</m:t>
                                  </m:r>
                                </m:sub>
                              </m:sSub>
                            </m:e>
                          </m:mr>
                        </m:m>
                      </m:e>
                    </m:d>
                  </m:oMath>
                </a14:m>
                <a:r>
                  <a:rPr lang="en-US" altLang="ja-JP" sz="2400" dirty="0"/>
                  <a:t> </a:t>
                </a:r>
                <a:r>
                  <a:rPr lang="ja-JP" altLang="en-US" sz="2400" dirty="0"/>
                  <a:t>のとき</a:t>
                </a:r>
                <a:endParaRPr lang="en-US" altLang="ja-JP" sz="2400" dirty="0"/>
              </a:p>
              <a:p>
                <a:pPr>
                  <a:lnSpc>
                    <a:spcPct val="150000"/>
                  </a:lnSpc>
                </a:pPr>
                <a14:m>
                  <m:oMath xmlns:m="http://schemas.openxmlformats.org/officeDocument/2006/math">
                    <m:r>
                      <a:rPr lang="en-US" altLang="ja-JP" sz="2400" b="0" i="1" smtClean="0">
                        <a:latin typeface="Cambria Math" panose="02040503050406030204" pitchFamily="18" charset="0"/>
                      </a:rPr>
                      <m:t>𝐴𝐵</m:t>
                    </m:r>
                    <m:r>
                      <a:rPr lang="en-US" altLang="ja-JP" sz="2400" b="0" i="1" smtClean="0">
                        <a:latin typeface="Cambria Math" panose="02040503050406030204" pitchFamily="18" charset="0"/>
                      </a:rPr>
                      <m:t>=</m:t>
                    </m:r>
                    <m:d>
                      <m:dPr>
                        <m:begChr m:val="["/>
                        <m:endChr m:val="]"/>
                        <m:ctrlPr>
                          <a:rPr lang="en-US" altLang="ja-JP" sz="2400" i="1">
                            <a:latin typeface="Cambria Math" panose="02040503050406030204" pitchFamily="18" charset="0"/>
                          </a:rPr>
                        </m:ctrlPr>
                      </m:dPr>
                      <m:e>
                        <m:m>
                          <m:mPr>
                            <m:mcs>
                              <m:mc>
                                <m:mcPr>
                                  <m:count m:val="2"/>
                                  <m:mcJc m:val="center"/>
                                </m:mcPr>
                              </m:mc>
                            </m:mcs>
                            <m:ctrlPr>
                              <a:rPr lang="en-US" altLang="ja-JP" sz="2400" i="1">
                                <a:latin typeface="Cambria Math" panose="02040503050406030204" pitchFamily="18" charset="0"/>
                              </a:rPr>
                            </m:ctrlPr>
                          </m:mPr>
                          <m:mr>
                            <m:e>
                              <m:sSub>
                                <m:sSubPr>
                                  <m:ctrlPr>
                                    <a:rPr lang="en-US" altLang="ja-JP" sz="2400" i="1">
                                      <a:latin typeface="Cambria Math" panose="02040503050406030204" pitchFamily="18" charset="0"/>
                                    </a:rPr>
                                  </m:ctrlPr>
                                </m:sSubPr>
                                <m:e>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𝑎</m:t>
                                  </m:r>
                                </m:e>
                                <m:sub>
                                  <m:r>
                                    <m:rPr>
                                      <m:brk m:alnAt="7"/>
                                    </m:rPr>
                                    <a:rPr lang="en-US" altLang="ja-JP" sz="2400" i="1">
                                      <a:latin typeface="Cambria Math" panose="02040503050406030204" pitchFamily="18" charset="0"/>
                                    </a:rPr>
                                    <m:t>0</m:t>
                                  </m:r>
                                  <m:r>
                                    <a:rPr lang="en-US" altLang="ja-JP" sz="2400" i="1">
                                      <a:latin typeface="Cambria Math" panose="02040503050406030204" pitchFamily="18" charset="0"/>
                                    </a:rPr>
                                    <m:t>0</m:t>
                                  </m:r>
                                </m:sub>
                              </m:sSub>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𝑏</m:t>
                                  </m:r>
                                </m:e>
                                <m:sub>
                                  <m:r>
                                    <m:rPr>
                                      <m:brk m:alnAt="7"/>
                                    </m:rPr>
                                    <a:rPr lang="en-US" altLang="ja-JP" sz="2400" i="1">
                                      <a:latin typeface="Cambria Math" panose="02040503050406030204" pitchFamily="18" charset="0"/>
                                    </a:rPr>
                                    <m:t>0</m:t>
                                  </m:r>
                                  <m:r>
                                    <a:rPr lang="en-US" altLang="ja-JP" sz="2400" i="1">
                                      <a:latin typeface="Cambria Math" panose="02040503050406030204" pitchFamily="18" charset="0"/>
                                    </a:rPr>
                                    <m:t>0</m:t>
                                  </m:r>
                                </m:sub>
                              </m:sSub>
                              <m:r>
                                <a:rPr lang="en-US" altLang="ja-JP" sz="2400" b="0" i="1" smtClean="0">
                                  <a:latin typeface="Cambria Math" panose="02040503050406030204" pitchFamily="18" charset="0"/>
                                </a:rPr>
                                <m:t>+</m:t>
                              </m:r>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𝑎</m:t>
                                  </m:r>
                                </m:e>
                                <m:sub>
                                  <m:r>
                                    <m:rPr>
                                      <m:brk m:alnAt="7"/>
                                    </m:rPr>
                                    <a:rPr lang="en-US" altLang="ja-JP" sz="2400" i="1">
                                      <a:latin typeface="Cambria Math" panose="02040503050406030204" pitchFamily="18" charset="0"/>
                                    </a:rPr>
                                    <m:t>0</m:t>
                                  </m:r>
                                  <m:r>
                                    <a:rPr lang="en-US" altLang="ja-JP" sz="2400" b="0" i="1" smtClean="0">
                                      <a:latin typeface="Cambria Math" panose="02040503050406030204" pitchFamily="18" charset="0"/>
                                    </a:rPr>
                                    <m:t>1</m:t>
                                  </m:r>
                                </m:sub>
                              </m:sSub>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𝑏</m:t>
                                  </m:r>
                                </m:e>
                                <m:sub>
                                  <m:r>
                                    <a:rPr lang="en-US" altLang="ja-JP" sz="2400" b="0" i="1" smtClean="0">
                                      <a:latin typeface="Cambria Math" panose="02040503050406030204" pitchFamily="18" charset="0"/>
                                    </a:rPr>
                                    <m:t>1</m:t>
                                  </m:r>
                                  <m:r>
                                    <a:rPr lang="en-US" altLang="ja-JP" sz="2400" i="1">
                                      <a:latin typeface="Cambria Math" panose="02040503050406030204" pitchFamily="18" charset="0"/>
                                    </a:rPr>
                                    <m:t>0</m:t>
                                  </m:r>
                                </m:sub>
                              </m:sSub>
                              <m:r>
                                <a:rPr lang="en-US" altLang="ja-JP" sz="2400" b="0" i="1" smtClean="0">
                                  <a:latin typeface="Cambria Math" panose="02040503050406030204" pitchFamily="18" charset="0"/>
                                </a:rPr>
                                <m:t>)</m:t>
                              </m:r>
                            </m:e>
                            <m:e>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m:t>
                                  </m:r>
                                  <m:r>
                                    <a:rPr lang="en-US" altLang="ja-JP" sz="2400" i="1">
                                      <a:latin typeface="Cambria Math" panose="02040503050406030204" pitchFamily="18" charset="0"/>
                                    </a:rPr>
                                    <m:t>𝑎</m:t>
                                  </m:r>
                                </m:e>
                                <m:sub>
                                  <m:r>
                                    <m:rPr>
                                      <m:brk m:alnAt="7"/>
                                    </m:rPr>
                                    <a:rPr lang="en-US" altLang="ja-JP" sz="2400" i="1">
                                      <a:latin typeface="Cambria Math" panose="02040503050406030204" pitchFamily="18" charset="0"/>
                                    </a:rPr>
                                    <m:t>0</m:t>
                                  </m:r>
                                  <m:r>
                                    <a:rPr lang="en-US" altLang="ja-JP" sz="2400" i="1">
                                      <a:latin typeface="Cambria Math" panose="02040503050406030204" pitchFamily="18" charset="0"/>
                                    </a:rPr>
                                    <m:t>0</m:t>
                                  </m:r>
                                </m:sub>
                              </m:sSub>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𝑏</m:t>
                                  </m:r>
                                </m:e>
                                <m:sub>
                                  <m:r>
                                    <m:rPr>
                                      <m:brk m:alnAt="7"/>
                                    </m:rPr>
                                    <a:rPr lang="en-US" altLang="ja-JP" sz="2400" i="1">
                                      <a:latin typeface="Cambria Math" panose="02040503050406030204" pitchFamily="18" charset="0"/>
                                    </a:rPr>
                                    <m:t>0</m:t>
                                  </m:r>
                                  <m:r>
                                    <a:rPr lang="en-US" altLang="ja-JP" sz="2400" b="0" i="1" smtClean="0">
                                      <a:latin typeface="Cambria Math" panose="02040503050406030204" pitchFamily="18" charset="0"/>
                                    </a:rPr>
                                    <m:t>1</m:t>
                                  </m:r>
                                </m:sub>
                              </m:sSub>
                              <m:r>
                                <a:rPr lang="en-US" altLang="ja-JP" sz="2400" i="1">
                                  <a:latin typeface="Cambria Math" panose="02040503050406030204" pitchFamily="18" charset="0"/>
                                </a:rPr>
                                <m:t>+</m:t>
                              </m:r>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𝑎</m:t>
                                  </m:r>
                                </m:e>
                                <m:sub>
                                  <m:r>
                                    <m:rPr>
                                      <m:brk m:alnAt="7"/>
                                    </m:rPr>
                                    <a:rPr lang="en-US" altLang="ja-JP" sz="2400" i="1">
                                      <a:latin typeface="Cambria Math" panose="02040503050406030204" pitchFamily="18" charset="0"/>
                                    </a:rPr>
                                    <m:t>0</m:t>
                                  </m:r>
                                  <m:r>
                                    <a:rPr lang="en-US" altLang="ja-JP" sz="2400" i="1">
                                      <a:latin typeface="Cambria Math" panose="02040503050406030204" pitchFamily="18" charset="0"/>
                                    </a:rPr>
                                    <m:t>1</m:t>
                                  </m:r>
                                </m:sub>
                              </m:sSub>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𝑏</m:t>
                                  </m:r>
                                </m:e>
                                <m:sub>
                                  <m:r>
                                    <a:rPr lang="en-US" altLang="ja-JP" sz="2400" i="1">
                                      <a:latin typeface="Cambria Math" panose="02040503050406030204" pitchFamily="18" charset="0"/>
                                    </a:rPr>
                                    <m:t>1</m:t>
                                  </m:r>
                                  <m:r>
                                    <a:rPr lang="en-US" altLang="ja-JP" sz="2400" b="0" i="1" smtClean="0">
                                      <a:latin typeface="Cambria Math" panose="02040503050406030204" pitchFamily="18" charset="0"/>
                                    </a:rPr>
                                    <m:t>1</m:t>
                                  </m:r>
                                </m:sub>
                              </m:sSub>
                              <m:r>
                                <a:rPr lang="en-US" altLang="ja-JP" sz="2400" i="1">
                                  <a:latin typeface="Cambria Math" panose="02040503050406030204" pitchFamily="18" charset="0"/>
                                </a:rPr>
                                <m:t>)</m:t>
                              </m:r>
                            </m:e>
                          </m:mr>
                          <m:mr>
                            <m:e>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m:t>
                                  </m:r>
                                  <m:r>
                                    <a:rPr lang="en-US" altLang="ja-JP" sz="2400" i="1">
                                      <a:latin typeface="Cambria Math" panose="02040503050406030204" pitchFamily="18" charset="0"/>
                                    </a:rPr>
                                    <m:t>𝑎</m:t>
                                  </m:r>
                                </m:e>
                                <m:sub>
                                  <m:r>
                                    <a:rPr lang="en-US" altLang="ja-JP" sz="2400" b="0" i="1" smtClean="0">
                                      <a:latin typeface="Cambria Math" panose="02040503050406030204" pitchFamily="18" charset="0"/>
                                    </a:rPr>
                                    <m:t>1</m:t>
                                  </m:r>
                                  <m:r>
                                    <a:rPr lang="en-US" altLang="ja-JP" sz="2400" i="1">
                                      <a:latin typeface="Cambria Math" panose="02040503050406030204" pitchFamily="18" charset="0"/>
                                    </a:rPr>
                                    <m:t>0</m:t>
                                  </m:r>
                                </m:sub>
                              </m:sSub>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𝑏</m:t>
                                  </m:r>
                                </m:e>
                                <m:sub>
                                  <m:r>
                                    <m:rPr>
                                      <m:brk m:alnAt="7"/>
                                    </m:rPr>
                                    <a:rPr lang="en-US" altLang="ja-JP" sz="2400" i="1">
                                      <a:latin typeface="Cambria Math" panose="02040503050406030204" pitchFamily="18" charset="0"/>
                                    </a:rPr>
                                    <m:t>0</m:t>
                                  </m:r>
                                  <m:r>
                                    <a:rPr lang="en-US" altLang="ja-JP" sz="2400" i="1">
                                      <a:latin typeface="Cambria Math" panose="02040503050406030204" pitchFamily="18" charset="0"/>
                                    </a:rPr>
                                    <m:t>0</m:t>
                                  </m:r>
                                </m:sub>
                              </m:sSub>
                              <m:r>
                                <a:rPr lang="en-US" altLang="ja-JP" sz="2400" i="1">
                                  <a:latin typeface="Cambria Math" panose="02040503050406030204" pitchFamily="18" charset="0"/>
                                </a:rPr>
                                <m:t>+</m:t>
                              </m:r>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𝑎</m:t>
                                  </m:r>
                                </m:e>
                                <m:sub>
                                  <m:r>
                                    <a:rPr lang="en-US" altLang="ja-JP" sz="2400" b="0" i="1" smtClean="0">
                                      <a:latin typeface="Cambria Math" panose="02040503050406030204" pitchFamily="18" charset="0"/>
                                    </a:rPr>
                                    <m:t>1</m:t>
                                  </m:r>
                                  <m:r>
                                    <a:rPr lang="en-US" altLang="ja-JP" sz="2400" i="1">
                                      <a:latin typeface="Cambria Math" panose="02040503050406030204" pitchFamily="18" charset="0"/>
                                    </a:rPr>
                                    <m:t>1</m:t>
                                  </m:r>
                                </m:sub>
                              </m:sSub>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𝑏</m:t>
                                  </m:r>
                                </m:e>
                                <m:sub>
                                  <m:r>
                                    <a:rPr lang="en-US" altLang="ja-JP" sz="2400" i="1">
                                      <a:latin typeface="Cambria Math" panose="02040503050406030204" pitchFamily="18" charset="0"/>
                                    </a:rPr>
                                    <m:t>1</m:t>
                                  </m:r>
                                  <m:r>
                                    <a:rPr lang="en-US" altLang="ja-JP" sz="2400" i="1">
                                      <a:latin typeface="Cambria Math" panose="02040503050406030204" pitchFamily="18" charset="0"/>
                                    </a:rPr>
                                    <m:t>0</m:t>
                                  </m:r>
                                </m:sub>
                              </m:sSub>
                              <m:r>
                                <a:rPr lang="en-US" altLang="ja-JP" sz="2400" i="1">
                                  <a:latin typeface="Cambria Math" panose="02040503050406030204" pitchFamily="18" charset="0"/>
                                </a:rPr>
                                <m:t>)</m:t>
                              </m:r>
                            </m:e>
                            <m:e>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m:t>
                                  </m:r>
                                  <m:r>
                                    <a:rPr lang="en-US" altLang="ja-JP" sz="2400" i="1">
                                      <a:latin typeface="Cambria Math" panose="02040503050406030204" pitchFamily="18" charset="0"/>
                                    </a:rPr>
                                    <m:t>𝑎</m:t>
                                  </m:r>
                                </m:e>
                                <m:sub>
                                  <m:r>
                                    <a:rPr lang="en-US" altLang="ja-JP" sz="2400" b="0" i="1" smtClean="0">
                                      <a:latin typeface="Cambria Math" panose="02040503050406030204" pitchFamily="18" charset="0"/>
                                    </a:rPr>
                                    <m:t>1</m:t>
                                  </m:r>
                                  <m:r>
                                    <a:rPr lang="en-US" altLang="ja-JP" sz="2400" i="1">
                                      <a:latin typeface="Cambria Math" panose="02040503050406030204" pitchFamily="18" charset="0"/>
                                    </a:rPr>
                                    <m:t>0</m:t>
                                  </m:r>
                                </m:sub>
                              </m:sSub>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𝑏</m:t>
                                  </m:r>
                                </m:e>
                                <m:sub>
                                  <m:r>
                                    <m:rPr>
                                      <m:brk m:alnAt="7"/>
                                    </m:rPr>
                                    <a:rPr lang="en-US" altLang="ja-JP" sz="2400" i="1">
                                      <a:latin typeface="Cambria Math" panose="02040503050406030204" pitchFamily="18" charset="0"/>
                                    </a:rPr>
                                    <m:t>0</m:t>
                                  </m:r>
                                  <m:r>
                                    <a:rPr lang="en-US" altLang="ja-JP" sz="2400" b="0" i="1" smtClean="0">
                                      <a:latin typeface="Cambria Math" panose="02040503050406030204" pitchFamily="18" charset="0"/>
                                    </a:rPr>
                                    <m:t>1</m:t>
                                  </m:r>
                                </m:sub>
                              </m:sSub>
                              <m:r>
                                <a:rPr lang="en-US" altLang="ja-JP" sz="2400" i="1">
                                  <a:latin typeface="Cambria Math" panose="02040503050406030204" pitchFamily="18" charset="0"/>
                                </a:rPr>
                                <m:t>+</m:t>
                              </m:r>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𝑎</m:t>
                                  </m:r>
                                </m:e>
                                <m:sub>
                                  <m:r>
                                    <a:rPr lang="en-US" altLang="ja-JP" sz="2400" b="0" i="1" smtClean="0">
                                      <a:latin typeface="Cambria Math" panose="02040503050406030204" pitchFamily="18" charset="0"/>
                                    </a:rPr>
                                    <m:t>1</m:t>
                                  </m:r>
                                  <m:r>
                                    <a:rPr lang="en-US" altLang="ja-JP" sz="2400" i="1">
                                      <a:latin typeface="Cambria Math" panose="02040503050406030204" pitchFamily="18" charset="0"/>
                                    </a:rPr>
                                    <m:t>1</m:t>
                                  </m:r>
                                </m:sub>
                              </m:sSub>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𝑏</m:t>
                                  </m:r>
                                </m:e>
                                <m:sub>
                                  <m:r>
                                    <a:rPr lang="en-US" altLang="ja-JP" sz="2400" i="1">
                                      <a:latin typeface="Cambria Math" panose="02040503050406030204" pitchFamily="18" charset="0"/>
                                    </a:rPr>
                                    <m:t>1</m:t>
                                  </m:r>
                                  <m:r>
                                    <a:rPr lang="en-US" altLang="ja-JP" sz="2400" b="0" i="1" smtClean="0">
                                      <a:latin typeface="Cambria Math" panose="02040503050406030204" pitchFamily="18" charset="0"/>
                                    </a:rPr>
                                    <m:t>1</m:t>
                                  </m:r>
                                </m:sub>
                              </m:sSub>
                              <m:r>
                                <a:rPr lang="en-US" altLang="ja-JP" sz="2400" i="1">
                                  <a:latin typeface="Cambria Math" panose="02040503050406030204" pitchFamily="18" charset="0"/>
                                </a:rPr>
                                <m:t>)</m:t>
                              </m:r>
                            </m:e>
                          </m:mr>
                        </m:m>
                      </m:e>
                    </m:d>
                  </m:oMath>
                </a14:m>
                <a:r>
                  <a:rPr lang="en-US" altLang="ja-JP" sz="2400" dirty="0"/>
                  <a:t> </a:t>
                </a:r>
              </a:p>
              <a:p>
                <a:endParaRPr lang="en-US" altLang="ja-JP" sz="2400" dirty="0"/>
              </a:p>
              <a:p>
                <a:r>
                  <a:rPr lang="ja-JP" altLang="en-US" sz="2400" dirty="0"/>
                  <a:t>複雑そうですがコツがあります。</a:t>
                </a:r>
                <a:endParaRPr lang="en-US" altLang="ja-JP" sz="2400" dirty="0"/>
              </a:p>
            </p:txBody>
          </p:sp>
        </mc:Choice>
        <mc:Fallback>
          <p:sp>
            <p:nvSpPr>
              <p:cNvPr id="6" name="テキスト ボックス 5">
                <a:extLst>
                  <a:ext uri="{FF2B5EF4-FFF2-40B4-BE49-F238E27FC236}">
                    <a16:creationId xmlns:a16="http://schemas.microsoft.com/office/drawing/2014/main" id="{55830AD6-028B-4C4E-80BF-B70DFC1C3A46}"/>
                  </a:ext>
                </a:extLst>
              </p:cNvPr>
              <p:cNvSpPr txBox="1">
                <a:spLocks noRot="1" noChangeAspect="1" noMove="1" noResize="1" noEditPoints="1" noAdjustHandles="1" noChangeArrowheads="1" noChangeShapeType="1" noTextEdit="1"/>
              </p:cNvSpPr>
              <p:nvPr/>
            </p:nvSpPr>
            <p:spPr>
              <a:xfrm>
                <a:off x="567542" y="1216429"/>
                <a:ext cx="6344237" cy="4081695"/>
              </a:xfrm>
              <a:prstGeom prst="rect">
                <a:avLst/>
              </a:prstGeom>
              <a:blipFill>
                <a:blip r:embed="rId2"/>
                <a:stretch>
                  <a:fillRect l="-1441" t="-1196" b="-2541"/>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87928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646878" cy="584775"/>
          </a:xfrm>
          <a:prstGeom prst="rect">
            <a:avLst/>
          </a:prstGeom>
          <a:noFill/>
        </p:spPr>
        <p:txBody>
          <a:bodyPr wrap="none" rtlCol="0">
            <a:spAutoFit/>
          </a:bodyPr>
          <a:lstStyle/>
          <a:p>
            <a:r>
              <a:rPr kumimoji="1" lang="ja-JP" altLang="en-US" sz="3200" b="1" u="sng" dirty="0"/>
              <a:t>行列の掛け算</a:t>
            </a:r>
            <a:endParaRPr kumimoji="1" lang="en-US" altLang="ja-JP" sz="3200" b="1" u="sng" dirty="0"/>
          </a:p>
        </p:txBody>
      </p:sp>
      <mc:AlternateContent xmlns:mc="http://schemas.openxmlformats.org/markup-compatibility/2006">
        <mc:Choice xmlns:a14="http://schemas.microsoft.com/office/drawing/2010/main" Requires="a14">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1328742" cy="3714991"/>
              </a:xfrm>
              <a:prstGeom prst="rect">
                <a:avLst/>
              </a:prstGeom>
              <a:noFill/>
            </p:spPr>
            <p:txBody>
              <a:bodyPr wrap="none" rtlCol="0">
                <a:spAutoFit/>
              </a:bodyPr>
              <a:lstStyle/>
              <a:p>
                <a:r>
                  <a:rPr lang="ja-JP" altLang="en-US" sz="2400" dirty="0"/>
                  <a:t>行列同士の掛け算</a:t>
                </a:r>
                <a14:m>
                  <m:oMath xmlns:m="http://schemas.openxmlformats.org/officeDocument/2006/math">
                    <m:r>
                      <a:rPr lang="en-US" altLang="ja-JP" sz="2400" b="0" i="1" smtClean="0">
                        <a:latin typeface="Cambria Math" panose="02040503050406030204" pitchFamily="18" charset="0"/>
                      </a:rPr>
                      <m:t>𝐴𝐵</m:t>
                    </m:r>
                  </m:oMath>
                </a14:m>
                <a:r>
                  <a:rPr lang="ja-JP" altLang="en-US" sz="2400" dirty="0"/>
                  <a:t>は、</a:t>
                </a:r>
                <a14:m>
                  <m:oMath xmlns:m="http://schemas.openxmlformats.org/officeDocument/2006/math">
                    <m:r>
                      <a:rPr lang="en-US" altLang="ja-JP" sz="2400" b="1" i="1" smtClean="0">
                        <a:solidFill>
                          <a:srgbClr val="FF0000"/>
                        </a:solidFill>
                        <a:latin typeface="Cambria Math" panose="02040503050406030204" pitchFamily="18" charset="0"/>
                      </a:rPr>
                      <m:t>𝑨</m:t>
                    </m:r>
                  </m:oMath>
                </a14:m>
                <a:r>
                  <a:rPr lang="ja-JP" altLang="en-US" sz="2400" b="1" dirty="0">
                    <a:solidFill>
                      <a:srgbClr val="FF0000"/>
                    </a:solidFill>
                  </a:rPr>
                  <a:t>の行と</a:t>
                </a:r>
                <a14:m>
                  <m:oMath xmlns:m="http://schemas.openxmlformats.org/officeDocument/2006/math">
                    <m:r>
                      <a:rPr lang="en-US" altLang="ja-JP" sz="2400" b="1" i="1">
                        <a:solidFill>
                          <a:srgbClr val="FF0000"/>
                        </a:solidFill>
                        <a:latin typeface="Cambria Math" panose="02040503050406030204" pitchFamily="18" charset="0"/>
                      </a:rPr>
                      <m:t>𝑩</m:t>
                    </m:r>
                  </m:oMath>
                </a14:m>
                <a:r>
                  <a:rPr lang="ja-JP" altLang="en-US" sz="2400" b="1" dirty="0">
                    <a:solidFill>
                      <a:srgbClr val="FF0000"/>
                    </a:solidFill>
                  </a:rPr>
                  <a:t>の列で内積を計算</a:t>
                </a:r>
                <a:r>
                  <a:rPr lang="ja-JP" altLang="en-US" sz="2400" dirty="0"/>
                  <a:t>します。</a:t>
                </a:r>
                <a:endParaRPr lang="en-US" altLang="ja-JP" sz="2400" dirty="0"/>
              </a:p>
              <a:p>
                <a:endParaRPr lang="en-US" altLang="ja-JP" sz="2400" b="0" i="1" dirty="0">
                  <a:latin typeface="Cambria Math" panose="02040503050406030204" pitchFamily="18" charset="0"/>
                </a:endParaRPr>
              </a:p>
              <a:p>
                <a14:m>
                  <m:oMath xmlns:m="http://schemas.openxmlformats.org/officeDocument/2006/math">
                    <m:r>
                      <a:rPr lang="en-US" altLang="ja-JP" sz="2400" b="0" i="1" smtClean="0">
                        <a:latin typeface="Cambria Math" panose="02040503050406030204" pitchFamily="18" charset="0"/>
                      </a:rPr>
                      <m:t>𝐴</m:t>
                    </m:r>
                    <m:r>
                      <a:rPr lang="en-US" altLang="ja-JP" sz="2400" b="0" i="1" smtClean="0">
                        <a:latin typeface="Cambria Math" panose="02040503050406030204" pitchFamily="18" charset="0"/>
                      </a:rPr>
                      <m:t>=</m:t>
                    </m:r>
                    <m:d>
                      <m:dPr>
                        <m:begChr m:val="["/>
                        <m:endChr m:val="]"/>
                        <m:ctrlPr>
                          <a:rPr lang="en-US" altLang="ja-JP" sz="2400" i="1" smtClean="0">
                            <a:latin typeface="Cambria Math" panose="02040503050406030204" pitchFamily="18" charset="0"/>
                          </a:rPr>
                        </m:ctrlPr>
                      </m:dPr>
                      <m:e>
                        <m:m>
                          <m:mPr>
                            <m:mcs>
                              <m:mc>
                                <m:mcPr>
                                  <m:count m:val="2"/>
                                  <m:mcJc m:val="center"/>
                                </m:mcPr>
                              </m:mc>
                            </m:mcs>
                            <m:ctrlPr>
                              <a:rPr lang="en-US" altLang="ja-JP" sz="2400" i="1" smtClean="0">
                                <a:latin typeface="Cambria Math" panose="02040503050406030204" pitchFamily="18" charset="0"/>
                              </a:rPr>
                            </m:ctrlPr>
                          </m:mPr>
                          <m:mr>
                            <m:e>
                              <m:sSub>
                                <m:sSubPr>
                                  <m:ctrlPr>
                                    <a:rPr lang="en-US" altLang="ja-JP" sz="2400" i="1" smtClean="0">
                                      <a:latin typeface="Cambria Math" panose="02040503050406030204" pitchFamily="18" charset="0"/>
                                    </a:rPr>
                                  </m:ctrlPr>
                                </m:sSubPr>
                                <m:e>
                                  <m:r>
                                    <a:rPr lang="en-US" altLang="ja-JP" sz="2400" b="0" i="1" smtClean="0">
                                      <a:latin typeface="Cambria Math" panose="02040503050406030204" pitchFamily="18" charset="0"/>
                                    </a:rPr>
                                    <m:t>𝑎</m:t>
                                  </m:r>
                                </m:e>
                                <m:sub>
                                  <m:r>
                                    <m:rPr>
                                      <m:brk m:alnAt="7"/>
                                    </m:rPr>
                                    <a:rPr lang="en-US" altLang="ja-JP" sz="2400" b="0" i="1" smtClean="0">
                                      <a:latin typeface="Cambria Math" panose="02040503050406030204" pitchFamily="18" charset="0"/>
                                    </a:rPr>
                                    <m:t>0</m:t>
                                  </m:r>
                                  <m:r>
                                    <a:rPr lang="en-US" altLang="ja-JP" sz="2400" b="0" i="1" smtClean="0">
                                      <a:latin typeface="Cambria Math" panose="02040503050406030204" pitchFamily="18" charset="0"/>
                                    </a:rPr>
                                    <m:t>0</m:t>
                                  </m:r>
                                </m:sub>
                              </m:sSub>
                            </m:e>
                            <m:e>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𝑎</m:t>
                                  </m:r>
                                </m:e>
                                <m:sub>
                                  <m:r>
                                    <m:rPr>
                                      <m:brk m:alnAt="7"/>
                                    </m:rPr>
                                    <a:rPr lang="en-US" altLang="ja-JP" sz="2400" i="1">
                                      <a:latin typeface="Cambria Math" panose="02040503050406030204" pitchFamily="18" charset="0"/>
                                    </a:rPr>
                                    <m:t>0</m:t>
                                  </m:r>
                                  <m:r>
                                    <a:rPr lang="en-US" altLang="ja-JP" sz="2400" b="0" i="1" smtClean="0">
                                      <a:latin typeface="Cambria Math" panose="02040503050406030204" pitchFamily="18" charset="0"/>
                                    </a:rPr>
                                    <m:t>1</m:t>
                                  </m:r>
                                </m:sub>
                              </m:sSub>
                            </m:e>
                          </m:mr>
                          <m:mr>
                            <m:e>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𝑎</m:t>
                                  </m:r>
                                </m:e>
                                <m:sub>
                                  <m:r>
                                    <a:rPr lang="en-US" altLang="ja-JP" sz="2400" b="0" i="1" smtClean="0">
                                      <a:latin typeface="Cambria Math" panose="02040503050406030204" pitchFamily="18" charset="0"/>
                                    </a:rPr>
                                    <m:t>10</m:t>
                                  </m:r>
                                </m:sub>
                              </m:sSub>
                            </m:e>
                            <m:e>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𝑎</m:t>
                                  </m:r>
                                </m:e>
                                <m:sub>
                                  <m:r>
                                    <a:rPr lang="en-US" altLang="ja-JP" sz="2400" b="0" i="1" smtClean="0">
                                      <a:latin typeface="Cambria Math" panose="02040503050406030204" pitchFamily="18" charset="0"/>
                                    </a:rPr>
                                    <m:t>11</m:t>
                                  </m:r>
                                </m:sub>
                              </m:sSub>
                            </m:e>
                          </m:mr>
                        </m:m>
                      </m:e>
                    </m:d>
                    <m:r>
                      <a:rPr lang="en-US" altLang="ja-JP" sz="2400" b="0" i="1" smtClean="0">
                        <a:latin typeface="Cambria Math" panose="02040503050406030204" pitchFamily="18" charset="0"/>
                      </a:rPr>
                      <m:t>,  </m:t>
                    </m:r>
                    <m:r>
                      <a:rPr lang="en-US" altLang="ja-JP" sz="2400" b="0" i="1" smtClean="0">
                        <a:latin typeface="Cambria Math" panose="02040503050406030204" pitchFamily="18" charset="0"/>
                      </a:rPr>
                      <m:t>𝐵</m:t>
                    </m:r>
                    <m:r>
                      <a:rPr lang="en-US" altLang="ja-JP" sz="2400" i="1">
                        <a:latin typeface="Cambria Math" panose="02040503050406030204" pitchFamily="18" charset="0"/>
                      </a:rPr>
                      <m:t>=</m:t>
                    </m:r>
                    <m:d>
                      <m:dPr>
                        <m:begChr m:val="["/>
                        <m:endChr m:val="]"/>
                        <m:ctrlPr>
                          <a:rPr lang="en-US" altLang="ja-JP" sz="2400" i="1">
                            <a:latin typeface="Cambria Math" panose="02040503050406030204" pitchFamily="18" charset="0"/>
                          </a:rPr>
                        </m:ctrlPr>
                      </m:dPr>
                      <m:e>
                        <m:m>
                          <m:mPr>
                            <m:mcs>
                              <m:mc>
                                <m:mcPr>
                                  <m:count m:val="2"/>
                                  <m:mcJc m:val="center"/>
                                </m:mcPr>
                              </m:mc>
                            </m:mcs>
                            <m:ctrlPr>
                              <a:rPr lang="en-US" altLang="ja-JP" sz="2400" i="1">
                                <a:latin typeface="Cambria Math" panose="02040503050406030204" pitchFamily="18" charset="0"/>
                              </a:rPr>
                            </m:ctrlPr>
                          </m:mPr>
                          <m:mr>
                            <m:e>
                              <m:sSub>
                                <m:sSubPr>
                                  <m:ctrlPr>
                                    <a:rPr lang="en-US" altLang="ja-JP" sz="2400" i="1">
                                      <a:latin typeface="Cambria Math" panose="02040503050406030204" pitchFamily="18" charset="0"/>
                                    </a:rPr>
                                  </m:ctrlPr>
                                </m:sSubPr>
                                <m:e>
                                  <m:r>
                                    <a:rPr lang="en-US" altLang="ja-JP" sz="2400" b="0" i="1" smtClean="0">
                                      <a:latin typeface="Cambria Math" panose="02040503050406030204" pitchFamily="18" charset="0"/>
                                    </a:rPr>
                                    <m:t>𝑏</m:t>
                                  </m:r>
                                </m:e>
                                <m:sub>
                                  <m:r>
                                    <m:rPr>
                                      <m:brk m:alnAt="7"/>
                                    </m:rPr>
                                    <a:rPr lang="en-US" altLang="ja-JP" sz="2400" i="1">
                                      <a:latin typeface="Cambria Math" panose="02040503050406030204" pitchFamily="18" charset="0"/>
                                    </a:rPr>
                                    <m:t>0</m:t>
                                  </m:r>
                                  <m:r>
                                    <a:rPr lang="en-US" altLang="ja-JP" sz="2400" i="1">
                                      <a:latin typeface="Cambria Math" panose="02040503050406030204" pitchFamily="18" charset="0"/>
                                    </a:rPr>
                                    <m:t>0</m:t>
                                  </m:r>
                                </m:sub>
                              </m:sSub>
                            </m:e>
                            <m:e>
                              <m:sSub>
                                <m:sSubPr>
                                  <m:ctrlPr>
                                    <a:rPr lang="en-US" altLang="ja-JP" sz="2400" i="1">
                                      <a:latin typeface="Cambria Math" panose="02040503050406030204" pitchFamily="18" charset="0"/>
                                    </a:rPr>
                                  </m:ctrlPr>
                                </m:sSubPr>
                                <m:e>
                                  <m:r>
                                    <a:rPr lang="en-US" altLang="ja-JP" sz="2400" b="0" i="1" smtClean="0">
                                      <a:latin typeface="Cambria Math" panose="02040503050406030204" pitchFamily="18" charset="0"/>
                                    </a:rPr>
                                    <m:t>𝑏</m:t>
                                  </m:r>
                                </m:e>
                                <m:sub>
                                  <m:r>
                                    <m:rPr>
                                      <m:brk m:alnAt="7"/>
                                    </m:rPr>
                                    <a:rPr lang="en-US" altLang="ja-JP" sz="2400" i="1">
                                      <a:latin typeface="Cambria Math" panose="02040503050406030204" pitchFamily="18" charset="0"/>
                                    </a:rPr>
                                    <m:t>0</m:t>
                                  </m:r>
                                  <m:r>
                                    <a:rPr lang="en-US" altLang="ja-JP" sz="2400" i="1">
                                      <a:latin typeface="Cambria Math" panose="02040503050406030204" pitchFamily="18" charset="0"/>
                                    </a:rPr>
                                    <m:t>1</m:t>
                                  </m:r>
                                </m:sub>
                              </m:sSub>
                            </m:e>
                          </m:mr>
                          <m:mr>
                            <m:e>
                              <m:sSub>
                                <m:sSubPr>
                                  <m:ctrlPr>
                                    <a:rPr lang="en-US" altLang="ja-JP" sz="2400" i="1">
                                      <a:latin typeface="Cambria Math" panose="02040503050406030204" pitchFamily="18" charset="0"/>
                                    </a:rPr>
                                  </m:ctrlPr>
                                </m:sSubPr>
                                <m:e>
                                  <m:r>
                                    <a:rPr lang="en-US" altLang="ja-JP" sz="2400" b="0" i="1" smtClean="0">
                                      <a:latin typeface="Cambria Math" panose="02040503050406030204" pitchFamily="18" charset="0"/>
                                    </a:rPr>
                                    <m:t>𝑏</m:t>
                                  </m:r>
                                </m:e>
                                <m:sub>
                                  <m:r>
                                    <a:rPr lang="en-US" altLang="ja-JP" sz="2400" i="1">
                                      <a:latin typeface="Cambria Math" panose="02040503050406030204" pitchFamily="18" charset="0"/>
                                    </a:rPr>
                                    <m:t>10</m:t>
                                  </m:r>
                                </m:sub>
                              </m:sSub>
                            </m:e>
                            <m:e>
                              <m:sSub>
                                <m:sSubPr>
                                  <m:ctrlPr>
                                    <a:rPr lang="en-US" altLang="ja-JP" sz="2400" i="1">
                                      <a:latin typeface="Cambria Math" panose="02040503050406030204" pitchFamily="18" charset="0"/>
                                    </a:rPr>
                                  </m:ctrlPr>
                                </m:sSubPr>
                                <m:e>
                                  <m:r>
                                    <a:rPr lang="en-US" altLang="ja-JP" sz="2400" b="0" i="1" smtClean="0">
                                      <a:latin typeface="Cambria Math" panose="02040503050406030204" pitchFamily="18" charset="0"/>
                                    </a:rPr>
                                    <m:t>𝑏</m:t>
                                  </m:r>
                                </m:e>
                                <m:sub>
                                  <m:r>
                                    <a:rPr lang="en-US" altLang="ja-JP" sz="2400" i="1">
                                      <a:latin typeface="Cambria Math" panose="02040503050406030204" pitchFamily="18" charset="0"/>
                                    </a:rPr>
                                    <m:t>11</m:t>
                                  </m:r>
                                </m:sub>
                              </m:sSub>
                            </m:e>
                          </m:mr>
                        </m:m>
                      </m:e>
                    </m:d>
                  </m:oMath>
                </a14:m>
                <a:r>
                  <a:rPr lang="en-US" altLang="ja-JP" sz="2400" dirty="0"/>
                  <a:t> </a:t>
                </a:r>
                <a:r>
                  <a:rPr lang="ja-JP" altLang="en-US" sz="2400" dirty="0"/>
                  <a:t>のとき</a:t>
                </a:r>
                <a:endParaRPr lang="en-US" altLang="ja-JP" sz="2400" dirty="0"/>
              </a:p>
              <a:p>
                <a:endParaRPr lang="en-US" altLang="ja-JP" sz="2400" dirty="0"/>
              </a:p>
              <a:p>
                <a14:m>
                  <m:oMath xmlns:m="http://schemas.openxmlformats.org/officeDocument/2006/math">
                    <m:r>
                      <a:rPr lang="en-US" altLang="ja-JP" sz="2400" b="0" i="1" smtClean="0">
                        <a:latin typeface="Cambria Math" panose="02040503050406030204" pitchFamily="18" charset="0"/>
                      </a:rPr>
                      <m:t>𝐴𝐵</m:t>
                    </m:r>
                    <m:r>
                      <a:rPr lang="en-US" altLang="ja-JP" sz="2400" b="0" i="1" smtClean="0">
                        <a:latin typeface="Cambria Math" panose="02040503050406030204" pitchFamily="18" charset="0"/>
                      </a:rPr>
                      <m:t>=</m:t>
                    </m:r>
                    <m:d>
                      <m:dPr>
                        <m:begChr m:val="["/>
                        <m:endChr m:val="]"/>
                        <m:ctrlPr>
                          <a:rPr lang="en-US" altLang="ja-JP" sz="2400" i="1">
                            <a:latin typeface="Cambria Math" panose="02040503050406030204" pitchFamily="18" charset="0"/>
                          </a:rPr>
                        </m:ctrlPr>
                      </m:dPr>
                      <m:e>
                        <m:m>
                          <m:mPr>
                            <m:mcs>
                              <m:mc>
                                <m:mcPr>
                                  <m:count m:val="2"/>
                                  <m:mcJc m:val="center"/>
                                </m:mcPr>
                              </m:mc>
                            </m:mcs>
                            <m:ctrlPr>
                              <a:rPr lang="en-US" altLang="ja-JP" sz="2400" i="1">
                                <a:latin typeface="Cambria Math" panose="02040503050406030204" pitchFamily="18" charset="0"/>
                              </a:rPr>
                            </m:ctrlPr>
                          </m:mPr>
                          <m:mr>
                            <m:e>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𝑎</m:t>
                                  </m:r>
                                </m:e>
                                <m:sub>
                                  <m:r>
                                    <m:rPr>
                                      <m:brk m:alnAt="7"/>
                                    </m:rPr>
                                    <a:rPr lang="en-US" altLang="ja-JP" sz="2400" i="1">
                                      <a:latin typeface="Cambria Math" panose="02040503050406030204" pitchFamily="18" charset="0"/>
                                    </a:rPr>
                                    <m:t>0</m:t>
                                  </m:r>
                                  <m:r>
                                    <a:rPr lang="en-US" altLang="ja-JP" sz="2400" i="1">
                                      <a:latin typeface="Cambria Math" panose="02040503050406030204" pitchFamily="18" charset="0"/>
                                    </a:rPr>
                                    <m:t>0</m:t>
                                  </m:r>
                                </m:sub>
                              </m:sSub>
                            </m:e>
                            <m:e>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𝑎</m:t>
                                  </m:r>
                                </m:e>
                                <m:sub>
                                  <m:r>
                                    <m:rPr>
                                      <m:brk m:alnAt="7"/>
                                    </m:rPr>
                                    <a:rPr lang="en-US" altLang="ja-JP" sz="2400" i="1">
                                      <a:latin typeface="Cambria Math" panose="02040503050406030204" pitchFamily="18" charset="0"/>
                                    </a:rPr>
                                    <m:t>0</m:t>
                                  </m:r>
                                  <m:r>
                                    <a:rPr lang="en-US" altLang="ja-JP" sz="2400" i="1">
                                      <a:latin typeface="Cambria Math" panose="02040503050406030204" pitchFamily="18" charset="0"/>
                                    </a:rPr>
                                    <m:t>1</m:t>
                                  </m:r>
                                </m:sub>
                              </m:sSub>
                            </m:e>
                          </m:mr>
                          <m:mr>
                            <m:e>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𝑎</m:t>
                                  </m:r>
                                </m:e>
                                <m:sub>
                                  <m:r>
                                    <a:rPr lang="en-US" altLang="ja-JP" sz="2400" i="1">
                                      <a:latin typeface="Cambria Math" panose="02040503050406030204" pitchFamily="18" charset="0"/>
                                    </a:rPr>
                                    <m:t>10</m:t>
                                  </m:r>
                                </m:sub>
                              </m:sSub>
                            </m:e>
                            <m:e>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𝑎</m:t>
                                  </m:r>
                                </m:e>
                                <m:sub>
                                  <m:r>
                                    <a:rPr lang="en-US" altLang="ja-JP" sz="2400" i="1">
                                      <a:latin typeface="Cambria Math" panose="02040503050406030204" pitchFamily="18" charset="0"/>
                                    </a:rPr>
                                    <m:t>11</m:t>
                                  </m:r>
                                </m:sub>
                              </m:sSub>
                            </m:e>
                          </m:mr>
                        </m:m>
                      </m:e>
                    </m:d>
                    <m:d>
                      <m:dPr>
                        <m:begChr m:val="["/>
                        <m:endChr m:val="]"/>
                        <m:ctrlPr>
                          <a:rPr lang="en-US" altLang="ja-JP" sz="2400" i="1">
                            <a:latin typeface="Cambria Math" panose="02040503050406030204" pitchFamily="18" charset="0"/>
                          </a:rPr>
                        </m:ctrlPr>
                      </m:dPr>
                      <m:e>
                        <m:m>
                          <m:mPr>
                            <m:mcs>
                              <m:mc>
                                <m:mcPr>
                                  <m:count m:val="2"/>
                                  <m:mcJc m:val="center"/>
                                </m:mcPr>
                              </m:mc>
                            </m:mcs>
                            <m:ctrlPr>
                              <a:rPr lang="en-US" altLang="ja-JP" sz="2400" i="1">
                                <a:latin typeface="Cambria Math" panose="02040503050406030204" pitchFamily="18" charset="0"/>
                              </a:rPr>
                            </m:ctrlPr>
                          </m:mPr>
                          <m:mr>
                            <m:e>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𝑏</m:t>
                                  </m:r>
                                </m:e>
                                <m:sub>
                                  <m:r>
                                    <m:rPr>
                                      <m:brk m:alnAt="7"/>
                                    </m:rPr>
                                    <a:rPr lang="en-US" altLang="ja-JP" sz="2400" i="1">
                                      <a:latin typeface="Cambria Math" panose="02040503050406030204" pitchFamily="18" charset="0"/>
                                    </a:rPr>
                                    <m:t>0</m:t>
                                  </m:r>
                                  <m:r>
                                    <a:rPr lang="en-US" altLang="ja-JP" sz="2400" i="1">
                                      <a:latin typeface="Cambria Math" panose="02040503050406030204" pitchFamily="18" charset="0"/>
                                    </a:rPr>
                                    <m:t>0</m:t>
                                  </m:r>
                                </m:sub>
                              </m:sSub>
                            </m:e>
                            <m:e>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𝑏</m:t>
                                  </m:r>
                                </m:e>
                                <m:sub>
                                  <m:r>
                                    <m:rPr>
                                      <m:brk m:alnAt="7"/>
                                    </m:rPr>
                                    <a:rPr lang="en-US" altLang="ja-JP" sz="2400" i="1">
                                      <a:latin typeface="Cambria Math" panose="02040503050406030204" pitchFamily="18" charset="0"/>
                                    </a:rPr>
                                    <m:t>0</m:t>
                                  </m:r>
                                  <m:r>
                                    <a:rPr lang="en-US" altLang="ja-JP" sz="2400" i="1">
                                      <a:latin typeface="Cambria Math" panose="02040503050406030204" pitchFamily="18" charset="0"/>
                                    </a:rPr>
                                    <m:t>1</m:t>
                                  </m:r>
                                </m:sub>
                              </m:sSub>
                            </m:e>
                          </m:mr>
                          <m:mr>
                            <m:e>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𝑏</m:t>
                                  </m:r>
                                </m:e>
                                <m:sub>
                                  <m:r>
                                    <a:rPr lang="en-US" altLang="ja-JP" sz="2400" i="1">
                                      <a:latin typeface="Cambria Math" panose="02040503050406030204" pitchFamily="18" charset="0"/>
                                    </a:rPr>
                                    <m:t>10</m:t>
                                  </m:r>
                                </m:sub>
                              </m:sSub>
                            </m:e>
                            <m:e>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𝑏</m:t>
                                  </m:r>
                                </m:e>
                                <m:sub>
                                  <m:r>
                                    <a:rPr lang="en-US" altLang="ja-JP" sz="2400" i="1">
                                      <a:latin typeface="Cambria Math" panose="02040503050406030204" pitchFamily="18" charset="0"/>
                                    </a:rPr>
                                    <m:t>11</m:t>
                                  </m:r>
                                </m:sub>
                              </m:sSub>
                            </m:e>
                          </m:mr>
                        </m:m>
                      </m:e>
                    </m:d>
                    <m:r>
                      <a:rPr lang="en-US" altLang="ja-JP" sz="2400" b="0" i="1" smtClean="0">
                        <a:latin typeface="Cambria Math" panose="02040503050406030204" pitchFamily="18" charset="0"/>
                      </a:rPr>
                      <m:t>=</m:t>
                    </m:r>
                    <m:d>
                      <m:dPr>
                        <m:begChr m:val="["/>
                        <m:endChr m:val="]"/>
                        <m:ctrlPr>
                          <a:rPr lang="en-US" altLang="ja-JP" sz="2400" i="1">
                            <a:latin typeface="Cambria Math" panose="02040503050406030204" pitchFamily="18" charset="0"/>
                          </a:rPr>
                        </m:ctrlPr>
                      </m:dPr>
                      <m:e>
                        <m:m>
                          <m:mPr>
                            <m:mcs>
                              <m:mc>
                                <m:mcPr>
                                  <m:count m:val="2"/>
                                  <m:mcJc m:val="center"/>
                                </m:mcPr>
                              </m:mc>
                            </m:mcs>
                            <m:ctrlPr>
                              <a:rPr lang="en-US" altLang="ja-JP" sz="2400" i="1">
                                <a:latin typeface="Cambria Math" panose="02040503050406030204" pitchFamily="18" charset="0"/>
                              </a:rPr>
                            </m:ctrlPr>
                          </m:mPr>
                          <m:mr>
                            <m:e>
                              <m:sSub>
                                <m:sSubPr>
                                  <m:ctrlPr>
                                    <a:rPr lang="en-US" altLang="ja-JP" sz="2400" i="1" smtClean="0">
                                      <a:latin typeface="Cambria Math" panose="02040503050406030204" pitchFamily="18" charset="0"/>
                                    </a:rPr>
                                  </m:ctrlPr>
                                </m:sSubPr>
                                <m:e>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𝑎</m:t>
                                  </m:r>
                                </m:e>
                                <m:sub>
                                  <m:r>
                                    <m:rPr>
                                      <m:brk m:alnAt="7"/>
                                    </m:rPr>
                                    <a:rPr lang="en-US" altLang="ja-JP" sz="2400" i="1">
                                      <a:latin typeface="Cambria Math" panose="02040503050406030204" pitchFamily="18" charset="0"/>
                                    </a:rPr>
                                    <m:t>0</m:t>
                                  </m:r>
                                  <m:r>
                                    <a:rPr lang="en-US" altLang="ja-JP" sz="2400" i="1">
                                      <a:latin typeface="Cambria Math" panose="02040503050406030204" pitchFamily="18" charset="0"/>
                                    </a:rPr>
                                    <m:t>0</m:t>
                                  </m:r>
                                </m:sub>
                              </m:sSub>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𝑏</m:t>
                                  </m:r>
                                </m:e>
                                <m:sub>
                                  <m:r>
                                    <m:rPr>
                                      <m:brk m:alnAt="7"/>
                                    </m:rPr>
                                    <a:rPr lang="en-US" altLang="ja-JP" sz="2400" i="1">
                                      <a:latin typeface="Cambria Math" panose="02040503050406030204" pitchFamily="18" charset="0"/>
                                    </a:rPr>
                                    <m:t>0</m:t>
                                  </m:r>
                                  <m:r>
                                    <a:rPr lang="en-US" altLang="ja-JP" sz="2400" i="1">
                                      <a:latin typeface="Cambria Math" panose="02040503050406030204" pitchFamily="18" charset="0"/>
                                    </a:rPr>
                                    <m:t>0</m:t>
                                  </m:r>
                                </m:sub>
                              </m:sSub>
                              <m:r>
                                <a:rPr lang="en-US" altLang="ja-JP" sz="2400" b="0" i="1" smtClean="0">
                                  <a:latin typeface="Cambria Math" panose="02040503050406030204" pitchFamily="18" charset="0"/>
                                </a:rPr>
                                <m:t>+</m:t>
                              </m:r>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𝑎</m:t>
                                  </m:r>
                                </m:e>
                                <m:sub>
                                  <m:r>
                                    <m:rPr>
                                      <m:brk m:alnAt="7"/>
                                    </m:rPr>
                                    <a:rPr lang="en-US" altLang="ja-JP" sz="2400" i="1">
                                      <a:latin typeface="Cambria Math" panose="02040503050406030204" pitchFamily="18" charset="0"/>
                                    </a:rPr>
                                    <m:t>0</m:t>
                                  </m:r>
                                  <m:r>
                                    <a:rPr lang="en-US" altLang="ja-JP" sz="2400" b="0" i="1" smtClean="0">
                                      <a:latin typeface="Cambria Math" panose="02040503050406030204" pitchFamily="18" charset="0"/>
                                    </a:rPr>
                                    <m:t>1</m:t>
                                  </m:r>
                                </m:sub>
                              </m:sSub>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𝑏</m:t>
                                  </m:r>
                                </m:e>
                                <m:sub>
                                  <m:r>
                                    <a:rPr lang="en-US" altLang="ja-JP" sz="2400" b="0" i="1" smtClean="0">
                                      <a:latin typeface="Cambria Math" panose="02040503050406030204" pitchFamily="18" charset="0"/>
                                    </a:rPr>
                                    <m:t>1</m:t>
                                  </m:r>
                                  <m:r>
                                    <a:rPr lang="en-US" altLang="ja-JP" sz="2400" i="1">
                                      <a:latin typeface="Cambria Math" panose="02040503050406030204" pitchFamily="18" charset="0"/>
                                    </a:rPr>
                                    <m:t>0</m:t>
                                  </m:r>
                                </m:sub>
                              </m:sSub>
                              <m:r>
                                <a:rPr lang="en-US" altLang="ja-JP" sz="2400" b="0" i="1" smtClean="0">
                                  <a:latin typeface="Cambria Math" panose="02040503050406030204" pitchFamily="18" charset="0"/>
                                </a:rPr>
                                <m:t>)</m:t>
                              </m:r>
                            </m:e>
                            <m:e/>
                          </m:mr>
                          <m:mr>
                            <m:e/>
                            <m:e/>
                          </m:mr>
                        </m:m>
                      </m:e>
                    </m:d>
                  </m:oMath>
                </a14:m>
                <a:r>
                  <a:rPr lang="en-US" altLang="ja-JP" sz="2400" dirty="0"/>
                  <a:t> </a:t>
                </a:r>
              </a:p>
              <a:p>
                <a:endParaRPr lang="en-US" altLang="ja-JP" sz="2400" dirty="0"/>
              </a:p>
              <a:p>
                <a14:m>
                  <m:oMath xmlns:m="http://schemas.openxmlformats.org/officeDocument/2006/math">
                    <m:r>
                      <a:rPr lang="en-US" altLang="ja-JP" sz="2400" b="1" i="1" smtClean="0">
                        <a:solidFill>
                          <a:srgbClr val="FF0000"/>
                        </a:solidFill>
                        <a:latin typeface="Cambria Math" panose="02040503050406030204" pitchFamily="18" charset="0"/>
                      </a:rPr>
                      <m:t>𝑨</m:t>
                    </m:r>
                    <m:r>
                      <a:rPr lang="en-US" altLang="ja-JP" sz="2400" b="1" i="1" smtClean="0">
                        <a:solidFill>
                          <a:srgbClr val="FF0000"/>
                        </a:solidFill>
                        <a:latin typeface="Cambria Math" panose="02040503050406030204" pitchFamily="18" charset="0"/>
                      </a:rPr>
                      <m:t> </m:t>
                    </m:r>
                  </m:oMath>
                </a14:m>
                <a:r>
                  <a:rPr lang="ja-JP" altLang="en-US" sz="2400" b="1" dirty="0">
                    <a:solidFill>
                      <a:srgbClr val="FF0000"/>
                    </a:solidFill>
                  </a:rPr>
                  <a:t>の１行目</a:t>
                </a:r>
                <a:r>
                  <a:rPr lang="ja-JP" altLang="en-US" sz="2400" dirty="0"/>
                  <a:t>と</a:t>
                </a:r>
                <a14:m>
                  <m:oMath xmlns:m="http://schemas.openxmlformats.org/officeDocument/2006/math">
                    <m:r>
                      <a:rPr lang="en-US" altLang="ja-JP" sz="2400" b="1" i="1" smtClean="0">
                        <a:solidFill>
                          <a:srgbClr val="00B050"/>
                        </a:solidFill>
                        <a:latin typeface="Cambria Math" panose="02040503050406030204" pitchFamily="18" charset="0"/>
                      </a:rPr>
                      <m:t>𝑩</m:t>
                    </m:r>
                    <m:r>
                      <a:rPr lang="en-US" altLang="ja-JP" sz="2400" b="1" i="1">
                        <a:solidFill>
                          <a:srgbClr val="00B050"/>
                        </a:solidFill>
                        <a:latin typeface="Cambria Math" panose="02040503050406030204" pitchFamily="18" charset="0"/>
                      </a:rPr>
                      <m:t> </m:t>
                    </m:r>
                  </m:oMath>
                </a14:m>
                <a:r>
                  <a:rPr lang="ja-JP" altLang="en-US" sz="2400" b="1" dirty="0">
                    <a:solidFill>
                      <a:srgbClr val="00B050"/>
                    </a:solidFill>
                  </a:rPr>
                  <a:t>の１列目</a:t>
                </a:r>
                <a:r>
                  <a:rPr lang="ja-JP" altLang="en-US" sz="2400" dirty="0"/>
                  <a:t>の内積の結果が</a:t>
                </a:r>
                <a14:m>
                  <m:oMath xmlns:m="http://schemas.openxmlformats.org/officeDocument/2006/math">
                    <m:r>
                      <a:rPr lang="en-US" altLang="ja-JP" sz="2400" b="1" i="1" smtClean="0">
                        <a:solidFill>
                          <a:srgbClr val="0070C0"/>
                        </a:solidFill>
                        <a:latin typeface="Cambria Math" panose="02040503050406030204" pitchFamily="18" charset="0"/>
                      </a:rPr>
                      <m:t>𝑨𝑩</m:t>
                    </m:r>
                  </m:oMath>
                </a14:m>
                <a:r>
                  <a:rPr lang="ja-JP" altLang="en-US" sz="2400" b="1" dirty="0">
                    <a:solidFill>
                      <a:srgbClr val="0070C0"/>
                    </a:solidFill>
                  </a:rPr>
                  <a:t>の１行１列目</a:t>
                </a:r>
                <a:r>
                  <a:rPr lang="ja-JP" altLang="en-US" sz="2400" dirty="0"/>
                  <a:t>の計算結果になります。</a:t>
                </a:r>
                <a:endParaRPr lang="en-US" altLang="ja-JP" sz="2400" dirty="0"/>
              </a:p>
              <a:p>
                <a:r>
                  <a:rPr lang="ja-JP" altLang="en-US" sz="2400" dirty="0"/>
                  <a:t>これを行と列をずらしながら計算していきます。</a:t>
                </a:r>
                <a:endParaRPr lang="en-US" altLang="ja-JP" sz="2400" dirty="0"/>
              </a:p>
            </p:txBody>
          </p:sp>
        </mc:Choice>
        <mc:Fallback>
          <p:sp>
            <p:nvSpPr>
              <p:cNvPr id="6" name="テキスト ボックス 5">
                <a:extLst>
                  <a:ext uri="{FF2B5EF4-FFF2-40B4-BE49-F238E27FC236}">
                    <a16:creationId xmlns:a16="http://schemas.microsoft.com/office/drawing/2014/main" id="{55830AD6-028B-4C4E-80BF-B70DFC1C3A46}"/>
                  </a:ext>
                </a:extLst>
              </p:cNvPr>
              <p:cNvSpPr txBox="1">
                <a:spLocks noRot="1" noChangeAspect="1" noMove="1" noResize="1" noEditPoints="1" noAdjustHandles="1" noChangeArrowheads="1" noChangeShapeType="1" noTextEdit="1"/>
              </p:cNvSpPr>
              <p:nvPr/>
            </p:nvSpPr>
            <p:spPr>
              <a:xfrm>
                <a:off x="567542" y="1216429"/>
                <a:ext cx="11328742" cy="3714991"/>
              </a:xfrm>
              <a:prstGeom prst="rect">
                <a:avLst/>
              </a:prstGeom>
              <a:blipFill>
                <a:blip r:embed="rId2"/>
                <a:stretch>
                  <a:fillRect l="-807" t="-1314" b="-2791"/>
                </a:stretch>
              </a:blipFill>
            </p:spPr>
            <p:txBody>
              <a:bodyPr/>
              <a:lstStyle/>
              <a:p>
                <a:r>
                  <a:rPr lang="ja-JP" altLang="en-US">
                    <a:noFill/>
                  </a:rPr>
                  <a:t> </a:t>
                </a:r>
              </a:p>
            </p:txBody>
          </p:sp>
        </mc:Fallback>
      </mc:AlternateContent>
      <p:sp>
        <p:nvSpPr>
          <p:cNvPr id="2" name="正方形/長方形 1">
            <a:extLst>
              <a:ext uri="{FF2B5EF4-FFF2-40B4-BE49-F238E27FC236}">
                <a16:creationId xmlns:a16="http://schemas.microsoft.com/office/drawing/2014/main" id="{7DDE7BBA-9B55-4288-B339-BB5646B5EF81}"/>
              </a:ext>
            </a:extLst>
          </p:cNvPr>
          <p:cNvSpPr/>
          <p:nvPr/>
        </p:nvSpPr>
        <p:spPr>
          <a:xfrm>
            <a:off x="1447800" y="3048000"/>
            <a:ext cx="1363133" cy="3810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mc:Choice xmlns:a14="http://schemas.microsoft.com/office/drawing/2010/main" Requires="a14">
          <p:sp>
            <p:nvSpPr>
              <p:cNvPr id="5" name="正方形/長方形 4">
                <a:extLst>
                  <a:ext uri="{FF2B5EF4-FFF2-40B4-BE49-F238E27FC236}">
                    <a16:creationId xmlns:a16="http://schemas.microsoft.com/office/drawing/2014/main" id="{516F7B52-DF15-4A38-B399-35E654BFD4FF}"/>
                  </a:ext>
                </a:extLst>
              </p:cNvPr>
              <p:cNvSpPr/>
              <p:nvPr/>
            </p:nvSpPr>
            <p:spPr>
              <a:xfrm>
                <a:off x="2896228" y="3043613"/>
                <a:ext cx="608971" cy="766079"/>
              </a:xfrm>
              <a:prstGeom prst="rect">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ja-JP" i="1">
                          <a:latin typeface="Cambria Math" panose="02040503050406030204" pitchFamily="18" charset="0"/>
                        </a:rPr>
                        <m:t>𝐴</m:t>
                      </m:r>
                    </m:oMath>
                  </m:oMathPara>
                </a14:m>
                <a:endParaRPr kumimoji="1" lang="ja-JP" altLang="en-US"/>
              </a:p>
            </p:txBody>
          </p:sp>
        </mc:Choice>
        <mc:Fallback>
          <p:sp>
            <p:nvSpPr>
              <p:cNvPr id="5" name="正方形/長方形 4">
                <a:extLst>
                  <a:ext uri="{FF2B5EF4-FFF2-40B4-BE49-F238E27FC236}">
                    <a16:creationId xmlns:a16="http://schemas.microsoft.com/office/drawing/2014/main" id="{516F7B52-DF15-4A38-B399-35E654BFD4FF}"/>
                  </a:ext>
                </a:extLst>
              </p:cNvPr>
              <p:cNvSpPr>
                <a:spLocks noRot="1" noChangeAspect="1" noMove="1" noResize="1" noEditPoints="1" noAdjustHandles="1" noChangeArrowheads="1" noChangeShapeType="1" noTextEdit="1"/>
              </p:cNvSpPr>
              <p:nvPr/>
            </p:nvSpPr>
            <p:spPr>
              <a:xfrm>
                <a:off x="2896228" y="3043613"/>
                <a:ext cx="608971" cy="766079"/>
              </a:xfrm>
              <a:prstGeom prst="rect">
                <a:avLst/>
              </a:prstGeom>
              <a:blipFill>
                <a:blip r:embed="rId3"/>
                <a:stretch>
                  <a:fillRect/>
                </a:stretch>
              </a:blipFill>
              <a:ln w="38100">
                <a:solidFill>
                  <a:srgbClr val="00B050"/>
                </a:solidFill>
              </a:ln>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7" name="正方形/長方形 6">
                <a:extLst>
                  <a:ext uri="{FF2B5EF4-FFF2-40B4-BE49-F238E27FC236}">
                    <a16:creationId xmlns:a16="http://schemas.microsoft.com/office/drawing/2014/main" id="{80FEB6A1-FDCC-452B-BA4F-B3BC77F1115B}"/>
                  </a:ext>
                </a:extLst>
              </p:cNvPr>
              <p:cNvSpPr/>
              <p:nvPr/>
            </p:nvSpPr>
            <p:spPr>
              <a:xfrm>
                <a:off x="4665761" y="3043613"/>
                <a:ext cx="2547838" cy="512387"/>
              </a:xfrm>
              <a:prstGeom prst="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ja-JP" i="1">
                          <a:latin typeface="Cambria Math" panose="02040503050406030204" pitchFamily="18" charset="0"/>
                        </a:rPr>
                        <m:t>𝐴</m:t>
                      </m:r>
                    </m:oMath>
                  </m:oMathPara>
                </a14:m>
                <a:endParaRPr kumimoji="1" lang="ja-JP" altLang="en-US"/>
              </a:p>
            </p:txBody>
          </p:sp>
        </mc:Choice>
        <mc:Fallback>
          <p:sp>
            <p:nvSpPr>
              <p:cNvPr id="7" name="正方形/長方形 6">
                <a:extLst>
                  <a:ext uri="{FF2B5EF4-FFF2-40B4-BE49-F238E27FC236}">
                    <a16:creationId xmlns:a16="http://schemas.microsoft.com/office/drawing/2014/main" id="{80FEB6A1-FDCC-452B-BA4F-B3BC77F1115B}"/>
                  </a:ext>
                </a:extLst>
              </p:cNvPr>
              <p:cNvSpPr>
                <a:spLocks noRot="1" noChangeAspect="1" noMove="1" noResize="1" noEditPoints="1" noAdjustHandles="1" noChangeArrowheads="1" noChangeShapeType="1" noTextEdit="1"/>
              </p:cNvSpPr>
              <p:nvPr/>
            </p:nvSpPr>
            <p:spPr>
              <a:xfrm>
                <a:off x="4665761" y="3043613"/>
                <a:ext cx="2547838" cy="512387"/>
              </a:xfrm>
              <a:prstGeom prst="rect">
                <a:avLst/>
              </a:prstGeom>
              <a:blipFill>
                <a:blip r:embed="rId4"/>
                <a:stretch>
                  <a:fillRect/>
                </a:stretch>
              </a:blipFill>
              <a:ln w="38100">
                <a:solidFill>
                  <a:srgbClr val="0070C0"/>
                </a:solidFill>
              </a:ln>
            </p:spPr>
            <p:txBody>
              <a:bodyPr/>
              <a:lstStyle/>
              <a:p>
                <a:r>
                  <a:rPr lang="ja-JP" altLang="en-US">
                    <a:noFill/>
                  </a:rPr>
                  <a:t> </a:t>
                </a:r>
              </a:p>
            </p:txBody>
          </p:sp>
        </mc:Fallback>
      </mc:AlternateContent>
    </p:spTree>
    <p:extLst>
      <p:ext uri="{BB962C8B-B14F-4D97-AF65-F5344CB8AC3E}">
        <p14:creationId xmlns:p14="http://schemas.microsoft.com/office/powerpoint/2010/main" val="33007848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584636" cy="584775"/>
          </a:xfrm>
          <a:prstGeom prst="rect">
            <a:avLst/>
          </a:prstGeom>
          <a:noFill/>
        </p:spPr>
        <p:txBody>
          <a:bodyPr wrap="none" rtlCol="0">
            <a:spAutoFit/>
          </a:bodyPr>
          <a:lstStyle/>
          <a:p>
            <a:r>
              <a:rPr kumimoji="1" lang="ja-JP" altLang="en-US" sz="3200" b="1" u="sng" dirty="0"/>
              <a:t>行列の掛け算 例題</a:t>
            </a:r>
            <a:endParaRPr kumimoji="1" lang="en-US" altLang="ja-JP" sz="3200" b="1" u="sng" dirty="0"/>
          </a:p>
        </p:txBody>
      </p:sp>
      <mc:AlternateContent xmlns:mc="http://schemas.openxmlformats.org/markup-compatibility/2006">
        <mc:Choice xmlns:a14="http://schemas.microsoft.com/office/drawing/2010/main" Requires="a14">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221453" cy="4815742"/>
              </a:xfrm>
              <a:prstGeom prst="rect">
                <a:avLst/>
              </a:prstGeom>
              <a:noFill/>
            </p:spPr>
            <p:txBody>
              <a:bodyPr wrap="none" rtlCol="0">
                <a:spAutoFit/>
              </a:bodyPr>
              <a:lstStyle/>
              <a:p>
                <a:r>
                  <a:rPr lang="ja-JP" altLang="en-US" sz="2400" dirty="0"/>
                  <a:t>行列</a:t>
                </a:r>
                <a14:m>
                  <m:oMath xmlns:m="http://schemas.openxmlformats.org/officeDocument/2006/math">
                    <m:r>
                      <a:rPr lang="en-US" altLang="ja-JP" sz="2400" b="0" i="1" smtClean="0">
                        <a:latin typeface="Cambria Math" panose="02040503050406030204" pitchFamily="18" charset="0"/>
                      </a:rPr>
                      <m:t>𝐴</m:t>
                    </m:r>
                    <m:r>
                      <a:rPr lang="en-US" altLang="ja-JP" sz="2400" b="0" i="1" smtClean="0">
                        <a:latin typeface="Cambria Math" panose="02040503050406030204" pitchFamily="18" charset="0"/>
                      </a:rPr>
                      <m:t>=</m:t>
                    </m:r>
                    <m:d>
                      <m:dPr>
                        <m:begChr m:val="["/>
                        <m:endChr m:val="]"/>
                        <m:ctrlPr>
                          <a:rPr lang="en-US" altLang="ja-JP" sz="2400" b="0" i="1" smtClean="0">
                            <a:latin typeface="Cambria Math" panose="02040503050406030204" pitchFamily="18" charset="0"/>
                          </a:rPr>
                        </m:ctrlPr>
                      </m:dPr>
                      <m:e>
                        <m:m>
                          <m:mPr>
                            <m:mcs>
                              <m:mc>
                                <m:mcPr>
                                  <m:count m:val="2"/>
                                  <m:mcJc m:val="center"/>
                                </m:mcPr>
                              </m:mc>
                            </m:mcs>
                            <m:ctrlPr>
                              <a:rPr lang="en-US" altLang="ja-JP" sz="2400" b="0" i="1" smtClean="0">
                                <a:latin typeface="Cambria Math" panose="02040503050406030204" pitchFamily="18" charset="0"/>
                              </a:rPr>
                            </m:ctrlPr>
                          </m:mPr>
                          <m:mr>
                            <m:e>
                              <m:r>
                                <m:rPr>
                                  <m:brk m:alnAt="7"/>
                                </m:rPr>
                                <a:rPr lang="en-US" altLang="ja-JP" sz="2400" b="0" i="1" smtClean="0">
                                  <a:latin typeface="Cambria Math" panose="02040503050406030204" pitchFamily="18" charset="0"/>
                                </a:rPr>
                                <m:t>4</m:t>
                              </m:r>
                            </m:e>
                            <m:e>
                              <m:r>
                                <a:rPr lang="en-US" altLang="ja-JP" sz="2400" b="0" i="1" smtClean="0">
                                  <a:latin typeface="Cambria Math" panose="02040503050406030204" pitchFamily="18" charset="0"/>
                                </a:rPr>
                                <m:t>5</m:t>
                              </m:r>
                            </m:e>
                          </m:mr>
                          <m:mr>
                            <m:e>
                              <m:r>
                                <a:rPr lang="en-US" altLang="ja-JP" sz="2400" b="0" i="1" smtClean="0">
                                  <a:latin typeface="Cambria Math" panose="02040503050406030204" pitchFamily="18" charset="0"/>
                                </a:rPr>
                                <m:t>1</m:t>
                              </m:r>
                            </m:e>
                            <m:e>
                              <m:r>
                                <a:rPr lang="en-US" altLang="ja-JP" sz="2400" b="0" i="1" smtClean="0">
                                  <a:latin typeface="Cambria Math" panose="02040503050406030204" pitchFamily="18" charset="0"/>
                                </a:rPr>
                                <m:t>−2</m:t>
                              </m:r>
                            </m:e>
                          </m:mr>
                        </m:m>
                      </m:e>
                    </m:d>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𝐵</m:t>
                    </m:r>
                    <m:r>
                      <a:rPr lang="en-US" altLang="ja-JP" sz="2400" i="1">
                        <a:latin typeface="Cambria Math" panose="02040503050406030204" pitchFamily="18" charset="0"/>
                      </a:rPr>
                      <m:t>=</m:t>
                    </m:r>
                    <m:d>
                      <m:dPr>
                        <m:begChr m:val="["/>
                        <m:endChr m:val="]"/>
                        <m:ctrlPr>
                          <a:rPr lang="en-US" altLang="ja-JP" sz="2400" i="1">
                            <a:latin typeface="Cambria Math" panose="02040503050406030204" pitchFamily="18" charset="0"/>
                          </a:rPr>
                        </m:ctrlPr>
                      </m:dPr>
                      <m:e>
                        <m:m>
                          <m:mPr>
                            <m:mcs>
                              <m:mc>
                                <m:mcPr>
                                  <m:count m:val="2"/>
                                  <m:mcJc m:val="center"/>
                                </m:mcPr>
                              </m:mc>
                            </m:mcs>
                            <m:ctrlPr>
                              <a:rPr lang="en-US" altLang="ja-JP" sz="2400" i="1">
                                <a:latin typeface="Cambria Math" panose="02040503050406030204" pitchFamily="18" charset="0"/>
                              </a:rPr>
                            </m:ctrlPr>
                          </m:mPr>
                          <m:mr>
                            <m:e>
                              <m:r>
                                <a:rPr lang="en-US" altLang="ja-JP" sz="2400" b="0" i="1" smtClean="0">
                                  <a:latin typeface="Cambria Math" panose="02040503050406030204" pitchFamily="18" charset="0"/>
                                </a:rPr>
                                <m:t>0</m:t>
                              </m:r>
                            </m:e>
                            <m:e>
                              <m:r>
                                <a:rPr lang="en-US" altLang="ja-JP" sz="2400" b="0" i="1" smtClean="0">
                                  <a:latin typeface="Cambria Math" panose="02040503050406030204" pitchFamily="18" charset="0"/>
                                </a:rPr>
                                <m:t>−1</m:t>
                              </m:r>
                            </m:e>
                          </m:mr>
                          <m:mr>
                            <m:e>
                              <m:r>
                                <a:rPr lang="en-US" altLang="ja-JP" sz="2400" b="0" i="1" smtClean="0">
                                  <a:latin typeface="Cambria Math" panose="02040503050406030204" pitchFamily="18" charset="0"/>
                                </a:rPr>
                                <m:t>−3</m:t>
                              </m:r>
                            </m:e>
                            <m:e>
                              <m:r>
                                <a:rPr lang="en-US" altLang="ja-JP" sz="2400" b="0" i="1" smtClean="0">
                                  <a:latin typeface="Cambria Math" panose="02040503050406030204" pitchFamily="18" charset="0"/>
                                </a:rPr>
                                <m:t>2</m:t>
                              </m:r>
                            </m:e>
                          </m:mr>
                        </m:m>
                      </m:e>
                    </m:d>
                  </m:oMath>
                </a14:m>
                <a:r>
                  <a:rPr lang="ja-JP" altLang="en-US" sz="2400" dirty="0"/>
                  <a:t>のとき</a:t>
                </a:r>
                <a14:m>
                  <m:oMath xmlns:m="http://schemas.openxmlformats.org/officeDocument/2006/math">
                    <m:r>
                      <m:rPr>
                        <m:sty m:val="p"/>
                      </m:rPr>
                      <a:rPr lang="en-US" altLang="ja-JP" sz="2400" b="0" i="0" smtClean="0">
                        <a:latin typeface="Cambria Math" panose="02040503050406030204" pitchFamily="18" charset="0"/>
                      </a:rPr>
                      <m:t>A</m:t>
                    </m:r>
                    <m:r>
                      <a:rPr lang="en-US" altLang="ja-JP" sz="2400" i="1">
                        <a:latin typeface="Cambria Math" panose="02040503050406030204" pitchFamily="18" charset="0"/>
                      </a:rPr>
                      <m:t>𝐵</m:t>
                    </m:r>
                  </m:oMath>
                </a14:m>
                <a:r>
                  <a:rPr lang="ja-JP" altLang="en-US" sz="2400" dirty="0"/>
                  <a:t>を求めなさい</a:t>
                </a:r>
                <a:endParaRPr lang="en-US" altLang="ja-JP" sz="2400" dirty="0"/>
              </a:p>
              <a:p>
                <a:endParaRPr lang="en-US" altLang="ja-JP" sz="2400" dirty="0"/>
              </a:p>
              <a:p>
                <a14:m>
                  <m:oMath xmlns:m="http://schemas.openxmlformats.org/officeDocument/2006/math">
                    <m:r>
                      <a:rPr lang="en-US" altLang="ja-JP" sz="2400" b="0" i="1" smtClean="0">
                        <a:latin typeface="Cambria Math" panose="02040503050406030204" pitchFamily="18" charset="0"/>
                      </a:rPr>
                      <m:t>𝐴𝐵</m:t>
                    </m:r>
                    <m:r>
                      <a:rPr lang="en-US" altLang="ja-JP" sz="2400" b="0" i="1" smtClean="0">
                        <a:latin typeface="Cambria Math" panose="02040503050406030204" pitchFamily="18" charset="0"/>
                      </a:rPr>
                      <m:t>=</m:t>
                    </m:r>
                    <m:d>
                      <m:dPr>
                        <m:begChr m:val="["/>
                        <m:endChr m:val="]"/>
                        <m:ctrlPr>
                          <a:rPr lang="en-US" altLang="ja-JP" sz="2400" i="1">
                            <a:latin typeface="Cambria Math" panose="02040503050406030204" pitchFamily="18" charset="0"/>
                          </a:rPr>
                        </m:ctrlPr>
                      </m:dPr>
                      <m:e>
                        <m:m>
                          <m:mPr>
                            <m:mcs>
                              <m:mc>
                                <m:mcPr>
                                  <m:count m:val="2"/>
                                  <m:mcJc m:val="center"/>
                                </m:mcPr>
                              </m:mc>
                            </m:mcs>
                            <m:ctrlPr>
                              <a:rPr lang="en-US" altLang="ja-JP" sz="2400" i="1">
                                <a:latin typeface="Cambria Math" panose="02040503050406030204" pitchFamily="18" charset="0"/>
                              </a:rPr>
                            </m:ctrlPr>
                          </m:mPr>
                          <m:mr>
                            <m:e>
                              <m:r>
                                <m:rPr>
                                  <m:brk m:alnAt="7"/>
                                </m:rPr>
                                <a:rPr lang="en-US" altLang="ja-JP" sz="2400" i="1" smtClean="0">
                                  <a:solidFill>
                                    <a:srgbClr val="FF0000"/>
                                  </a:solidFill>
                                  <a:latin typeface="Cambria Math" panose="02040503050406030204" pitchFamily="18" charset="0"/>
                                </a:rPr>
                                <m:t>4</m:t>
                              </m:r>
                            </m:e>
                            <m:e>
                              <m:r>
                                <a:rPr lang="en-US" altLang="ja-JP" sz="2400" i="1" smtClean="0">
                                  <a:solidFill>
                                    <a:srgbClr val="FF0000"/>
                                  </a:solidFill>
                                  <a:latin typeface="Cambria Math" panose="02040503050406030204" pitchFamily="18" charset="0"/>
                                </a:rPr>
                                <m:t>5</m:t>
                              </m:r>
                            </m:e>
                          </m:mr>
                          <m:mr>
                            <m:e>
                              <m:r>
                                <a:rPr lang="en-US" altLang="ja-JP" sz="2400" i="1">
                                  <a:latin typeface="Cambria Math" panose="02040503050406030204" pitchFamily="18" charset="0"/>
                                </a:rPr>
                                <m:t>1</m:t>
                              </m:r>
                            </m:e>
                            <m:e>
                              <m:r>
                                <a:rPr lang="en-US" altLang="ja-JP" sz="2400" i="1">
                                  <a:latin typeface="Cambria Math" panose="02040503050406030204" pitchFamily="18" charset="0"/>
                                </a:rPr>
                                <m:t>−2</m:t>
                              </m:r>
                            </m:e>
                          </m:mr>
                        </m:m>
                      </m:e>
                    </m:d>
                    <m:d>
                      <m:dPr>
                        <m:begChr m:val="["/>
                        <m:endChr m:val="]"/>
                        <m:ctrlPr>
                          <a:rPr lang="en-US" altLang="ja-JP" sz="2400" i="1">
                            <a:latin typeface="Cambria Math" panose="02040503050406030204" pitchFamily="18" charset="0"/>
                          </a:rPr>
                        </m:ctrlPr>
                      </m:dPr>
                      <m:e>
                        <m:m>
                          <m:mPr>
                            <m:mcs>
                              <m:mc>
                                <m:mcPr>
                                  <m:count m:val="2"/>
                                  <m:mcJc m:val="center"/>
                                </m:mcPr>
                              </m:mc>
                            </m:mcs>
                            <m:ctrlPr>
                              <a:rPr lang="en-US" altLang="ja-JP" sz="2400" i="1">
                                <a:latin typeface="Cambria Math" panose="02040503050406030204" pitchFamily="18" charset="0"/>
                              </a:rPr>
                            </m:ctrlPr>
                          </m:mPr>
                          <m:mr>
                            <m:e>
                              <m:r>
                                <a:rPr lang="en-US" altLang="ja-JP" sz="2400" i="1" smtClean="0">
                                  <a:solidFill>
                                    <a:srgbClr val="00B050"/>
                                  </a:solidFill>
                                  <a:latin typeface="Cambria Math" panose="02040503050406030204" pitchFamily="18" charset="0"/>
                                </a:rPr>
                                <m:t>0</m:t>
                              </m:r>
                            </m:e>
                            <m:e>
                              <m:r>
                                <a:rPr lang="en-US" altLang="ja-JP" sz="2400" i="1">
                                  <a:latin typeface="Cambria Math" panose="02040503050406030204" pitchFamily="18" charset="0"/>
                                </a:rPr>
                                <m:t>−1</m:t>
                              </m:r>
                            </m:e>
                          </m:mr>
                          <m:mr>
                            <m:e>
                              <m:r>
                                <a:rPr lang="en-US" altLang="ja-JP" sz="2400" i="1" smtClean="0">
                                  <a:solidFill>
                                    <a:srgbClr val="00B050"/>
                                  </a:solidFill>
                                  <a:latin typeface="Cambria Math" panose="02040503050406030204" pitchFamily="18" charset="0"/>
                                </a:rPr>
                                <m:t>−3</m:t>
                              </m:r>
                            </m:e>
                            <m:e>
                              <m:r>
                                <a:rPr lang="en-US" altLang="ja-JP" sz="2400" i="1">
                                  <a:latin typeface="Cambria Math" panose="02040503050406030204" pitchFamily="18" charset="0"/>
                                </a:rPr>
                                <m:t>2</m:t>
                              </m:r>
                            </m:e>
                          </m:mr>
                        </m:m>
                      </m:e>
                    </m:d>
                    <m:r>
                      <a:rPr lang="en-US" altLang="ja-JP" sz="2400" b="0" i="1" smtClean="0">
                        <a:latin typeface="Cambria Math" panose="02040503050406030204" pitchFamily="18" charset="0"/>
                      </a:rPr>
                      <m:t>=</m:t>
                    </m:r>
                    <m:d>
                      <m:dPr>
                        <m:begChr m:val="["/>
                        <m:endChr m:val="]"/>
                        <m:ctrlPr>
                          <a:rPr lang="en-US" altLang="ja-JP" sz="2400" i="1">
                            <a:latin typeface="Cambria Math" panose="02040503050406030204" pitchFamily="18" charset="0"/>
                          </a:rPr>
                        </m:ctrlPr>
                      </m:dPr>
                      <m:e>
                        <m:m>
                          <m:mPr>
                            <m:mcs>
                              <m:mc>
                                <m:mcPr>
                                  <m:count m:val="2"/>
                                  <m:mcJc m:val="center"/>
                                </m:mcPr>
                              </m:mc>
                            </m:mcs>
                            <m:ctrlPr>
                              <a:rPr lang="en-US" altLang="ja-JP" sz="2400" i="1">
                                <a:latin typeface="Cambria Math" panose="02040503050406030204" pitchFamily="18" charset="0"/>
                              </a:rPr>
                            </m:ctrlPr>
                          </m:mPr>
                          <m:mr>
                            <m:e>
                              <m:r>
                                <a:rPr lang="en-US" altLang="ja-JP" sz="2400" b="0" i="1" smtClean="0">
                                  <a:solidFill>
                                    <a:srgbClr val="0070C0"/>
                                  </a:solidFill>
                                  <a:latin typeface="Cambria Math" panose="02040503050406030204" pitchFamily="18" charset="0"/>
                                </a:rPr>
                                <m:t>4</m:t>
                              </m:r>
                              <m:r>
                                <a:rPr lang="en-US" altLang="ja-JP" sz="2400" i="1">
                                  <a:solidFill>
                                    <a:srgbClr val="0070C0"/>
                                  </a:solidFill>
                                  <a:latin typeface="Cambria Math" panose="02040503050406030204" pitchFamily="18" charset="0"/>
                                </a:rPr>
                                <m:t>×</m:t>
                              </m:r>
                              <m:r>
                                <a:rPr lang="en-US" altLang="ja-JP" sz="2400" b="0" i="1" smtClean="0">
                                  <a:solidFill>
                                    <a:srgbClr val="0070C0"/>
                                  </a:solidFill>
                                  <a:latin typeface="Cambria Math" panose="02040503050406030204" pitchFamily="18" charset="0"/>
                                </a:rPr>
                                <m:t>0+5</m:t>
                              </m:r>
                              <m:r>
                                <a:rPr lang="en-US" altLang="ja-JP" sz="2400" i="1">
                                  <a:solidFill>
                                    <a:srgbClr val="0070C0"/>
                                  </a:solidFill>
                                  <a:latin typeface="Cambria Math" panose="02040503050406030204" pitchFamily="18" charset="0"/>
                                </a:rPr>
                                <m:t>×</m:t>
                              </m:r>
                              <m:r>
                                <a:rPr lang="en-US" altLang="ja-JP" sz="2400" b="0" i="1" smtClean="0">
                                  <a:solidFill>
                                    <a:srgbClr val="0070C0"/>
                                  </a:solidFill>
                                  <a:latin typeface="Cambria Math" panose="02040503050406030204" pitchFamily="18" charset="0"/>
                                </a:rPr>
                                <m:t>−3</m:t>
                              </m:r>
                            </m:e>
                            <m:e/>
                          </m:mr>
                          <m:mr>
                            <m:e/>
                            <m:e/>
                          </m:mr>
                        </m:m>
                      </m:e>
                    </m:d>
                  </m:oMath>
                </a14:m>
                <a:r>
                  <a:rPr lang="en-US" altLang="ja-JP" sz="2400" dirty="0"/>
                  <a:t> </a:t>
                </a:r>
                <a:r>
                  <a:rPr lang="en-US" altLang="ja-JP" sz="2400" dirty="0">
                    <a:solidFill>
                      <a:srgbClr val="FF0000"/>
                    </a:solidFill>
                  </a:rPr>
                  <a:t>1</a:t>
                </a:r>
                <a:r>
                  <a:rPr lang="ja-JP" altLang="en-US" sz="2400" dirty="0">
                    <a:solidFill>
                      <a:srgbClr val="FF0000"/>
                    </a:solidFill>
                  </a:rPr>
                  <a:t>行目</a:t>
                </a:r>
                <a:r>
                  <a:rPr lang="ja-JP" altLang="en-US" sz="2400" dirty="0"/>
                  <a:t>・</a:t>
                </a:r>
                <a:r>
                  <a:rPr lang="en-US" altLang="ja-JP" sz="2400" dirty="0">
                    <a:solidFill>
                      <a:srgbClr val="00B050"/>
                    </a:solidFill>
                  </a:rPr>
                  <a:t>1</a:t>
                </a:r>
                <a:r>
                  <a:rPr lang="ja-JP" altLang="en-US" sz="2400" dirty="0">
                    <a:solidFill>
                      <a:srgbClr val="00B050"/>
                    </a:solidFill>
                  </a:rPr>
                  <a:t>列目</a:t>
                </a:r>
                <a:r>
                  <a:rPr lang="ja-JP" altLang="en-US" sz="2400" dirty="0"/>
                  <a:t>＝</a:t>
                </a:r>
                <a:r>
                  <a:rPr lang="en-US" altLang="ja-JP" sz="2400" dirty="0">
                    <a:solidFill>
                      <a:srgbClr val="0070C0"/>
                    </a:solidFill>
                  </a:rPr>
                  <a:t>1</a:t>
                </a:r>
                <a:r>
                  <a:rPr lang="ja-JP" altLang="en-US" sz="2400" dirty="0">
                    <a:solidFill>
                      <a:srgbClr val="0070C0"/>
                    </a:solidFill>
                  </a:rPr>
                  <a:t>行</a:t>
                </a:r>
                <a:r>
                  <a:rPr lang="en-US" altLang="ja-JP" sz="2400" dirty="0">
                    <a:solidFill>
                      <a:srgbClr val="0070C0"/>
                    </a:solidFill>
                  </a:rPr>
                  <a:t>1</a:t>
                </a:r>
                <a:r>
                  <a:rPr lang="ja-JP" altLang="en-US" sz="2400" dirty="0">
                    <a:solidFill>
                      <a:srgbClr val="0070C0"/>
                    </a:solidFill>
                  </a:rPr>
                  <a:t>列目</a:t>
                </a:r>
                <a:endParaRPr lang="en-US" altLang="ja-JP" sz="2400" dirty="0">
                  <a:solidFill>
                    <a:srgbClr val="0070C0"/>
                  </a:solidFill>
                </a:endParaRPr>
              </a:p>
              <a:p>
                <a:endParaRPr lang="en-US" altLang="ja-JP" sz="2400" dirty="0"/>
              </a:p>
              <a:p>
                <a14:m>
                  <m:oMath xmlns:m="http://schemas.openxmlformats.org/officeDocument/2006/math">
                    <m:d>
                      <m:dPr>
                        <m:begChr m:val="["/>
                        <m:endChr m:val="]"/>
                        <m:ctrlPr>
                          <a:rPr lang="en-US" altLang="ja-JP" sz="2400" i="1">
                            <a:latin typeface="Cambria Math" panose="02040503050406030204" pitchFamily="18" charset="0"/>
                          </a:rPr>
                        </m:ctrlPr>
                      </m:dPr>
                      <m:e>
                        <m:m>
                          <m:mPr>
                            <m:mcs>
                              <m:mc>
                                <m:mcPr>
                                  <m:count m:val="2"/>
                                  <m:mcJc m:val="center"/>
                                </m:mcPr>
                              </m:mc>
                            </m:mcs>
                            <m:ctrlPr>
                              <a:rPr lang="en-US" altLang="ja-JP" sz="2400" i="1">
                                <a:latin typeface="Cambria Math" panose="02040503050406030204" pitchFamily="18" charset="0"/>
                              </a:rPr>
                            </m:ctrlPr>
                          </m:mPr>
                          <m:mr>
                            <m:e>
                              <m:r>
                                <m:rPr>
                                  <m:brk m:alnAt="7"/>
                                </m:rPr>
                                <a:rPr lang="en-US" altLang="ja-JP" sz="2400" i="1" smtClean="0">
                                  <a:solidFill>
                                    <a:srgbClr val="FF0000"/>
                                  </a:solidFill>
                                  <a:latin typeface="Cambria Math" panose="02040503050406030204" pitchFamily="18" charset="0"/>
                                </a:rPr>
                                <m:t>4</m:t>
                              </m:r>
                            </m:e>
                            <m:e>
                              <m:r>
                                <a:rPr lang="en-US" altLang="ja-JP" sz="2400" i="1" smtClean="0">
                                  <a:solidFill>
                                    <a:srgbClr val="FF0000"/>
                                  </a:solidFill>
                                  <a:latin typeface="Cambria Math" panose="02040503050406030204" pitchFamily="18" charset="0"/>
                                </a:rPr>
                                <m:t>5</m:t>
                              </m:r>
                            </m:e>
                          </m:mr>
                          <m:mr>
                            <m:e>
                              <m:r>
                                <a:rPr lang="en-US" altLang="ja-JP" sz="2400" i="1">
                                  <a:latin typeface="Cambria Math" panose="02040503050406030204" pitchFamily="18" charset="0"/>
                                </a:rPr>
                                <m:t>1</m:t>
                              </m:r>
                            </m:e>
                            <m:e>
                              <m:r>
                                <a:rPr lang="en-US" altLang="ja-JP" sz="2400" i="1">
                                  <a:latin typeface="Cambria Math" panose="02040503050406030204" pitchFamily="18" charset="0"/>
                                </a:rPr>
                                <m:t>−2</m:t>
                              </m:r>
                            </m:e>
                          </m:mr>
                        </m:m>
                      </m:e>
                    </m:d>
                    <m:d>
                      <m:dPr>
                        <m:begChr m:val="["/>
                        <m:endChr m:val="]"/>
                        <m:ctrlPr>
                          <a:rPr lang="en-US" altLang="ja-JP" sz="2400" i="1">
                            <a:latin typeface="Cambria Math" panose="02040503050406030204" pitchFamily="18" charset="0"/>
                          </a:rPr>
                        </m:ctrlPr>
                      </m:dPr>
                      <m:e>
                        <m:m>
                          <m:mPr>
                            <m:mcs>
                              <m:mc>
                                <m:mcPr>
                                  <m:count m:val="2"/>
                                  <m:mcJc m:val="center"/>
                                </m:mcPr>
                              </m:mc>
                            </m:mcs>
                            <m:ctrlPr>
                              <a:rPr lang="en-US" altLang="ja-JP" sz="2400" i="1">
                                <a:latin typeface="Cambria Math" panose="02040503050406030204" pitchFamily="18" charset="0"/>
                              </a:rPr>
                            </m:ctrlPr>
                          </m:mPr>
                          <m:mr>
                            <m:e>
                              <m:r>
                                <a:rPr lang="en-US" altLang="ja-JP" sz="2400" i="1">
                                  <a:latin typeface="Cambria Math" panose="02040503050406030204" pitchFamily="18" charset="0"/>
                                </a:rPr>
                                <m:t>0</m:t>
                              </m:r>
                            </m:e>
                            <m:e>
                              <m:r>
                                <a:rPr lang="en-US" altLang="ja-JP" sz="2400" i="1" smtClean="0">
                                  <a:solidFill>
                                    <a:srgbClr val="00B050"/>
                                  </a:solidFill>
                                  <a:latin typeface="Cambria Math" panose="02040503050406030204" pitchFamily="18" charset="0"/>
                                </a:rPr>
                                <m:t>−1</m:t>
                              </m:r>
                            </m:e>
                          </m:mr>
                          <m:mr>
                            <m:e>
                              <m:r>
                                <a:rPr lang="en-US" altLang="ja-JP" sz="2400" i="1">
                                  <a:latin typeface="Cambria Math" panose="02040503050406030204" pitchFamily="18" charset="0"/>
                                </a:rPr>
                                <m:t>−3</m:t>
                              </m:r>
                            </m:e>
                            <m:e>
                              <m:r>
                                <a:rPr lang="en-US" altLang="ja-JP" sz="2400" i="1" smtClean="0">
                                  <a:solidFill>
                                    <a:srgbClr val="00B050"/>
                                  </a:solidFill>
                                  <a:latin typeface="Cambria Math" panose="02040503050406030204" pitchFamily="18" charset="0"/>
                                </a:rPr>
                                <m:t>2</m:t>
                              </m:r>
                            </m:e>
                          </m:mr>
                        </m:m>
                      </m:e>
                    </m:d>
                    <m:r>
                      <a:rPr lang="en-US" altLang="ja-JP" sz="2400" b="0" i="1" smtClean="0">
                        <a:latin typeface="Cambria Math" panose="02040503050406030204" pitchFamily="18" charset="0"/>
                      </a:rPr>
                      <m:t>=</m:t>
                    </m:r>
                    <m:d>
                      <m:dPr>
                        <m:begChr m:val="["/>
                        <m:endChr m:val="]"/>
                        <m:ctrlPr>
                          <a:rPr lang="en-US" altLang="ja-JP" sz="2400" i="1">
                            <a:latin typeface="Cambria Math" panose="02040503050406030204" pitchFamily="18" charset="0"/>
                          </a:rPr>
                        </m:ctrlPr>
                      </m:dPr>
                      <m:e>
                        <m:m>
                          <m:mPr>
                            <m:mcs>
                              <m:mc>
                                <m:mcPr>
                                  <m:count m:val="2"/>
                                  <m:mcJc m:val="center"/>
                                </m:mcPr>
                              </m:mc>
                            </m:mcs>
                            <m:ctrlPr>
                              <a:rPr lang="en-US" altLang="ja-JP" sz="2400" i="1">
                                <a:latin typeface="Cambria Math" panose="02040503050406030204" pitchFamily="18" charset="0"/>
                              </a:rPr>
                            </m:ctrlPr>
                          </m:mPr>
                          <m:mr>
                            <m:e>
                              <m:r>
                                <a:rPr lang="en-US" altLang="ja-JP" sz="2400" b="0" i="1" smtClean="0">
                                  <a:latin typeface="Cambria Math" panose="02040503050406030204" pitchFamily="18" charset="0"/>
                                </a:rPr>
                                <m:t>−15</m:t>
                              </m:r>
                            </m:e>
                            <m:e>
                              <m:r>
                                <a:rPr lang="en-US" altLang="ja-JP" sz="2400" i="1" smtClean="0">
                                  <a:solidFill>
                                    <a:srgbClr val="0070C0"/>
                                  </a:solidFill>
                                  <a:latin typeface="Cambria Math" panose="02040503050406030204" pitchFamily="18" charset="0"/>
                                </a:rPr>
                                <m:t>4</m:t>
                              </m:r>
                              <m:r>
                                <a:rPr lang="en-US" altLang="ja-JP" sz="2400" i="1">
                                  <a:solidFill>
                                    <a:srgbClr val="0070C0"/>
                                  </a:solidFill>
                                  <a:latin typeface="Cambria Math" panose="02040503050406030204" pitchFamily="18" charset="0"/>
                                </a:rPr>
                                <m:t>×</m:t>
                              </m:r>
                              <m:r>
                                <a:rPr lang="en-US" altLang="ja-JP" sz="2400" b="0" i="1" smtClean="0">
                                  <a:solidFill>
                                    <a:srgbClr val="0070C0"/>
                                  </a:solidFill>
                                  <a:latin typeface="Cambria Math" panose="02040503050406030204" pitchFamily="18" charset="0"/>
                                </a:rPr>
                                <m:t>(−1)</m:t>
                              </m:r>
                              <m:r>
                                <a:rPr lang="en-US" altLang="ja-JP" sz="2400" i="1">
                                  <a:solidFill>
                                    <a:srgbClr val="0070C0"/>
                                  </a:solidFill>
                                  <a:latin typeface="Cambria Math" panose="02040503050406030204" pitchFamily="18" charset="0"/>
                                </a:rPr>
                                <m:t>+5</m:t>
                              </m:r>
                              <m:r>
                                <a:rPr lang="en-US" altLang="ja-JP" sz="2400" i="1">
                                  <a:solidFill>
                                    <a:srgbClr val="0070C0"/>
                                  </a:solidFill>
                                  <a:latin typeface="Cambria Math" panose="02040503050406030204" pitchFamily="18" charset="0"/>
                                </a:rPr>
                                <m:t>×</m:t>
                              </m:r>
                              <m:r>
                                <a:rPr lang="en-US" altLang="ja-JP" sz="2400" b="0" i="1" smtClean="0">
                                  <a:solidFill>
                                    <a:srgbClr val="0070C0"/>
                                  </a:solidFill>
                                  <a:latin typeface="Cambria Math" panose="02040503050406030204" pitchFamily="18" charset="0"/>
                                </a:rPr>
                                <m:t>2</m:t>
                              </m:r>
                            </m:e>
                          </m:mr>
                          <m:mr>
                            <m:e/>
                            <m:e/>
                          </m:mr>
                        </m:m>
                      </m:e>
                    </m:d>
                  </m:oMath>
                </a14:m>
                <a:r>
                  <a:rPr lang="en-US" altLang="ja-JP" sz="2400" dirty="0"/>
                  <a:t> </a:t>
                </a:r>
                <a:r>
                  <a:rPr lang="en-US" altLang="ja-JP" sz="2400" dirty="0">
                    <a:solidFill>
                      <a:srgbClr val="FF0000"/>
                    </a:solidFill>
                  </a:rPr>
                  <a:t>1</a:t>
                </a:r>
                <a:r>
                  <a:rPr lang="ja-JP" altLang="en-US" sz="2400" dirty="0">
                    <a:solidFill>
                      <a:srgbClr val="FF0000"/>
                    </a:solidFill>
                  </a:rPr>
                  <a:t>行目</a:t>
                </a:r>
                <a:r>
                  <a:rPr lang="ja-JP" altLang="en-US" sz="2400" dirty="0"/>
                  <a:t>・</a:t>
                </a:r>
                <a:r>
                  <a:rPr lang="en-US" altLang="ja-JP" sz="2400" dirty="0">
                    <a:solidFill>
                      <a:srgbClr val="00B050"/>
                    </a:solidFill>
                  </a:rPr>
                  <a:t>2</a:t>
                </a:r>
                <a:r>
                  <a:rPr lang="ja-JP" altLang="en-US" sz="2400" dirty="0">
                    <a:solidFill>
                      <a:srgbClr val="00B050"/>
                    </a:solidFill>
                  </a:rPr>
                  <a:t>列目</a:t>
                </a:r>
                <a:r>
                  <a:rPr lang="ja-JP" altLang="en-US" sz="2400" dirty="0"/>
                  <a:t>＝</a:t>
                </a:r>
                <a:r>
                  <a:rPr lang="en-US" altLang="ja-JP" sz="2400" dirty="0">
                    <a:solidFill>
                      <a:srgbClr val="0070C0"/>
                    </a:solidFill>
                  </a:rPr>
                  <a:t>1</a:t>
                </a:r>
                <a:r>
                  <a:rPr lang="ja-JP" altLang="en-US" sz="2400" dirty="0">
                    <a:solidFill>
                      <a:srgbClr val="0070C0"/>
                    </a:solidFill>
                  </a:rPr>
                  <a:t>行</a:t>
                </a:r>
                <a:r>
                  <a:rPr lang="en-US" altLang="ja-JP" sz="2400" dirty="0">
                    <a:solidFill>
                      <a:srgbClr val="0070C0"/>
                    </a:solidFill>
                  </a:rPr>
                  <a:t>2</a:t>
                </a:r>
                <a:r>
                  <a:rPr lang="ja-JP" altLang="en-US" sz="2400" dirty="0">
                    <a:solidFill>
                      <a:srgbClr val="0070C0"/>
                    </a:solidFill>
                  </a:rPr>
                  <a:t>列目</a:t>
                </a:r>
                <a:endParaRPr lang="en-US" altLang="ja-JP" sz="2400" dirty="0">
                  <a:solidFill>
                    <a:srgbClr val="0070C0"/>
                  </a:solidFill>
                </a:endParaRPr>
              </a:p>
              <a:p>
                <a:endParaRPr lang="en-US" altLang="ja-JP" sz="2400" dirty="0"/>
              </a:p>
              <a:p>
                <a14:m>
                  <m:oMath xmlns:m="http://schemas.openxmlformats.org/officeDocument/2006/math">
                    <m:d>
                      <m:dPr>
                        <m:begChr m:val="["/>
                        <m:endChr m:val="]"/>
                        <m:ctrlPr>
                          <a:rPr lang="en-US" altLang="ja-JP" sz="2400" i="1" smtClean="0">
                            <a:latin typeface="Cambria Math" panose="02040503050406030204" pitchFamily="18" charset="0"/>
                          </a:rPr>
                        </m:ctrlPr>
                      </m:dPr>
                      <m:e>
                        <m:m>
                          <m:mPr>
                            <m:mcs>
                              <m:mc>
                                <m:mcPr>
                                  <m:count m:val="2"/>
                                  <m:mcJc m:val="center"/>
                                </m:mcPr>
                              </m:mc>
                            </m:mcs>
                            <m:ctrlPr>
                              <a:rPr lang="en-US" altLang="ja-JP" sz="2400" i="1">
                                <a:latin typeface="Cambria Math" panose="02040503050406030204" pitchFamily="18" charset="0"/>
                              </a:rPr>
                            </m:ctrlPr>
                          </m:mPr>
                          <m:mr>
                            <m:e>
                              <m:r>
                                <m:rPr>
                                  <m:brk m:alnAt="7"/>
                                </m:rPr>
                                <a:rPr lang="en-US" altLang="ja-JP" sz="2400" i="1">
                                  <a:latin typeface="Cambria Math" panose="02040503050406030204" pitchFamily="18" charset="0"/>
                                </a:rPr>
                                <m:t>4</m:t>
                              </m:r>
                            </m:e>
                            <m:e>
                              <m:r>
                                <a:rPr lang="en-US" altLang="ja-JP" sz="2400" i="1">
                                  <a:latin typeface="Cambria Math" panose="02040503050406030204" pitchFamily="18" charset="0"/>
                                </a:rPr>
                                <m:t>5</m:t>
                              </m:r>
                            </m:e>
                          </m:mr>
                          <m:mr>
                            <m:e>
                              <m:r>
                                <a:rPr lang="en-US" altLang="ja-JP" sz="2400" i="1" smtClean="0">
                                  <a:solidFill>
                                    <a:srgbClr val="FF0000"/>
                                  </a:solidFill>
                                  <a:latin typeface="Cambria Math" panose="02040503050406030204" pitchFamily="18" charset="0"/>
                                </a:rPr>
                                <m:t>1</m:t>
                              </m:r>
                            </m:e>
                            <m:e>
                              <m:r>
                                <a:rPr lang="en-US" altLang="ja-JP" sz="2400" i="1" smtClean="0">
                                  <a:solidFill>
                                    <a:srgbClr val="FF0000"/>
                                  </a:solidFill>
                                  <a:latin typeface="Cambria Math" panose="02040503050406030204" pitchFamily="18" charset="0"/>
                                </a:rPr>
                                <m:t>−2</m:t>
                              </m:r>
                            </m:e>
                          </m:mr>
                        </m:m>
                      </m:e>
                    </m:d>
                    <m:d>
                      <m:dPr>
                        <m:begChr m:val="["/>
                        <m:endChr m:val="]"/>
                        <m:ctrlPr>
                          <a:rPr lang="en-US" altLang="ja-JP" sz="2400" i="1">
                            <a:latin typeface="Cambria Math" panose="02040503050406030204" pitchFamily="18" charset="0"/>
                          </a:rPr>
                        </m:ctrlPr>
                      </m:dPr>
                      <m:e>
                        <m:m>
                          <m:mPr>
                            <m:mcs>
                              <m:mc>
                                <m:mcPr>
                                  <m:count m:val="2"/>
                                  <m:mcJc m:val="center"/>
                                </m:mcPr>
                              </m:mc>
                            </m:mcs>
                            <m:ctrlPr>
                              <a:rPr lang="en-US" altLang="ja-JP" sz="2400" i="1">
                                <a:latin typeface="Cambria Math" panose="02040503050406030204" pitchFamily="18" charset="0"/>
                              </a:rPr>
                            </m:ctrlPr>
                          </m:mPr>
                          <m:mr>
                            <m:e>
                              <m:r>
                                <a:rPr lang="en-US" altLang="ja-JP" sz="2400" i="1" smtClean="0">
                                  <a:solidFill>
                                    <a:srgbClr val="00B050"/>
                                  </a:solidFill>
                                  <a:latin typeface="Cambria Math" panose="02040503050406030204" pitchFamily="18" charset="0"/>
                                </a:rPr>
                                <m:t>0</m:t>
                              </m:r>
                            </m:e>
                            <m:e>
                              <m:r>
                                <a:rPr lang="en-US" altLang="ja-JP" sz="2400" i="1">
                                  <a:latin typeface="Cambria Math" panose="02040503050406030204" pitchFamily="18" charset="0"/>
                                </a:rPr>
                                <m:t>−1</m:t>
                              </m:r>
                            </m:e>
                          </m:mr>
                          <m:mr>
                            <m:e>
                              <m:r>
                                <a:rPr lang="en-US" altLang="ja-JP" sz="2400" i="1" smtClean="0">
                                  <a:solidFill>
                                    <a:srgbClr val="00B050"/>
                                  </a:solidFill>
                                  <a:latin typeface="Cambria Math" panose="02040503050406030204" pitchFamily="18" charset="0"/>
                                </a:rPr>
                                <m:t>−3</m:t>
                              </m:r>
                            </m:e>
                            <m:e>
                              <m:r>
                                <a:rPr lang="en-US" altLang="ja-JP" sz="2400" i="1">
                                  <a:latin typeface="Cambria Math" panose="02040503050406030204" pitchFamily="18" charset="0"/>
                                </a:rPr>
                                <m:t>2</m:t>
                              </m:r>
                            </m:e>
                          </m:mr>
                        </m:m>
                      </m:e>
                    </m:d>
                    <m:r>
                      <a:rPr lang="en-US" altLang="ja-JP" sz="2400" b="0" i="1" smtClean="0">
                        <a:latin typeface="Cambria Math" panose="02040503050406030204" pitchFamily="18" charset="0"/>
                      </a:rPr>
                      <m:t>=</m:t>
                    </m:r>
                    <m:d>
                      <m:dPr>
                        <m:begChr m:val="["/>
                        <m:endChr m:val="]"/>
                        <m:ctrlPr>
                          <a:rPr lang="en-US" altLang="ja-JP" sz="2400" i="1">
                            <a:latin typeface="Cambria Math" panose="02040503050406030204" pitchFamily="18" charset="0"/>
                          </a:rPr>
                        </m:ctrlPr>
                      </m:dPr>
                      <m:e>
                        <m:m>
                          <m:mPr>
                            <m:mcs>
                              <m:mc>
                                <m:mcPr>
                                  <m:count m:val="2"/>
                                  <m:mcJc m:val="center"/>
                                </m:mcPr>
                              </m:mc>
                            </m:mcs>
                            <m:ctrlPr>
                              <a:rPr lang="en-US" altLang="ja-JP" sz="2400" i="1">
                                <a:latin typeface="Cambria Math" panose="02040503050406030204" pitchFamily="18" charset="0"/>
                              </a:rPr>
                            </m:ctrlPr>
                          </m:mPr>
                          <m:mr>
                            <m:e>
                              <m:r>
                                <a:rPr lang="en-US" altLang="ja-JP" sz="2400" b="0" i="1" smtClean="0">
                                  <a:latin typeface="Cambria Math" panose="02040503050406030204" pitchFamily="18" charset="0"/>
                                </a:rPr>
                                <m:t>−15</m:t>
                              </m:r>
                            </m:e>
                            <m:e>
                              <m:r>
                                <a:rPr lang="en-US" altLang="ja-JP" sz="2400" i="1" smtClean="0">
                                  <a:latin typeface="Cambria Math" panose="02040503050406030204" pitchFamily="18" charset="0"/>
                                </a:rPr>
                                <m:t>6</m:t>
                              </m:r>
                            </m:e>
                          </m:mr>
                          <m:mr>
                            <m:e>
                              <m:r>
                                <a:rPr lang="en-US" altLang="ja-JP" sz="2400" b="0" i="1" smtClean="0">
                                  <a:solidFill>
                                    <a:srgbClr val="0070C0"/>
                                  </a:solidFill>
                                  <a:latin typeface="Cambria Math" panose="02040503050406030204" pitchFamily="18" charset="0"/>
                                </a:rPr>
                                <m:t>1</m:t>
                              </m:r>
                              <m:r>
                                <a:rPr lang="en-US" altLang="ja-JP" sz="2400" i="1">
                                  <a:solidFill>
                                    <a:srgbClr val="0070C0"/>
                                  </a:solidFill>
                                  <a:latin typeface="Cambria Math" panose="02040503050406030204" pitchFamily="18" charset="0"/>
                                </a:rPr>
                                <m:t>×</m:t>
                              </m:r>
                              <m:r>
                                <a:rPr lang="en-US" altLang="ja-JP" sz="2400" b="0" i="1" smtClean="0">
                                  <a:solidFill>
                                    <a:srgbClr val="0070C0"/>
                                  </a:solidFill>
                                  <a:latin typeface="Cambria Math" panose="02040503050406030204" pitchFamily="18" charset="0"/>
                                </a:rPr>
                                <m:t>0+(−2)</m:t>
                              </m:r>
                              <m:r>
                                <a:rPr lang="en-US" altLang="ja-JP" sz="2400" i="1">
                                  <a:solidFill>
                                    <a:srgbClr val="0070C0"/>
                                  </a:solidFill>
                                  <a:latin typeface="Cambria Math" panose="02040503050406030204" pitchFamily="18" charset="0"/>
                                </a:rPr>
                                <m:t>×</m:t>
                              </m:r>
                              <m:r>
                                <a:rPr lang="en-US" altLang="ja-JP" sz="2400" b="0" i="1" smtClean="0">
                                  <a:solidFill>
                                    <a:srgbClr val="0070C0"/>
                                  </a:solidFill>
                                  <a:latin typeface="Cambria Math" panose="02040503050406030204" pitchFamily="18" charset="0"/>
                                </a:rPr>
                                <m:t>(−3)</m:t>
                              </m:r>
                            </m:e>
                            <m:e/>
                          </m:mr>
                        </m:m>
                      </m:e>
                    </m:d>
                  </m:oMath>
                </a14:m>
                <a:r>
                  <a:rPr lang="en-US" altLang="ja-JP" sz="2400" dirty="0"/>
                  <a:t> </a:t>
                </a:r>
                <a:r>
                  <a:rPr lang="en-US" altLang="ja-JP" sz="2400" dirty="0">
                    <a:solidFill>
                      <a:srgbClr val="FF0000"/>
                    </a:solidFill>
                  </a:rPr>
                  <a:t>2</a:t>
                </a:r>
                <a:r>
                  <a:rPr lang="ja-JP" altLang="en-US" sz="2400" dirty="0">
                    <a:solidFill>
                      <a:srgbClr val="FF0000"/>
                    </a:solidFill>
                  </a:rPr>
                  <a:t>行目</a:t>
                </a:r>
                <a:r>
                  <a:rPr lang="ja-JP" altLang="en-US" sz="2400" dirty="0"/>
                  <a:t>・</a:t>
                </a:r>
                <a:r>
                  <a:rPr lang="en-US" altLang="ja-JP" sz="2400" dirty="0">
                    <a:solidFill>
                      <a:srgbClr val="00B050"/>
                    </a:solidFill>
                  </a:rPr>
                  <a:t>1</a:t>
                </a:r>
                <a:r>
                  <a:rPr lang="ja-JP" altLang="en-US" sz="2400" dirty="0">
                    <a:solidFill>
                      <a:srgbClr val="00B050"/>
                    </a:solidFill>
                  </a:rPr>
                  <a:t>列目</a:t>
                </a:r>
                <a:r>
                  <a:rPr lang="ja-JP" altLang="en-US" sz="2400" dirty="0"/>
                  <a:t>＝</a:t>
                </a:r>
                <a:r>
                  <a:rPr lang="en-US" altLang="ja-JP" sz="2400" dirty="0">
                    <a:solidFill>
                      <a:srgbClr val="0070C0"/>
                    </a:solidFill>
                  </a:rPr>
                  <a:t>2</a:t>
                </a:r>
                <a:r>
                  <a:rPr lang="ja-JP" altLang="en-US" sz="2400" dirty="0">
                    <a:solidFill>
                      <a:srgbClr val="0070C0"/>
                    </a:solidFill>
                  </a:rPr>
                  <a:t>行</a:t>
                </a:r>
                <a:r>
                  <a:rPr lang="en-US" altLang="ja-JP" sz="2400" dirty="0">
                    <a:solidFill>
                      <a:srgbClr val="0070C0"/>
                    </a:solidFill>
                  </a:rPr>
                  <a:t>1</a:t>
                </a:r>
                <a:r>
                  <a:rPr lang="ja-JP" altLang="en-US" sz="2400" dirty="0">
                    <a:solidFill>
                      <a:srgbClr val="0070C0"/>
                    </a:solidFill>
                  </a:rPr>
                  <a:t>列目</a:t>
                </a:r>
                <a:endParaRPr lang="en-US" altLang="ja-JP" sz="2400" dirty="0">
                  <a:solidFill>
                    <a:srgbClr val="0070C0"/>
                  </a:solidFill>
                </a:endParaRPr>
              </a:p>
              <a:p>
                <a:endParaRPr lang="en-US" altLang="ja-JP" sz="2400" dirty="0"/>
              </a:p>
              <a:p>
                <a14:m>
                  <m:oMath xmlns:m="http://schemas.openxmlformats.org/officeDocument/2006/math">
                    <m:d>
                      <m:dPr>
                        <m:begChr m:val="["/>
                        <m:endChr m:val="]"/>
                        <m:ctrlPr>
                          <a:rPr lang="en-US" altLang="ja-JP" sz="2400" i="1" smtClean="0">
                            <a:latin typeface="Cambria Math" panose="02040503050406030204" pitchFamily="18" charset="0"/>
                          </a:rPr>
                        </m:ctrlPr>
                      </m:dPr>
                      <m:e>
                        <m:m>
                          <m:mPr>
                            <m:mcs>
                              <m:mc>
                                <m:mcPr>
                                  <m:count m:val="2"/>
                                  <m:mcJc m:val="center"/>
                                </m:mcPr>
                              </m:mc>
                            </m:mcs>
                            <m:ctrlPr>
                              <a:rPr lang="en-US" altLang="ja-JP" sz="2400" i="1">
                                <a:latin typeface="Cambria Math" panose="02040503050406030204" pitchFamily="18" charset="0"/>
                              </a:rPr>
                            </m:ctrlPr>
                          </m:mPr>
                          <m:mr>
                            <m:e>
                              <m:r>
                                <m:rPr>
                                  <m:brk m:alnAt="7"/>
                                </m:rPr>
                                <a:rPr lang="en-US" altLang="ja-JP" sz="2400" i="1">
                                  <a:latin typeface="Cambria Math" panose="02040503050406030204" pitchFamily="18" charset="0"/>
                                </a:rPr>
                                <m:t>4</m:t>
                              </m:r>
                            </m:e>
                            <m:e>
                              <m:r>
                                <a:rPr lang="en-US" altLang="ja-JP" sz="2400" i="1">
                                  <a:latin typeface="Cambria Math" panose="02040503050406030204" pitchFamily="18" charset="0"/>
                                </a:rPr>
                                <m:t>5</m:t>
                              </m:r>
                            </m:e>
                          </m:mr>
                          <m:mr>
                            <m:e>
                              <m:r>
                                <a:rPr lang="en-US" altLang="ja-JP" sz="2400" i="1" smtClean="0">
                                  <a:solidFill>
                                    <a:srgbClr val="FF0000"/>
                                  </a:solidFill>
                                  <a:latin typeface="Cambria Math" panose="02040503050406030204" pitchFamily="18" charset="0"/>
                                </a:rPr>
                                <m:t>1</m:t>
                              </m:r>
                            </m:e>
                            <m:e>
                              <m:r>
                                <a:rPr lang="en-US" altLang="ja-JP" sz="2400" i="1" smtClean="0">
                                  <a:solidFill>
                                    <a:srgbClr val="FF0000"/>
                                  </a:solidFill>
                                  <a:latin typeface="Cambria Math" panose="02040503050406030204" pitchFamily="18" charset="0"/>
                                </a:rPr>
                                <m:t>−2</m:t>
                              </m:r>
                            </m:e>
                          </m:mr>
                        </m:m>
                      </m:e>
                    </m:d>
                    <m:d>
                      <m:dPr>
                        <m:begChr m:val="["/>
                        <m:endChr m:val="]"/>
                        <m:ctrlPr>
                          <a:rPr lang="en-US" altLang="ja-JP" sz="2400" i="1">
                            <a:latin typeface="Cambria Math" panose="02040503050406030204" pitchFamily="18" charset="0"/>
                          </a:rPr>
                        </m:ctrlPr>
                      </m:dPr>
                      <m:e>
                        <m:m>
                          <m:mPr>
                            <m:mcs>
                              <m:mc>
                                <m:mcPr>
                                  <m:count m:val="2"/>
                                  <m:mcJc m:val="center"/>
                                </m:mcPr>
                              </m:mc>
                            </m:mcs>
                            <m:ctrlPr>
                              <a:rPr lang="en-US" altLang="ja-JP" sz="2400" i="1">
                                <a:latin typeface="Cambria Math" panose="02040503050406030204" pitchFamily="18" charset="0"/>
                              </a:rPr>
                            </m:ctrlPr>
                          </m:mPr>
                          <m:mr>
                            <m:e>
                              <m:r>
                                <a:rPr lang="en-US" altLang="ja-JP" sz="2400" i="1">
                                  <a:latin typeface="Cambria Math" panose="02040503050406030204" pitchFamily="18" charset="0"/>
                                </a:rPr>
                                <m:t>0</m:t>
                              </m:r>
                            </m:e>
                            <m:e>
                              <m:r>
                                <a:rPr lang="en-US" altLang="ja-JP" sz="2400" i="1" smtClean="0">
                                  <a:solidFill>
                                    <a:srgbClr val="00B050"/>
                                  </a:solidFill>
                                  <a:latin typeface="Cambria Math" panose="02040503050406030204" pitchFamily="18" charset="0"/>
                                </a:rPr>
                                <m:t>−1</m:t>
                              </m:r>
                            </m:e>
                          </m:mr>
                          <m:mr>
                            <m:e>
                              <m:r>
                                <a:rPr lang="en-US" altLang="ja-JP" sz="2400" i="1">
                                  <a:latin typeface="Cambria Math" panose="02040503050406030204" pitchFamily="18" charset="0"/>
                                </a:rPr>
                                <m:t>−3</m:t>
                              </m:r>
                            </m:e>
                            <m:e>
                              <m:r>
                                <a:rPr lang="en-US" altLang="ja-JP" sz="2400" i="1" smtClean="0">
                                  <a:solidFill>
                                    <a:srgbClr val="00B050"/>
                                  </a:solidFill>
                                  <a:latin typeface="Cambria Math" panose="02040503050406030204" pitchFamily="18" charset="0"/>
                                </a:rPr>
                                <m:t>2</m:t>
                              </m:r>
                            </m:e>
                          </m:mr>
                        </m:m>
                      </m:e>
                    </m:d>
                    <m:r>
                      <a:rPr lang="en-US" altLang="ja-JP" sz="2400" b="0" i="1" smtClean="0">
                        <a:latin typeface="Cambria Math" panose="02040503050406030204" pitchFamily="18" charset="0"/>
                      </a:rPr>
                      <m:t>=</m:t>
                    </m:r>
                    <m:d>
                      <m:dPr>
                        <m:begChr m:val="["/>
                        <m:endChr m:val="]"/>
                        <m:ctrlPr>
                          <a:rPr lang="en-US" altLang="ja-JP" sz="2400" i="1">
                            <a:latin typeface="Cambria Math" panose="02040503050406030204" pitchFamily="18" charset="0"/>
                          </a:rPr>
                        </m:ctrlPr>
                      </m:dPr>
                      <m:e>
                        <m:m>
                          <m:mPr>
                            <m:mcs>
                              <m:mc>
                                <m:mcPr>
                                  <m:count m:val="2"/>
                                  <m:mcJc m:val="center"/>
                                </m:mcPr>
                              </m:mc>
                            </m:mcs>
                            <m:ctrlPr>
                              <a:rPr lang="en-US" altLang="ja-JP" sz="2400" i="1">
                                <a:latin typeface="Cambria Math" panose="02040503050406030204" pitchFamily="18" charset="0"/>
                              </a:rPr>
                            </m:ctrlPr>
                          </m:mPr>
                          <m:mr>
                            <m:e>
                              <m:r>
                                <a:rPr lang="en-US" altLang="ja-JP" sz="2400" b="0" i="1" smtClean="0">
                                  <a:latin typeface="Cambria Math" panose="02040503050406030204" pitchFamily="18" charset="0"/>
                                </a:rPr>
                                <m:t>−15</m:t>
                              </m:r>
                            </m:e>
                            <m:e>
                              <m:r>
                                <a:rPr lang="en-US" altLang="ja-JP" sz="2400" i="1" smtClean="0">
                                  <a:latin typeface="Cambria Math" panose="02040503050406030204" pitchFamily="18" charset="0"/>
                                </a:rPr>
                                <m:t>6</m:t>
                              </m:r>
                            </m:e>
                          </m:mr>
                          <m:mr>
                            <m:e>
                              <m:r>
                                <a:rPr lang="en-US" altLang="ja-JP" sz="2400" b="0" i="1" smtClean="0">
                                  <a:latin typeface="Cambria Math" panose="02040503050406030204" pitchFamily="18" charset="0"/>
                                </a:rPr>
                                <m:t>6</m:t>
                              </m:r>
                            </m:e>
                            <m:e>
                              <m:r>
                                <a:rPr lang="en-US" altLang="ja-JP" sz="2400" i="1" smtClean="0">
                                  <a:solidFill>
                                    <a:srgbClr val="0070C0"/>
                                  </a:solidFill>
                                  <a:latin typeface="Cambria Math" panose="02040503050406030204" pitchFamily="18" charset="0"/>
                                </a:rPr>
                                <m:t>−</m:t>
                              </m:r>
                              <m:r>
                                <a:rPr lang="en-US" altLang="ja-JP" sz="2400" b="0" i="1" smtClean="0">
                                  <a:solidFill>
                                    <a:srgbClr val="0070C0"/>
                                  </a:solidFill>
                                  <a:latin typeface="Cambria Math" panose="02040503050406030204" pitchFamily="18" charset="0"/>
                                </a:rPr>
                                <m:t>5</m:t>
                              </m:r>
                            </m:e>
                          </m:mr>
                        </m:m>
                      </m:e>
                    </m:d>
                  </m:oMath>
                </a14:m>
                <a:r>
                  <a:rPr lang="en-US" altLang="ja-JP" sz="2400" dirty="0"/>
                  <a:t> </a:t>
                </a:r>
                <a:r>
                  <a:rPr lang="en-US" altLang="ja-JP" sz="2400" dirty="0">
                    <a:solidFill>
                      <a:srgbClr val="FF0000"/>
                    </a:solidFill>
                  </a:rPr>
                  <a:t>2</a:t>
                </a:r>
                <a:r>
                  <a:rPr lang="ja-JP" altLang="en-US" sz="2400" dirty="0">
                    <a:solidFill>
                      <a:srgbClr val="FF0000"/>
                    </a:solidFill>
                  </a:rPr>
                  <a:t>行目</a:t>
                </a:r>
                <a:r>
                  <a:rPr lang="ja-JP" altLang="en-US" sz="2400" dirty="0"/>
                  <a:t>・</a:t>
                </a:r>
                <a:r>
                  <a:rPr lang="en-US" altLang="ja-JP" sz="2400" dirty="0">
                    <a:solidFill>
                      <a:srgbClr val="00B050"/>
                    </a:solidFill>
                  </a:rPr>
                  <a:t>2</a:t>
                </a:r>
                <a:r>
                  <a:rPr lang="ja-JP" altLang="en-US" sz="2400" dirty="0">
                    <a:solidFill>
                      <a:srgbClr val="00B050"/>
                    </a:solidFill>
                  </a:rPr>
                  <a:t>列目</a:t>
                </a:r>
                <a:r>
                  <a:rPr lang="ja-JP" altLang="en-US" sz="2400" dirty="0"/>
                  <a:t>＝</a:t>
                </a:r>
                <a:r>
                  <a:rPr lang="en-US" altLang="ja-JP" sz="2400" dirty="0">
                    <a:solidFill>
                      <a:srgbClr val="0070C0"/>
                    </a:solidFill>
                  </a:rPr>
                  <a:t>2</a:t>
                </a:r>
                <a:r>
                  <a:rPr lang="ja-JP" altLang="en-US" sz="2400" dirty="0">
                    <a:solidFill>
                      <a:srgbClr val="0070C0"/>
                    </a:solidFill>
                  </a:rPr>
                  <a:t>行</a:t>
                </a:r>
                <a:r>
                  <a:rPr lang="en-US" altLang="ja-JP" sz="2400" dirty="0">
                    <a:solidFill>
                      <a:srgbClr val="0070C0"/>
                    </a:solidFill>
                  </a:rPr>
                  <a:t>2</a:t>
                </a:r>
                <a:r>
                  <a:rPr lang="ja-JP" altLang="en-US" sz="2400" dirty="0">
                    <a:solidFill>
                      <a:srgbClr val="0070C0"/>
                    </a:solidFill>
                  </a:rPr>
                  <a:t>列目</a:t>
                </a:r>
                <a:endParaRPr lang="en-US" altLang="ja-JP" sz="2400" dirty="0"/>
              </a:p>
            </p:txBody>
          </p:sp>
        </mc:Choice>
        <mc:Fallback>
          <p:sp>
            <p:nvSpPr>
              <p:cNvPr id="6" name="テキスト ボックス 5">
                <a:extLst>
                  <a:ext uri="{FF2B5EF4-FFF2-40B4-BE49-F238E27FC236}">
                    <a16:creationId xmlns:a16="http://schemas.microsoft.com/office/drawing/2014/main" id="{55830AD6-028B-4C4E-80BF-B70DFC1C3A46}"/>
                  </a:ext>
                </a:extLst>
              </p:cNvPr>
              <p:cNvSpPr txBox="1">
                <a:spLocks noRot="1" noChangeAspect="1" noMove="1" noResize="1" noEditPoints="1" noAdjustHandles="1" noChangeArrowheads="1" noChangeShapeType="1" noTextEdit="1"/>
              </p:cNvSpPr>
              <p:nvPr/>
            </p:nvSpPr>
            <p:spPr>
              <a:xfrm>
                <a:off x="567542" y="1216429"/>
                <a:ext cx="10221453" cy="4815742"/>
              </a:xfrm>
              <a:prstGeom prst="rect">
                <a:avLst/>
              </a:prstGeom>
              <a:blipFill>
                <a:blip r:embed="rId2"/>
                <a:stretch>
                  <a:fillRect l="-894"/>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1557074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四角形: 角を丸くする 7">
            <a:extLst>
              <a:ext uri="{FF2B5EF4-FFF2-40B4-BE49-F238E27FC236}">
                <a16:creationId xmlns:a16="http://schemas.microsoft.com/office/drawing/2014/main" id="{576B2569-15BB-4BF0-90EB-EB2DA29E703C}"/>
              </a:ext>
            </a:extLst>
          </p:cNvPr>
          <p:cNvSpPr/>
          <p:nvPr/>
        </p:nvSpPr>
        <p:spPr>
          <a:xfrm>
            <a:off x="177801" y="3643993"/>
            <a:ext cx="10075332" cy="1307544"/>
          </a:xfrm>
          <a:prstGeom prst="round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四角形: 角を丸くする 4">
            <a:extLst>
              <a:ext uri="{FF2B5EF4-FFF2-40B4-BE49-F238E27FC236}">
                <a16:creationId xmlns:a16="http://schemas.microsoft.com/office/drawing/2014/main" id="{EB6B1636-1443-4C0F-9DCD-94877550F4E5}"/>
              </a:ext>
            </a:extLst>
          </p:cNvPr>
          <p:cNvSpPr/>
          <p:nvPr/>
        </p:nvSpPr>
        <p:spPr>
          <a:xfrm>
            <a:off x="177801" y="1706589"/>
            <a:ext cx="10075332" cy="1307544"/>
          </a:xfrm>
          <a:prstGeom prst="round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646878" cy="584775"/>
          </a:xfrm>
          <a:prstGeom prst="rect">
            <a:avLst/>
          </a:prstGeom>
          <a:noFill/>
        </p:spPr>
        <p:txBody>
          <a:bodyPr wrap="none" rtlCol="0">
            <a:spAutoFit/>
          </a:bodyPr>
          <a:lstStyle/>
          <a:p>
            <a:r>
              <a:rPr kumimoji="1" lang="ja-JP" altLang="en-US" sz="3200" b="1" u="sng" dirty="0"/>
              <a:t>行列の掛け算</a:t>
            </a:r>
            <a:endParaRPr kumimoji="1" lang="en-US" altLang="ja-JP" sz="3200" b="1" u="sng" dirty="0"/>
          </a:p>
        </p:txBody>
      </p:sp>
      <mc:AlternateContent xmlns:mc="http://schemas.openxmlformats.org/markup-compatibility/2006">
        <mc:Choice xmlns:a14="http://schemas.microsoft.com/office/drawing/2010/main" Requires="a14">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998489" cy="1569660"/>
              </a:xfrm>
              <a:prstGeom prst="rect">
                <a:avLst/>
              </a:prstGeom>
              <a:noFill/>
            </p:spPr>
            <p:txBody>
              <a:bodyPr wrap="none" rtlCol="0">
                <a:spAutoFit/>
              </a:bodyPr>
              <a:lstStyle/>
              <a:p>
                <a:r>
                  <a:rPr lang="ja-JP" altLang="en-US" sz="2400" dirty="0"/>
                  <a:t>行列の掛け算には計算条件があります。</a:t>
                </a:r>
                <a:endParaRPr lang="en-US" altLang="ja-JP" sz="2400" dirty="0"/>
              </a:p>
              <a:p>
                <a:endParaRPr lang="en-US" altLang="ja-JP" sz="2400" dirty="0"/>
              </a:p>
              <a:p>
                <a:r>
                  <a:rPr lang="ja-JP" altLang="en-US" sz="2400" b="1" dirty="0">
                    <a:solidFill>
                      <a:srgbClr val="FF0000"/>
                    </a:solidFill>
                  </a:rPr>
                  <a:t>■行列の積（掛け算）の条件</a:t>
                </a:r>
                <a:endParaRPr lang="en-US" altLang="ja-JP" sz="2400" b="1" dirty="0">
                  <a:solidFill>
                    <a:srgbClr val="FF0000"/>
                  </a:solidFill>
                </a:endParaRPr>
              </a:p>
              <a:p>
                <a:r>
                  <a:rPr lang="ja-JP" altLang="en-US" sz="2400" dirty="0"/>
                  <a:t>行列の積</a:t>
                </a:r>
                <a14:m>
                  <m:oMath xmlns:m="http://schemas.openxmlformats.org/officeDocument/2006/math">
                    <m:r>
                      <a:rPr lang="en-US" altLang="ja-JP" sz="2400" b="0" i="1" smtClean="0">
                        <a:latin typeface="Cambria Math" panose="02040503050406030204" pitchFamily="18" charset="0"/>
                      </a:rPr>
                      <m:t>𝐴𝐵</m:t>
                    </m:r>
                  </m:oMath>
                </a14:m>
                <a:r>
                  <a:rPr lang="ja-JP" altLang="en-US" sz="2400" dirty="0"/>
                  <a:t>は、</a:t>
                </a:r>
                <a14:m>
                  <m:oMath xmlns:m="http://schemas.openxmlformats.org/officeDocument/2006/math">
                    <m:r>
                      <a:rPr lang="en-US" altLang="ja-JP" sz="2400" i="1">
                        <a:latin typeface="Cambria Math" panose="02040503050406030204" pitchFamily="18" charset="0"/>
                      </a:rPr>
                      <m:t>𝐴</m:t>
                    </m:r>
                    <m:r>
                      <a:rPr lang="ja-JP" altLang="en-US" sz="2400" i="1" smtClean="0">
                        <a:latin typeface="Cambria Math" panose="02040503050406030204" pitchFamily="18" charset="0"/>
                      </a:rPr>
                      <m:t>の</m:t>
                    </m:r>
                  </m:oMath>
                </a14:m>
                <a:r>
                  <a:rPr lang="ja-JP" altLang="en-US" sz="2400" dirty="0"/>
                  <a:t>列数と</a:t>
                </a:r>
                <a14:m>
                  <m:oMath xmlns:m="http://schemas.openxmlformats.org/officeDocument/2006/math">
                    <m:r>
                      <a:rPr lang="en-US" altLang="ja-JP" sz="2400" i="1">
                        <a:latin typeface="Cambria Math" panose="02040503050406030204" pitchFamily="18" charset="0"/>
                      </a:rPr>
                      <m:t>𝐵</m:t>
                    </m:r>
                  </m:oMath>
                </a14:m>
                <a:r>
                  <a:rPr lang="ja-JP" altLang="en-US" sz="2400" dirty="0"/>
                  <a:t>の行数が同じでなければならない。</a:t>
                </a:r>
                <a:endParaRPr lang="en-US" altLang="ja-JP" sz="2400" dirty="0"/>
              </a:p>
            </p:txBody>
          </p:sp>
        </mc:Choice>
        <mc:Fallback>
          <p:sp>
            <p:nvSpPr>
              <p:cNvPr id="6" name="テキスト ボックス 5">
                <a:extLst>
                  <a:ext uri="{FF2B5EF4-FFF2-40B4-BE49-F238E27FC236}">
                    <a16:creationId xmlns:a16="http://schemas.microsoft.com/office/drawing/2014/main" id="{55830AD6-028B-4C4E-80BF-B70DFC1C3A46}"/>
                  </a:ext>
                </a:extLst>
              </p:cNvPr>
              <p:cNvSpPr txBox="1">
                <a:spLocks noRot="1" noChangeAspect="1" noMove="1" noResize="1" noEditPoints="1" noAdjustHandles="1" noChangeArrowheads="1" noChangeShapeType="1" noTextEdit="1"/>
              </p:cNvSpPr>
              <p:nvPr/>
            </p:nvSpPr>
            <p:spPr>
              <a:xfrm>
                <a:off x="567542" y="1216429"/>
                <a:ext cx="8998489" cy="1569660"/>
              </a:xfrm>
              <a:prstGeom prst="rect">
                <a:avLst/>
              </a:prstGeom>
              <a:blipFill>
                <a:blip r:embed="rId2"/>
                <a:stretch>
                  <a:fillRect l="-1016" t="-3113" r="-136" b="-8171"/>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7" name="テキスト ボックス 6">
                <a:extLst>
                  <a:ext uri="{FF2B5EF4-FFF2-40B4-BE49-F238E27FC236}">
                    <a16:creationId xmlns:a16="http://schemas.microsoft.com/office/drawing/2014/main" id="{DBA37A8D-225A-46B6-A940-5FABDC937B4C}"/>
                  </a:ext>
                </a:extLst>
              </p:cNvPr>
              <p:cNvSpPr txBox="1"/>
              <p:nvPr/>
            </p:nvSpPr>
            <p:spPr>
              <a:xfrm>
                <a:off x="567542" y="3155296"/>
                <a:ext cx="6647974" cy="1569660"/>
              </a:xfrm>
              <a:prstGeom prst="rect">
                <a:avLst/>
              </a:prstGeom>
              <a:noFill/>
            </p:spPr>
            <p:txBody>
              <a:bodyPr wrap="none" rtlCol="0">
                <a:spAutoFit/>
              </a:bodyPr>
              <a:lstStyle/>
              <a:p>
                <a:r>
                  <a:rPr lang="ja-JP" altLang="en-US" sz="2400" dirty="0"/>
                  <a:t>また、行列の掛け算にはある性質があります。</a:t>
                </a:r>
                <a:endParaRPr lang="en-US" altLang="ja-JP" sz="2400" dirty="0"/>
              </a:p>
              <a:p>
                <a:endParaRPr lang="en-US" altLang="ja-JP" sz="2400" dirty="0"/>
              </a:p>
              <a:p>
                <a:r>
                  <a:rPr lang="ja-JP" altLang="en-US" sz="2400" b="1" dirty="0">
                    <a:solidFill>
                      <a:srgbClr val="FF0000"/>
                    </a:solidFill>
                  </a:rPr>
                  <a:t>■行列の積の型</a:t>
                </a:r>
                <a:endParaRPr lang="en-US" altLang="ja-JP" sz="2400" b="1" dirty="0">
                  <a:solidFill>
                    <a:srgbClr val="FF0000"/>
                  </a:solidFill>
                </a:endParaRPr>
              </a:p>
              <a:p>
                <a:r>
                  <a:rPr lang="ja-JP" altLang="en-US" sz="2400" dirty="0"/>
                  <a:t>行列の積</a:t>
                </a:r>
                <a14:m>
                  <m:oMath xmlns:m="http://schemas.openxmlformats.org/officeDocument/2006/math">
                    <m:r>
                      <a:rPr lang="en-US" altLang="ja-JP" sz="2400" b="0" i="1" smtClean="0">
                        <a:latin typeface="Cambria Math" panose="02040503050406030204" pitchFamily="18" charset="0"/>
                      </a:rPr>
                      <m:t>𝐴𝐵</m:t>
                    </m:r>
                  </m:oMath>
                </a14:m>
                <a:r>
                  <a:rPr lang="ja-JP" altLang="en-US" sz="2400" dirty="0"/>
                  <a:t>の型は </a:t>
                </a:r>
                <a14:m>
                  <m:oMath xmlns:m="http://schemas.openxmlformats.org/officeDocument/2006/math">
                    <m:r>
                      <a:rPr lang="en-US" altLang="ja-JP" sz="2400" i="1">
                        <a:latin typeface="Cambria Math" panose="02040503050406030204" pitchFamily="18" charset="0"/>
                      </a:rPr>
                      <m:t>𝐴</m:t>
                    </m:r>
                  </m:oMath>
                </a14:m>
                <a:r>
                  <a:rPr lang="ja-JP" altLang="en-US" sz="2400" dirty="0"/>
                  <a:t>の行数</a:t>
                </a:r>
                <a:r>
                  <a:rPr lang="en-US" altLang="ja-JP" sz="2400" dirty="0"/>
                  <a:t>× </a:t>
                </a:r>
                <a14:m>
                  <m:oMath xmlns:m="http://schemas.openxmlformats.org/officeDocument/2006/math">
                    <m:r>
                      <a:rPr lang="en-US" altLang="ja-JP" sz="2400" b="0" i="1" smtClean="0">
                        <a:latin typeface="Cambria Math" panose="02040503050406030204" pitchFamily="18" charset="0"/>
                      </a:rPr>
                      <m:t>𝐵</m:t>
                    </m:r>
                  </m:oMath>
                </a14:m>
                <a:r>
                  <a:rPr lang="ja-JP" altLang="en-US" sz="2400" dirty="0"/>
                  <a:t>の列数 となる</a:t>
                </a:r>
                <a:endParaRPr lang="en-US" altLang="ja-JP" sz="2400" dirty="0"/>
              </a:p>
            </p:txBody>
          </p:sp>
        </mc:Choice>
        <mc:Fallback>
          <p:sp>
            <p:nvSpPr>
              <p:cNvPr id="7" name="テキスト ボックス 6">
                <a:extLst>
                  <a:ext uri="{FF2B5EF4-FFF2-40B4-BE49-F238E27FC236}">
                    <a16:creationId xmlns:a16="http://schemas.microsoft.com/office/drawing/2014/main" id="{DBA37A8D-225A-46B6-A940-5FABDC937B4C}"/>
                  </a:ext>
                </a:extLst>
              </p:cNvPr>
              <p:cNvSpPr txBox="1">
                <a:spLocks noRot="1" noChangeAspect="1" noMove="1" noResize="1" noEditPoints="1" noAdjustHandles="1" noChangeArrowheads="1" noChangeShapeType="1" noTextEdit="1"/>
              </p:cNvSpPr>
              <p:nvPr/>
            </p:nvSpPr>
            <p:spPr>
              <a:xfrm>
                <a:off x="567542" y="3155296"/>
                <a:ext cx="6647974" cy="1569660"/>
              </a:xfrm>
              <a:prstGeom prst="rect">
                <a:avLst/>
              </a:prstGeom>
              <a:blipFill>
                <a:blip r:embed="rId3"/>
                <a:stretch>
                  <a:fillRect l="-1375" t="-3113" r="-458" b="-8171"/>
                </a:stretch>
              </a:blipFill>
            </p:spPr>
            <p:txBody>
              <a:bodyPr/>
              <a:lstStyle/>
              <a:p>
                <a:r>
                  <a:rPr lang="ja-JP" altLang="en-US">
                    <a:noFill/>
                  </a:rPr>
                  <a:t> </a:t>
                </a:r>
              </a:p>
            </p:txBody>
          </p:sp>
        </mc:Fallback>
      </mc:AlternateContent>
      <p:sp>
        <p:nvSpPr>
          <p:cNvPr id="9" name="テキスト ボックス 8">
            <a:extLst>
              <a:ext uri="{FF2B5EF4-FFF2-40B4-BE49-F238E27FC236}">
                <a16:creationId xmlns:a16="http://schemas.microsoft.com/office/drawing/2014/main" id="{27A9BF08-208A-418B-9570-21106B117962}"/>
              </a:ext>
            </a:extLst>
          </p:cNvPr>
          <p:cNvSpPr txBox="1"/>
          <p:nvPr/>
        </p:nvSpPr>
        <p:spPr>
          <a:xfrm>
            <a:off x="567542" y="5140730"/>
            <a:ext cx="3877985" cy="461665"/>
          </a:xfrm>
          <a:prstGeom prst="rect">
            <a:avLst/>
          </a:prstGeom>
          <a:noFill/>
        </p:spPr>
        <p:txBody>
          <a:bodyPr wrap="none" rtlCol="0">
            <a:spAutoFit/>
          </a:bodyPr>
          <a:lstStyle/>
          <a:p>
            <a:r>
              <a:rPr lang="ja-JP" altLang="en-US" sz="2400" dirty="0"/>
              <a:t>例題で確認していきます。</a:t>
            </a:r>
            <a:endParaRPr lang="en-US" altLang="ja-JP" sz="2400" dirty="0"/>
          </a:p>
        </p:txBody>
      </p:sp>
    </p:spTree>
    <p:extLst>
      <p:ext uri="{BB962C8B-B14F-4D97-AF65-F5344CB8AC3E}">
        <p14:creationId xmlns:p14="http://schemas.microsoft.com/office/powerpoint/2010/main" val="23780326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820277" cy="584775"/>
          </a:xfrm>
          <a:prstGeom prst="rect">
            <a:avLst/>
          </a:prstGeom>
          <a:noFill/>
        </p:spPr>
        <p:txBody>
          <a:bodyPr wrap="none" rtlCol="0">
            <a:spAutoFit/>
          </a:bodyPr>
          <a:lstStyle/>
          <a:p>
            <a:r>
              <a:rPr kumimoji="1" lang="ja-JP" altLang="en-US" sz="3200" b="1" u="sng" dirty="0"/>
              <a:t>行列の掛け算 例題</a:t>
            </a:r>
            <a:r>
              <a:rPr kumimoji="1" lang="en-US" altLang="ja-JP" sz="3200" b="1" u="sng" dirty="0"/>
              <a:t>1</a:t>
            </a:r>
          </a:p>
        </p:txBody>
      </p:sp>
      <mc:AlternateContent xmlns:mc="http://schemas.openxmlformats.org/markup-compatibility/2006">
        <mc:Choice xmlns:a14="http://schemas.microsoft.com/office/drawing/2010/main" Requires="a14">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3354188" cy="1807611"/>
              </a:xfrm>
              <a:prstGeom prst="rect">
                <a:avLst/>
              </a:prstGeom>
              <a:noFill/>
            </p:spPr>
            <p:txBody>
              <a:bodyPr wrap="none" rtlCol="0">
                <a:spAutoFit/>
              </a:bodyPr>
              <a:lstStyle/>
              <a:p>
                <a:r>
                  <a:rPr lang="ja-JP" altLang="en-US" sz="2400" dirty="0"/>
                  <a:t>次の計算をしなさい</a:t>
                </a:r>
                <a:endParaRPr lang="en-US" altLang="ja-JP" sz="2400" dirty="0"/>
              </a:p>
              <a:p>
                <a:endParaRPr lang="en-US" altLang="ja-JP" sz="2400" dirty="0"/>
              </a:p>
              <a:p>
                <a14:m>
                  <m:oMath xmlns:m="http://schemas.openxmlformats.org/officeDocument/2006/math">
                    <m:r>
                      <a:rPr lang="en-US" altLang="ja-JP" sz="2400" b="0" i="1" smtClean="0">
                        <a:latin typeface="Cambria Math" panose="02040503050406030204" pitchFamily="18" charset="0"/>
                      </a:rPr>
                      <m:t>𝐴𝐵</m:t>
                    </m:r>
                    <m:r>
                      <a:rPr lang="en-US" altLang="ja-JP" sz="2400" b="0" i="1" smtClean="0">
                        <a:latin typeface="Cambria Math" panose="02040503050406030204" pitchFamily="18" charset="0"/>
                      </a:rPr>
                      <m:t>=</m:t>
                    </m:r>
                    <m:d>
                      <m:dPr>
                        <m:begChr m:val="["/>
                        <m:endChr m:val="]"/>
                        <m:ctrlPr>
                          <a:rPr lang="en-US" altLang="ja-JP" sz="2400" i="1" smtClean="0">
                            <a:latin typeface="Cambria Math" panose="02040503050406030204" pitchFamily="18" charset="0"/>
                          </a:rPr>
                        </m:ctrlPr>
                      </m:dPr>
                      <m:e>
                        <m:m>
                          <m:mPr>
                            <m:mcs>
                              <m:mc>
                                <m:mcPr>
                                  <m:count m:val="3"/>
                                  <m:mcJc m:val="center"/>
                                </m:mcPr>
                              </m:mc>
                            </m:mcs>
                            <m:ctrlPr>
                              <a:rPr lang="en-US" altLang="ja-JP" sz="2400" b="0" i="1" smtClean="0">
                                <a:latin typeface="Cambria Math" panose="02040503050406030204" pitchFamily="18" charset="0"/>
                              </a:rPr>
                            </m:ctrlPr>
                          </m:mPr>
                          <m:mr>
                            <m:e>
                              <m:r>
                                <m:rPr>
                                  <m:brk m:alnAt="7"/>
                                </m:rPr>
                                <a:rPr lang="en-US" altLang="ja-JP" sz="2400" b="0" i="1" smtClean="0">
                                  <a:latin typeface="Cambria Math" panose="02040503050406030204" pitchFamily="18" charset="0"/>
                                </a:rPr>
                                <m:t>4</m:t>
                              </m:r>
                            </m:e>
                            <m:e>
                              <m:r>
                                <a:rPr lang="en-US" altLang="ja-JP" sz="2400" b="0" i="1" smtClean="0">
                                  <a:latin typeface="Cambria Math" panose="02040503050406030204" pitchFamily="18" charset="0"/>
                                </a:rPr>
                                <m:t>3</m:t>
                              </m:r>
                            </m:e>
                            <m:e>
                              <m:r>
                                <a:rPr lang="en-US" altLang="ja-JP" sz="2400" b="0" i="1" smtClean="0">
                                  <a:latin typeface="Cambria Math" panose="02040503050406030204" pitchFamily="18" charset="0"/>
                                </a:rPr>
                                <m:t>−2</m:t>
                              </m:r>
                            </m:e>
                          </m:mr>
                          <m:mr>
                            <m:e>
                              <m:r>
                                <a:rPr lang="en-US" altLang="ja-JP" sz="2400" b="0" i="1" smtClean="0">
                                  <a:latin typeface="Cambria Math" panose="02040503050406030204" pitchFamily="18" charset="0"/>
                                </a:rPr>
                                <m:t>−1</m:t>
                              </m:r>
                            </m:e>
                            <m:e>
                              <m:r>
                                <a:rPr lang="en-US" altLang="ja-JP" sz="2400" b="0" i="1" smtClean="0">
                                  <a:latin typeface="Cambria Math" panose="02040503050406030204" pitchFamily="18" charset="0"/>
                                </a:rPr>
                                <m:t>0</m:t>
                              </m:r>
                            </m:e>
                            <m:e>
                              <m:r>
                                <a:rPr lang="en-US" altLang="ja-JP" sz="2400" b="0" i="1" smtClean="0">
                                  <a:latin typeface="Cambria Math" panose="02040503050406030204" pitchFamily="18" charset="0"/>
                                </a:rPr>
                                <m:t>5</m:t>
                              </m:r>
                            </m:e>
                          </m:mr>
                        </m:m>
                      </m:e>
                    </m:d>
                    <m:d>
                      <m:dPr>
                        <m:begChr m:val="["/>
                        <m:endChr m:val="]"/>
                        <m:ctrlPr>
                          <a:rPr lang="en-US" altLang="ja-JP" sz="2400" i="1" smtClean="0">
                            <a:latin typeface="Cambria Math" panose="02040503050406030204" pitchFamily="18" charset="0"/>
                          </a:rPr>
                        </m:ctrlPr>
                      </m:dPr>
                      <m:e>
                        <m:m>
                          <m:mPr>
                            <m:mcs>
                              <m:mc>
                                <m:mcPr>
                                  <m:count m:val="1"/>
                                  <m:mcJc m:val="center"/>
                                </m:mcPr>
                              </m:mc>
                            </m:mcs>
                            <m:ctrlPr>
                              <a:rPr lang="en-US" altLang="ja-JP" sz="2400" i="1" smtClean="0">
                                <a:latin typeface="Cambria Math" panose="02040503050406030204" pitchFamily="18" charset="0"/>
                              </a:rPr>
                            </m:ctrlPr>
                          </m:mPr>
                          <m:mr>
                            <m:e>
                              <m:r>
                                <m:rPr>
                                  <m:brk m:alnAt="7"/>
                                </m:rPr>
                                <a:rPr lang="en-US" altLang="ja-JP" sz="2400" b="0" i="1" smtClean="0">
                                  <a:latin typeface="Cambria Math" panose="02040503050406030204" pitchFamily="18" charset="0"/>
                                </a:rPr>
                                <m:t>1</m:t>
                              </m:r>
                            </m:e>
                          </m:mr>
                          <m:mr>
                            <m:e>
                              <m:r>
                                <a:rPr lang="en-US" altLang="ja-JP" sz="2400" b="0" i="1" smtClean="0">
                                  <a:latin typeface="Cambria Math" panose="02040503050406030204" pitchFamily="18" charset="0"/>
                                </a:rPr>
                                <m:t>2</m:t>
                              </m:r>
                            </m:e>
                          </m:mr>
                          <m:mr>
                            <m:e>
                              <m:r>
                                <a:rPr lang="en-US" altLang="ja-JP" sz="2400" b="0" i="1" smtClean="0">
                                  <a:latin typeface="Cambria Math" panose="02040503050406030204" pitchFamily="18" charset="0"/>
                                </a:rPr>
                                <m:t>3</m:t>
                              </m:r>
                            </m:e>
                          </m:mr>
                        </m:m>
                      </m:e>
                    </m:d>
                  </m:oMath>
                </a14:m>
                <a:r>
                  <a:rPr lang="en-US" altLang="ja-JP" sz="2400" dirty="0"/>
                  <a:t> </a:t>
                </a:r>
              </a:p>
            </p:txBody>
          </p:sp>
        </mc:Choice>
        <mc:Fallback>
          <p:sp>
            <p:nvSpPr>
              <p:cNvPr id="6" name="テキスト ボックス 5">
                <a:extLst>
                  <a:ext uri="{FF2B5EF4-FFF2-40B4-BE49-F238E27FC236}">
                    <a16:creationId xmlns:a16="http://schemas.microsoft.com/office/drawing/2014/main" id="{55830AD6-028B-4C4E-80BF-B70DFC1C3A46}"/>
                  </a:ext>
                </a:extLst>
              </p:cNvPr>
              <p:cNvSpPr txBox="1">
                <a:spLocks noRot="1" noChangeAspect="1" noMove="1" noResize="1" noEditPoints="1" noAdjustHandles="1" noChangeArrowheads="1" noChangeShapeType="1" noTextEdit="1"/>
              </p:cNvSpPr>
              <p:nvPr/>
            </p:nvSpPr>
            <p:spPr>
              <a:xfrm>
                <a:off x="567542" y="1216429"/>
                <a:ext cx="3354188" cy="1807611"/>
              </a:xfrm>
              <a:prstGeom prst="rect">
                <a:avLst/>
              </a:prstGeom>
              <a:blipFill>
                <a:blip r:embed="rId2"/>
                <a:stretch>
                  <a:fillRect l="-2727" t="-2703"/>
                </a:stretch>
              </a:blipFill>
            </p:spPr>
            <p:txBody>
              <a:bodyPr/>
              <a:lstStyle/>
              <a:p>
                <a:r>
                  <a:rPr lang="ja-JP" altLang="en-US">
                    <a:noFill/>
                  </a:rPr>
                  <a:t> </a:t>
                </a:r>
              </a:p>
            </p:txBody>
          </p:sp>
        </mc:Fallback>
      </mc:AlternateContent>
      <p:sp>
        <p:nvSpPr>
          <p:cNvPr id="10" name="テキスト ボックス 9">
            <a:extLst>
              <a:ext uri="{FF2B5EF4-FFF2-40B4-BE49-F238E27FC236}">
                <a16:creationId xmlns:a16="http://schemas.microsoft.com/office/drawing/2014/main" id="{64ABA489-1E6E-4890-99CE-987B0DFBEAD2}"/>
              </a:ext>
            </a:extLst>
          </p:cNvPr>
          <p:cNvSpPr txBox="1"/>
          <p:nvPr/>
        </p:nvSpPr>
        <p:spPr>
          <a:xfrm>
            <a:off x="1826893" y="3163740"/>
            <a:ext cx="845103" cy="461665"/>
          </a:xfrm>
          <a:prstGeom prst="rect">
            <a:avLst/>
          </a:prstGeom>
          <a:noFill/>
        </p:spPr>
        <p:txBody>
          <a:bodyPr wrap="none" rtlCol="0">
            <a:spAutoFit/>
          </a:bodyPr>
          <a:lstStyle/>
          <a:p>
            <a:r>
              <a:rPr lang="en-US" altLang="ja-JP" sz="2400" b="1" dirty="0">
                <a:solidFill>
                  <a:srgbClr val="00B050"/>
                </a:solidFill>
              </a:rPr>
              <a:t>2</a:t>
            </a:r>
            <a:r>
              <a:rPr lang="en-US" altLang="ja-JP" sz="2400" dirty="0"/>
              <a:t>×</a:t>
            </a:r>
            <a:r>
              <a:rPr lang="en-US" altLang="ja-JP" sz="2400" b="1" dirty="0">
                <a:solidFill>
                  <a:srgbClr val="FF0000"/>
                </a:solidFill>
              </a:rPr>
              <a:t>3</a:t>
            </a:r>
          </a:p>
        </p:txBody>
      </p:sp>
      <p:sp>
        <p:nvSpPr>
          <p:cNvPr id="11" name="テキスト ボックス 10">
            <a:extLst>
              <a:ext uri="{FF2B5EF4-FFF2-40B4-BE49-F238E27FC236}">
                <a16:creationId xmlns:a16="http://schemas.microsoft.com/office/drawing/2014/main" id="{C5AF7D47-7677-4230-920D-875C9800E02A}"/>
              </a:ext>
            </a:extLst>
          </p:cNvPr>
          <p:cNvSpPr txBox="1"/>
          <p:nvPr/>
        </p:nvSpPr>
        <p:spPr>
          <a:xfrm>
            <a:off x="3115490" y="3163740"/>
            <a:ext cx="845103" cy="461665"/>
          </a:xfrm>
          <a:prstGeom prst="rect">
            <a:avLst/>
          </a:prstGeom>
          <a:noFill/>
        </p:spPr>
        <p:txBody>
          <a:bodyPr wrap="none" rtlCol="0">
            <a:spAutoFit/>
          </a:bodyPr>
          <a:lstStyle/>
          <a:p>
            <a:r>
              <a:rPr lang="en-US" altLang="ja-JP" sz="2400" b="1" dirty="0">
                <a:solidFill>
                  <a:srgbClr val="FF0000"/>
                </a:solidFill>
              </a:rPr>
              <a:t>3</a:t>
            </a:r>
            <a:r>
              <a:rPr lang="en-US" altLang="ja-JP" sz="2400" dirty="0"/>
              <a:t>×</a:t>
            </a:r>
            <a:r>
              <a:rPr lang="en-US" altLang="ja-JP" sz="2400" b="1" dirty="0">
                <a:solidFill>
                  <a:srgbClr val="00B050"/>
                </a:solidFill>
              </a:rPr>
              <a:t>1</a:t>
            </a:r>
          </a:p>
        </p:txBody>
      </p:sp>
      <p:sp>
        <p:nvSpPr>
          <p:cNvPr id="12" name="テキスト ボックス 11">
            <a:extLst>
              <a:ext uri="{FF2B5EF4-FFF2-40B4-BE49-F238E27FC236}">
                <a16:creationId xmlns:a16="http://schemas.microsoft.com/office/drawing/2014/main" id="{2C8CE551-0AE5-4297-9B11-031F5ED06E9E}"/>
              </a:ext>
            </a:extLst>
          </p:cNvPr>
          <p:cNvSpPr txBox="1"/>
          <p:nvPr/>
        </p:nvSpPr>
        <p:spPr>
          <a:xfrm>
            <a:off x="682766" y="3625405"/>
            <a:ext cx="6221575" cy="461665"/>
          </a:xfrm>
          <a:prstGeom prst="rect">
            <a:avLst/>
          </a:prstGeom>
          <a:noFill/>
        </p:spPr>
        <p:txBody>
          <a:bodyPr wrap="none" rtlCol="0">
            <a:spAutoFit/>
          </a:bodyPr>
          <a:lstStyle/>
          <a:p>
            <a:r>
              <a:rPr lang="en-US" altLang="ja-JP" sz="2400" b="1" dirty="0">
                <a:solidFill>
                  <a:srgbClr val="FF0000"/>
                </a:solidFill>
              </a:rPr>
              <a:t>A</a:t>
            </a:r>
            <a:r>
              <a:rPr lang="ja-JP" altLang="en-US" sz="2400" b="1" dirty="0">
                <a:solidFill>
                  <a:srgbClr val="FF0000"/>
                </a:solidFill>
              </a:rPr>
              <a:t>の列数と</a:t>
            </a:r>
            <a:r>
              <a:rPr lang="en-US" altLang="ja-JP" sz="2400" b="1" dirty="0">
                <a:solidFill>
                  <a:srgbClr val="FF0000"/>
                </a:solidFill>
              </a:rPr>
              <a:t>B</a:t>
            </a:r>
            <a:r>
              <a:rPr lang="ja-JP" altLang="en-US" sz="2400" b="1" dirty="0">
                <a:solidFill>
                  <a:srgbClr val="FF0000"/>
                </a:solidFill>
              </a:rPr>
              <a:t>の行数が等しい</a:t>
            </a:r>
            <a:r>
              <a:rPr lang="ja-JP" altLang="en-US" sz="2400" dirty="0"/>
              <a:t>ので計算可能。</a:t>
            </a:r>
            <a:r>
              <a:rPr lang="en-US" altLang="ja-JP" sz="2400" dirty="0"/>
              <a:t> </a:t>
            </a:r>
          </a:p>
        </p:txBody>
      </p:sp>
      <mc:AlternateContent xmlns:mc="http://schemas.openxmlformats.org/markup-compatibility/2006">
        <mc:Choice xmlns:a14="http://schemas.microsoft.com/office/drawing/2010/main" Requires="a14">
          <p:sp>
            <p:nvSpPr>
              <p:cNvPr id="13" name="テキスト ボックス 12">
                <a:extLst>
                  <a:ext uri="{FF2B5EF4-FFF2-40B4-BE49-F238E27FC236}">
                    <a16:creationId xmlns:a16="http://schemas.microsoft.com/office/drawing/2014/main" id="{6D956DC9-0A52-4E37-9523-29AE31C2164B}"/>
                  </a:ext>
                </a:extLst>
              </p:cNvPr>
              <p:cNvSpPr txBox="1"/>
              <p:nvPr/>
            </p:nvSpPr>
            <p:spPr>
              <a:xfrm>
                <a:off x="682766" y="4226770"/>
                <a:ext cx="8259119" cy="1068947"/>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ja-JP" sz="2400" b="0" i="1" smtClean="0">
                          <a:latin typeface="Cambria Math" panose="02040503050406030204" pitchFamily="18" charset="0"/>
                        </a:rPr>
                        <m:t>𝐴𝐵</m:t>
                      </m:r>
                      <m:r>
                        <a:rPr lang="en-US" altLang="ja-JP" sz="2400" b="0" i="1" smtClean="0">
                          <a:latin typeface="Cambria Math" panose="02040503050406030204" pitchFamily="18" charset="0"/>
                        </a:rPr>
                        <m:t>=</m:t>
                      </m:r>
                      <m:d>
                        <m:dPr>
                          <m:begChr m:val="["/>
                          <m:endChr m:val="]"/>
                          <m:ctrlPr>
                            <a:rPr lang="en-US" altLang="ja-JP" sz="2400" i="1" smtClean="0">
                              <a:latin typeface="Cambria Math" panose="02040503050406030204" pitchFamily="18" charset="0"/>
                            </a:rPr>
                          </m:ctrlPr>
                        </m:dPr>
                        <m:e>
                          <m:m>
                            <m:mPr>
                              <m:mcs>
                                <m:mc>
                                  <m:mcPr>
                                    <m:count m:val="3"/>
                                    <m:mcJc m:val="center"/>
                                  </m:mcPr>
                                </m:mc>
                              </m:mcs>
                              <m:ctrlPr>
                                <a:rPr lang="en-US" altLang="ja-JP" sz="2400" b="0" i="1" smtClean="0">
                                  <a:latin typeface="Cambria Math" panose="02040503050406030204" pitchFamily="18" charset="0"/>
                                </a:rPr>
                              </m:ctrlPr>
                            </m:mPr>
                            <m:mr>
                              <m:e>
                                <m:r>
                                  <m:rPr>
                                    <m:brk m:alnAt="7"/>
                                  </m:rPr>
                                  <a:rPr lang="en-US" altLang="ja-JP" sz="2400" b="0" i="1" smtClean="0">
                                    <a:latin typeface="Cambria Math" panose="02040503050406030204" pitchFamily="18" charset="0"/>
                                  </a:rPr>
                                  <m:t>4</m:t>
                                </m:r>
                              </m:e>
                              <m:e>
                                <m:r>
                                  <a:rPr lang="en-US" altLang="ja-JP" sz="2400" b="0" i="1" smtClean="0">
                                    <a:latin typeface="Cambria Math" panose="02040503050406030204" pitchFamily="18" charset="0"/>
                                  </a:rPr>
                                  <m:t>3</m:t>
                                </m:r>
                              </m:e>
                              <m:e>
                                <m:r>
                                  <a:rPr lang="en-US" altLang="ja-JP" sz="2400" b="0" i="1" smtClean="0">
                                    <a:latin typeface="Cambria Math" panose="02040503050406030204" pitchFamily="18" charset="0"/>
                                  </a:rPr>
                                  <m:t>−2</m:t>
                                </m:r>
                              </m:e>
                            </m:mr>
                            <m:mr>
                              <m:e>
                                <m:r>
                                  <a:rPr lang="en-US" altLang="ja-JP" sz="2400" b="0" i="1" smtClean="0">
                                    <a:latin typeface="Cambria Math" panose="02040503050406030204" pitchFamily="18" charset="0"/>
                                  </a:rPr>
                                  <m:t>−1</m:t>
                                </m:r>
                              </m:e>
                              <m:e>
                                <m:r>
                                  <a:rPr lang="en-US" altLang="ja-JP" sz="2400" b="0" i="1" smtClean="0">
                                    <a:latin typeface="Cambria Math" panose="02040503050406030204" pitchFamily="18" charset="0"/>
                                  </a:rPr>
                                  <m:t>0</m:t>
                                </m:r>
                              </m:e>
                              <m:e>
                                <m:r>
                                  <a:rPr lang="en-US" altLang="ja-JP" sz="2400" b="0" i="1" smtClean="0">
                                    <a:latin typeface="Cambria Math" panose="02040503050406030204" pitchFamily="18" charset="0"/>
                                  </a:rPr>
                                  <m:t>5</m:t>
                                </m:r>
                              </m:e>
                            </m:mr>
                          </m:m>
                        </m:e>
                      </m:d>
                      <m:d>
                        <m:dPr>
                          <m:begChr m:val="["/>
                          <m:endChr m:val="]"/>
                          <m:ctrlPr>
                            <a:rPr lang="en-US" altLang="ja-JP" sz="2400" i="1" smtClean="0">
                              <a:latin typeface="Cambria Math" panose="02040503050406030204" pitchFamily="18" charset="0"/>
                            </a:rPr>
                          </m:ctrlPr>
                        </m:dPr>
                        <m:e>
                          <m:m>
                            <m:mPr>
                              <m:mcs>
                                <m:mc>
                                  <m:mcPr>
                                    <m:count m:val="1"/>
                                    <m:mcJc m:val="center"/>
                                  </m:mcPr>
                                </m:mc>
                              </m:mcs>
                              <m:ctrlPr>
                                <a:rPr lang="en-US" altLang="ja-JP" sz="2400" i="1" smtClean="0">
                                  <a:latin typeface="Cambria Math" panose="02040503050406030204" pitchFamily="18" charset="0"/>
                                </a:rPr>
                              </m:ctrlPr>
                            </m:mPr>
                            <m:mr>
                              <m:e>
                                <m:r>
                                  <m:rPr>
                                    <m:brk m:alnAt="7"/>
                                  </m:rPr>
                                  <a:rPr lang="en-US" altLang="ja-JP" sz="2400" b="0" i="1" smtClean="0">
                                    <a:latin typeface="Cambria Math" panose="02040503050406030204" pitchFamily="18" charset="0"/>
                                  </a:rPr>
                                  <m:t>1</m:t>
                                </m:r>
                              </m:e>
                            </m:mr>
                            <m:mr>
                              <m:e>
                                <m:r>
                                  <a:rPr lang="en-US" altLang="ja-JP" sz="2400" b="0" i="1" smtClean="0">
                                    <a:latin typeface="Cambria Math" panose="02040503050406030204" pitchFamily="18" charset="0"/>
                                  </a:rPr>
                                  <m:t>2</m:t>
                                </m:r>
                              </m:e>
                            </m:mr>
                            <m:mr>
                              <m:e>
                                <m:r>
                                  <a:rPr lang="en-US" altLang="ja-JP" sz="2400" b="0" i="1" smtClean="0">
                                    <a:latin typeface="Cambria Math" panose="02040503050406030204" pitchFamily="18" charset="0"/>
                                  </a:rPr>
                                  <m:t>3</m:t>
                                </m:r>
                              </m:e>
                            </m:mr>
                          </m:m>
                        </m:e>
                      </m:d>
                      <m:r>
                        <a:rPr lang="en-US" altLang="ja-JP" sz="2400" b="0" i="1" smtClean="0">
                          <a:latin typeface="Cambria Math" panose="02040503050406030204" pitchFamily="18" charset="0"/>
                        </a:rPr>
                        <m:t>=</m:t>
                      </m:r>
                      <m:d>
                        <m:dPr>
                          <m:begChr m:val="["/>
                          <m:endChr m:val="]"/>
                          <m:ctrlPr>
                            <a:rPr lang="en-US" altLang="ja-JP" sz="2400" b="0" i="1" smtClean="0">
                              <a:latin typeface="Cambria Math" panose="02040503050406030204" pitchFamily="18" charset="0"/>
                            </a:rPr>
                          </m:ctrlPr>
                        </m:dPr>
                        <m:e>
                          <m:m>
                            <m:mPr>
                              <m:mcs>
                                <m:mc>
                                  <m:mcPr>
                                    <m:count m:val="1"/>
                                    <m:mcJc m:val="center"/>
                                  </m:mcPr>
                                </m:mc>
                              </m:mcs>
                              <m:ctrlPr>
                                <a:rPr lang="en-US" altLang="ja-JP" sz="2400" b="0" i="1" smtClean="0">
                                  <a:latin typeface="Cambria Math" panose="02040503050406030204" pitchFamily="18" charset="0"/>
                                </a:rPr>
                              </m:ctrlPr>
                            </m:mPr>
                            <m:mr>
                              <m:e>
                                <m:r>
                                  <m:rPr>
                                    <m:brk m:alnAt="7"/>
                                  </m:rPr>
                                  <a:rPr lang="en-US" altLang="ja-JP" sz="2400" b="0" i="1" smtClean="0">
                                    <a:latin typeface="Cambria Math" panose="02040503050406030204" pitchFamily="18" charset="0"/>
                                  </a:rPr>
                                  <m:t>4</m:t>
                                </m:r>
                                <m:r>
                                  <a:rPr lang="en-US" altLang="ja-JP" sz="2400" i="1">
                                    <a:latin typeface="Cambria Math" panose="02040503050406030204" pitchFamily="18" charset="0"/>
                                  </a:rPr>
                                  <m:t>×</m:t>
                                </m:r>
                                <m:r>
                                  <a:rPr lang="en-US" altLang="ja-JP" sz="2400" b="0" i="1" smtClean="0">
                                    <a:latin typeface="Cambria Math" panose="02040503050406030204" pitchFamily="18" charset="0"/>
                                  </a:rPr>
                                  <m:t>1+3</m:t>
                                </m:r>
                                <m:r>
                                  <a:rPr lang="en-US" altLang="ja-JP" sz="2400" i="1">
                                    <a:latin typeface="Cambria Math" panose="02040503050406030204" pitchFamily="18" charset="0"/>
                                  </a:rPr>
                                  <m:t>×</m:t>
                                </m:r>
                                <m:r>
                                  <a:rPr lang="en-US" altLang="ja-JP" sz="2400" b="0" i="1" smtClean="0">
                                    <a:latin typeface="Cambria Math" panose="02040503050406030204" pitchFamily="18" charset="0"/>
                                  </a:rPr>
                                  <m:t>2+(−2)</m:t>
                                </m:r>
                                <m:r>
                                  <a:rPr lang="en-US" altLang="ja-JP" sz="2400" i="1">
                                    <a:latin typeface="Cambria Math" panose="02040503050406030204" pitchFamily="18" charset="0"/>
                                  </a:rPr>
                                  <m:t>×</m:t>
                                </m:r>
                                <m:r>
                                  <a:rPr lang="en-US" altLang="ja-JP" sz="2400" b="0" i="1" smtClean="0">
                                    <a:latin typeface="Cambria Math" panose="02040503050406030204" pitchFamily="18" charset="0"/>
                                  </a:rPr>
                                  <m:t>3</m:t>
                                </m:r>
                              </m:e>
                            </m:mr>
                            <m:mr>
                              <m:e>
                                <m:r>
                                  <a:rPr lang="en-US" altLang="ja-JP" sz="2400" b="0" i="1" smtClean="0">
                                    <a:latin typeface="Cambria Math" panose="02040503050406030204" pitchFamily="18" charset="0"/>
                                  </a:rPr>
                                  <m:t>−1</m:t>
                                </m:r>
                                <m:r>
                                  <a:rPr lang="en-US" altLang="ja-JP" sz="2400" i="1">
                                    <a:latin typeface="Cambria Math" panose="02040503050406030204" pitchFamily="18" charset="0"/>
                                  </a:rPr>
                                  <m:t>×</m:t>
                                </m:r>
                                <m:r>
                                  <a:rPr lang="en-US" altLang="ja-JP" sz="2400" i="1">
                                    <a:latin typeface="Cambria Math" panose="02040503050406030204" pitchFamily="18" charset="0"/>
                                  </a:rPr>
                                  <m:t>1+</m:t>
                                </m:r>
                                <m:r>
                                  <a:rPr lang="en-US" altLang="ja-JP" sz="2400" b="0" i="1" smtClean="0">
                                    <a:latin typeface="Cambria Math" panose="02040503050406030204" pitchFamily="18" charset="0"/>
                                  </a:rPr>
                                  <m:t>0</m:t>
                                </m:r>
                                <m:r>
                                  <a:rPr lang="en-US" altLang="ja-JP" sz="2400" i="1">
                                    <a:latin typeface="Cambria Math" panose="02040503050406030204" pitchFamily="18" charset="0"/>
                                  </a:rPr>
                                  <m:t>×</m:t>
                                </m:r>
                                <m:r>
                                  <a:rPr lang="en-US" altLang="ja-JP" sz="2400" i="1">
                                    <a:latin typeface="Cambria Math" panose="02040503050406030204" pitchFamily="18" charset="0"/>
                                  </a:rPr>
                                  <m:t>2+</m:t>
                                </m:r>
                                <m:r>
                                  <a:rPr lang="en-US" altLang="ja-JP" sz="2400" b="0" i="1" smtClean="0">
                                    <a:latin typeface="Cambria Math" panose="02040503050406030204" pitchFamily="18" charset="0"/>
                                  </a:rPr>
                                  <m:t>5</m:t>
                                </m:r>
                                <m:r>
                                  <a:rPr lang="en-US" altLang="ja-JP" sz="2400" i="1">
                                    <a:latin typeface="Cambria Math" panose="02040503050406030204" pitchFamily="18" charset="0"/>
                                  </a:rPr>
                                  <m:t>×</m:t>
                                </m:r>
                                <m:r>
                                  <a:rPr lang="en-US" altLang="ja-JP" sz="2400" i="1">
                                    <a:latin typeface="Cambria Math" panose="02040503050406030204" pitchFamily="18" charset="0"/>
                                  </a:rPr>
                                  <m:t>3</m:t>
                                </m:r>
                              </m:e>
                            </m:mr>
                          </m:m>
                        </m:e>
                      </m:d>
                      <m:r>
                        <a:rPr lang="en-US" altLang="ja-JP" sz="2400" b="0" i="1" smtClean="0">
                          <a:latin typeface="Cambria Math" panose="02040503050406030204" pitchFamily="18" charset="0"/>
                        </a:rPr>
                        <m:t>=</m:t>
                      </m:r>
                      <m:d>
                        <m:dPr>
                          <m:begChr m:val="["/>
                          <m:endChr m:val="]"/>
                          <m:ctrlPr>
                            <a:rPr lang="en-US" altLang="ja-JP" sz="2400" i="1">
                              <a:latin typeface="Cambria Math" panose="02040503050406030204" pitchFamily="18" charset="0"/>
                            </a:rPr>
                          </m:ctrlPr>
                        </m:dPr>
                        <m:e>
                          <m:m>
                            <m:mPr>
                              <m:mcs>
                                <m:mc>
                                  <m:mcPr>
                                    <m:count m:val="1"/>
                                    <m:mcJc m:val="center"/>
                                  </m:mcPr>
                                </m:mc>
                              </m:mcs>
                              <m:ctrlPr>
                                <a:rPr lang="en-US" altLang="ja-JP" sz="2400" i="1">
                                  <a:latin typeface="Cambria Math" panose="02040503050406030204" pitchFamily="18" charset="0"/>
                                </a:rPr>
                              </m:ctrlPr>
                            </m:mPr>
                            <m:mr>
                              <m:e>
                                <m:r>
                                  <a:rPr lang="en-US" altLang="ja-JP" sz="2400" b="0" i="1" smtClean="0">
                                    <a:latin typeface="Cambria Math" panose="02040503050406030204" pitchFamily="18" charset="0"/>
                                  </a:rPr>
                                  <m:t>4</m:t>
                                </m:r>
                                <m:r>
                                  <a:rPr lang="en-US" altLang="ja-JP" sz="2400" i="1" smtClean="0">
                                    <a:latin typeface="Cambria Math" panose="02040503050406030204" pitchFamily="18" charset="0"/>
                                  </a:rPr>
                                  <m:t> </m:t>
                                </m:r>
                              </m:e>
                            </m:mr>
                            <m:mr>
                              <m:e>
                                <m:r>
                                  <a:rPr lang="en-US" altLang="ja-JP" sz="2400" b="0" i="1" smtClean="0">
                                    <a:latin typeface="Cambria Math" panose="02040503050406030204" pitchFamily="18" charset="0"/>
                                  </a:rPr>
                                  <m:t>14</m:t>
                                </m:r>
                              </m:e>
                            </m:mr>
                          </m:m>
                        </m:e>
                      </m:d>
                    </m:oMath>
                  </m:oMathPara>
                </a14:m>
                <a:endParaRPr lang="en-US" altLang="ja-JP" sz="2400" dirty="0"/>
              </a:p>
            </p:txBody>
          </p:sp>
        </mc:Choice>
        <mc:Fallback>
          <p:sp>
            <p:nvSpPr>
              <p:cNvPr id="13" name="テキスト ボックス 12">
                <a:extLst>
                  <a:ext uri="{FF2B5EF4-FFF2-40B4-BE49-F238E27FC236}">
                    <a16:creationId xmlns:a16="http://schemas.microsoft.com/office/drawing/2014/main" id="{6D956DC9-0A52-4E37-9523-29AE31C2164B}"/>
                  </a:ext>
                </a:extLst>
              </p:cNvPr>
              <p:cNvSpPr txBox="1">
                <a:spLocks noRot="1" noChangeAspect="1" noMove="1" noResize="1" noEditPoints="1" noAdjustHandles="1" noChangeArrowheads="1" noChangeShapeType="1" noTextEdit="1"/>
              </p:cNvSpPr>
              <p:nvPr/>
            </p:nvSpPr>
            <p:spPr>
              <a:xfrm>
                <a:off x="682766" y="4226770"/>
                <a:ext cx="8259119" cy="1068947"/>
              </a:xfrm>
              <a:prstGeom prst="rect">
                <a:avLst/>
              </a:prstGeom>
              <a:blipFill>
                <a:blip r:embed="rId3"/>
                <a:stretch>
                  <a:fillRect/>
                </a:stretch>
              </a:blipFill>
            </p:spPr>
            <p:txBody>
              <a:bodyPr/>
              <a:lstStyle/>
              <a:p>
                <a:r>
                  <a:rPr lang="ja-JP" altLang="en-US">
                    <a:noFill/>
                  </a:rPr>
                  <a:t> </a:t>
                </a:r>
              </a:p>
            </p:txBody>
          </p:sp>
        </mc:Fallback>
      </mc:AlternateContent>
      <p:sp>
        <p:nvSpPr>
          <p:cNvPr id="14" name="テキスト ボックス 13">
            <a:extLst>
              <a:ext uri="{FF2B5EF4-FFF2-40B4-BE49-F238E27FC236}">
                <a16:creationId xmlns:a16="http://schemas.microsoft.com/office/drawing/2014/main" id="{2DB51033-A530-4CE4-B809-5E395B528532}"/>
              </a:ext>
            </a:extLst>
          </p:cNvPr>
          <p:cNvSpPr txBox="1"/>
          <p:nvPr/>
        </p:nvSpPr>
        <p:spPr>
          <a:xfrm>
            <a:off x="682765" y="5481583"/>
            <a:ext cx="5505033" cy="461665"/>
          </a:xfrm>
          <a:prstGeom prst="rect">
            <a:avLst/>
          </a:prstGeom>
          <a:noFill/>
        </p:spPr>
        <p:txBody>
          <a:bodyPr wrap="none" rtlCol="0">
            <a:spAutoFit/>
          </a:bodyPr>
          <a:lstStyle/>
          <a:p>
            <a:r>
              <a:rPr lang="ja-JP" altLang="en-US" sz="2400" b="1" dirty="0">
                <a:solidFill>
                  <a:srgbClr val="00B050"/>
                </a:solidFill>
              </a:rPr>
              <a:t>計算結果の行列の型は２</a:t>
            </a:r>
            <a:r>
              <a:rPr lang="en-US" altLang="ja-JP" sz="2400" b="1" dirty="0">
                <a:solidFill>
                  <a:srgbClr val="00B050"/>
                </a:solidFill>
              </a:rPr>
              <a:t>×</a:t>
            </a:r>
            <a:r>
              <a:rPr lang="ja-JP" altLang="en-US" sz="2400" b="1" dirty="0">
                <a:solidFill>
                  <a:srgbClr val="00B050"/>
                </a:solidFill>
              </a:rPr>
              <a:t>１</a:t>
            </a:r>
            <a:r>
              <a:rPr lang="ja-JP" altLang="en-US" sz="2400" dirty="0"/>
              <a:t>となる。</a:t>
            </a:r>
            <a:r>
              <a:rPr lang="en-US" altLang="ja-JP" sz="2400" dirty="0"/>
              <a:t> </a:t>
            </a:r>
          </a:p>
        </p:txBody>
      </p:sp>
    </p:spTree>
    <p:extLst>
      <p:ext uri="{BB962C8B-B14F-4D97-AF65-F5344CB8AC3E}">
        <p14:creationId xmlns:p14="http://schemas.microsoft.com/office/powerpoint/2010/main" val="14805856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820277" cy="584775"/>
          </a:xfrm>
          <a:prstGeom prst="rect">
            <a:avLst/>
          </a:prstGeom>
          <a:noFill/>
        </p:spPr>
        <p:txBody>
          <a:bodyPr wrap="none" rtlCol="0">
            <a:spAutoFit/>
          </a:bodyPr>
          <a:lstStyle/>
          <a:p>
            <a:r>
              <a:rPr kumimoji="1" lang="ja-JP" altLang="en-US" sz="3200" b="1" u="sng" dirty="0"/>
              <a:t>行列の掛け算 例題</a:t>
            </a:r>
            <a:r>
              <a:rPr kumimoji="1" lang="en-US" altLang="ja-JP" sz="3200" b="1" u="sng" dirty="0"/>
              <a:t>2</a:t>
            </a:r>
          </a:p>
        </p:txBody>
      </p:sp>
      <mc:AlternateContent xmlns:mc="http://schemas.openxmlformats.org/markup-compatibility/2006">
        <mc:Choice xmlns:a14="http://schemas.microsoft.com/office/drawing/2010/main" Requires="a14">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3414076" cy="1807611"/>
              </a:xfrm>
              <a:prstGeom prst="rect">
                <a:avLst/>
              </a:prstGeom>
              <a:noFill/>
            </p:spPr>
            <p:txBody>
              <a:bodyPr wrap="none" rtlCol="0">
                <a:spAutoFit/>
              </a:bodyPr>
              <a:lstStyle/>
              <a:p>
                <a:r>
                  <a:rPr lang="ja-JP" altLang="en-US" sz="2400" dirty="0"/>
                  <a:t>次の計算をしなさい</a:t>
                </a:r>
                <a:endParaRPr lang="en-US" altLang="ja-JP" sz="2400" dirty="0"/>
              </a:p>
              <a:p>
                <a:endParaRPr lang="en-US" altLang="ja-JP" sz="2400" dirty="0"/>
              </a:p>
              <a:p>
                <a14:m>
                  <m:oMathPara xmlns:m="http://schemas.openxmlformats.org/officeDocument/2006/math">
                    <m:oMathParaPr>
                      <m:jc m:val="centerGroup"/>
                    </m:oMathParaPr>
                    <m:oMath xmlns:m="http://schemas.openxmlformats.org/officeDocument/2006/math">
                      <m:r>
                        <a:rPr lang="en-US" altLang="ja-JP" sz="2400" b="0" i="1" smtClean="0">
                          <a:latin typeface="Cambria Math" panose="02040503050406030204" pitchFamily="18" charset="0"/>
                        </a:rPr>
                        <m:t>𝐴𝐵</m:t>
                      </m:r>
                      <m:r>
                        <a:rPr lang="en-US" altLang="ja-JP" sz="2400" b="0" i="1" smtClean="0">
                          <a:latin typeface="Cambria Math" panose="02040503050406030204" pitchFamily="18" charset="0"/>
                        </a:rPr>
                        <m:t>=</m:t>
                      </m:r>
                      <m:d>
                        <m:dPr>
                          <m:begChr m:val="["/>
                          <m:endChr m:val="]"/>
                          <m:ctrlPr>
                            <a:rPr lang="en-US" altLang="ja-JP" sz="2400" i="1">
                              <a:latin typeface="Cambria Math" panose="02040503050406030204" pitchFamily="18" charset="0"/>
                            </a:rPr>
                          </m:ctrlPr>
                        </m:dPr>
                        <m:e>
                          <m:m>
                            <m:mPr>
                              <m:mcs>
                                <m:mc>
                                  <m:mcPr>
                                    <m:count m:val="1"/>
                                    <m:mcJc m:val="center"/>
                                  </m:mcPr>
                                </m:mc>
                              </m:mcs>
                              <m:ctrlPr>
                                <a:rPr lang="en-US" altLang="ja-JP" sz="2400" i="1">
                                  <a:latin typeface="Cambria Math" panose="02040503050406030204" pitchFamily="18" charset="0"/>
                                </a:rPr>
                              </m:ctrlPr>
                            </m:mPr>
                            <m:mr>
                              <m:e>
                                <m:r>
                                  <m:rPr>
                                    <m:brk m:alnAt="7"/>
                                  </m:rPr>
                                  <a:rPr lang="en-US" altLang="ja-JP" sz="2400" i="1">
                                    <a:latin typeface="Cambria Math" panose="02040503050406030204" pitchFamily="18" charset="0"/>
                                  </a:rPr>
                                  <m:t>1</m:t>
                                </m:r>
                              </m:e>
                            </m:mr>
                            <m:mr>
                              <m:e>
                                <m:r>
                                  <a:rPr lang="en-US" altLang="ja-JP" sz="2400" i="1">
                                    <a:latin typeface="Cambria Math" panose="02040503050406030204" pitchFamily="18" charset="0"/>
                                  </a:rPr>
                                  <m:t>2</m:t>
                                </m:r>
                              </m:e>
                            </m:mr>
                            <m:mr>
                              <m:e>
                                <m:r>
                                  <a:rPr lang="en-US" altLang="ja-JP" sz="2400" i="1">
                                    <a:latin typeface="Cambria Math" panose="02040503050406030204" pitchFamily="18" charset="0"/>
                                  </a:rPr>
                                  <m:t>3</m:t>
                                </m:r>
                              </m:e>
                            </m:mr>
                          </m:m>
                        </m:e>
                      </m:d>
                      <m:d>
                        <m:dPr>
                          <m:begChr m:val="["/>
                          <m:endChr m:val="]"/>
                          <m:ctrlPr>
                            <a:rPr lang="en-US" altLang="ja-JP" sz="2400" i="1" smtClean="0">
                              <a:latin typeface="Cambria Math" panose="02040503050406030204" pitchFamily="18" charset="0"/>
                            </a:rPr>
                          </m:ctrlPr>
                        </m:dPr>
                        <m:e>
                          <m:m>
                            <m:mPr>
                              <m:mcs>
                                <m:mc>
                                  <m:mcPr>
                                    <m:count m:val="3"/>
                                    <m:mcJc m:val="center"/>
                                  </m:mcPr>
                                </m:mc>
                              </m:mcs>
                              <m:ctrlPr>
                                <a:rPr lang="en-US" altLang="ja-JP" sz="2400" b="0" i="1" smtClean="0">
                                  <a:latin typeface="Cambria Math" panose="02040503050406030204" pitchFamily="18" charset="0"/>
                                </a:rPr>
                              </m:ctrlPr>
                            </m:mPr>
                            <m:mr>
                              <m:e>
                                <m:r>
                                  <m:rPr>
                                    <m:brk m:alnAt="7"/>
                                  </m:rPr>
                                  <a:rPr lang="en-US" altLang="ja-JP" sz="2400" b="0" i="1" smtClean="0">
                                    <a:latin typeface="Cambria Math" panose="02040503050406030204" pitchFamily="18" charset="0"/>
                                  </a:rPr>
                                  <m:t>4</m:t>
                                </m:r>
                              </m:e>
                              <m:e>
                                <m:r>
                                  <a:rPr lang="en-US" altLang="ja-JP" sz="2400" b="0" i="1" smtClean="0">
                                    <a:latin typeface="Cambria Math" panose="02040503050406030204" pitchFamily="18" charset="0"/>
                                  </a:rPr>
                                  <m:t>3</m:t>
                                </m:r>
                              </m:e>
                              <m:e>
                                <m:r>
                                  <a:rPr lang="en-US" altLang="ja-JP" sz="2400" b="0" i="1" smtClean="0">
                                    <a:latin typeface="Cambria Math" panose="02040503050406030204" pitchFamily="18" charset="0"/>
                                  </a:rPr>
                                  <m:t>−2</m:t>
                                </m:r>
                              </m:e>
                            </m:mr>
                            <m:mr>
                              <m:e>
                                <m:r>
                                  <a:rPr lang="en-US" altLang="ja-JP" sz="2400" b="0" i="1" smtClean="0">
                                    <a:latin typeface="Cambria Math" panose="02040503050406030204" pitchFamily="18" charset="0"/>
                                  </a:rPr>
                                  <m:t>−1</m:t>
                                </m:r>
                              </m:e>
                              <m:e>
                                <m:r>
                                  <a:rPr lang="en-US" altLang="ja-JP" sz="2400" b="0" i="1" smtClean="0">
                                    <a:latin typeface="Cambria Math" panose="02040503050406030204" pitchFamily="18" charset="0"/>
                                  </a:rPr>
                                  <m:t>0</m:t>
                                </m:r>
                              </m:e>
                              <m:e>
                                <m:r>
                                  <a:rPr lang="en-US" altLang="ja-JP" sz="2400" b="0" i="1" smtClean="0">
                                    <a:latin typeface="Cambria Math" panose="02040503050406030204" pitchFamily="18" charset="0"/>
                                  </a:rPr>
                                  <m:t>5</m:t>
                                </m:r>
                              </m:e>
                            </m:mr>
                          </m:m>
                        </m:e>
                      </m:d>
                    </m:oMath>
                  </m:oMathPara>
                </a14:m>
                <a:endParaRPr lang="en-US" altLang="ja-JP" sz="2400" dirty="0"/>
              </a:p>
            </p:txBody>
          </p:sp>
        </mc:Choice>
        <mc:Fallback>
          <p:sp>
            <p:nvSpPr>
              <p:cNvPr id="6" name="テキスト ボックス 5">
                <a:extLst>
                  <a:ext uri="{FF2B5EF4-FFF2-40B4-BE49-F238E27FC236}">
                    <a16:creationId xmlns:a16="http://schemas.microsoft.com/office/drawing/2014/main" id="{55830AD6-028B-4C4E-80BF-B70DFC1C3A46}"/>
                  </a:ext>
                </a:extLst>
              </p:cNvPr>
              <p:cNvSpPr txBox="1">
                <a:spLocks noRot="1" noChangeAspect="1" noMove="1" noResize="1" noEditPoints="1" noAdjustHandles="1" noChangeArrowheads="1" noChangeShapeType="1" noTextEdit="1"/>
              </p:cNvSpPr>
              <p:nvPr/>
            </p:nvSpPr>
            <p:spPr>
              <a:xfrm>
                <a:off x="567542" y="1216429"/>
                <a:ext cx="3414076" cy="1807611"/>
              </a:xfrm>
              <a:prstGeom prst="rect">
                <a:avLst/>
              </a:prstGeom>
              <a:blipFill>
                <a:blip r:embed="rId2"/>
                <a:stretch>
                  <a:fillRect l="-2679" t="-2703"/>
                </a:stretch>
              </a:blipFill>
            </p:spPr>
            <p:txBody>
              <a:bodyPr/>
              <a:lstStyle/>
              <a:p>
                <a:r>
                  <a:rPr lang="ja-JP" altLang="en-US">
                    <a:noFill/>
                  </a:rPr>
                  <a:t> </a:t>
                </a:r>
              </a:p>
            </p:txBody>
          </p:sp>
        </mc:Fallback>
      </mc:AlternateContent>
      <p:sp>
        <p:nvSpPr>
          <p:cNvPr id="10" name="テキスト ボックス 9">
            <a:extLst>
              <a:ext uri="{FF2B5EF4-FFF2-40B4-BE49-F238E27FC236}">
                <a16:creationId xmlns:a16="http://schemas.microsoft.com/office/drawing/2014/main" id="{64ABA489-1E6E-4890-99CE-987B0DFBEAD2}"/>
              </a:ext>
            </a:extLst>
          </p:cNvPr>
          <p:cNvSpPr txBox="1"/>
          <p:nvPr/>
        </p:nvSpPr>
        <p:spPr>
          <a:xfrm>
            <a:off x="2477680" y="3163740"/>
            <a:ext cx="845103" cy="461665"/>
          </a:xfrm>
          <a:prstGeom prst="rect">
            <a:avLst/>
          </a:prstGeom>
          <a:noFill/>
        </p:spPr>
        <p:txBody>
          <a:bodyPr wrap="none" rtlCol="0">
            <a:spAutoFit/>
          </a:bodyPr>
          <a:lstStyle/>
          <a:p>
            <a:r>
              <a:rPr lang="en-US" altLang="ja-JP" sz="2400" b="1" dirty="0">
                <a:solidFill>
                  <a:srgbClr val="FF0000"/>
                </a:solidFill>
              </a:rPr>
              <a:t>2</a:t>
            </a:r>
            <a:r>
              <a:rPr lang="en-US" altLang="ja-JP" sz="2400" dirty="0"/>
              <a:t>×</a:t>
            </a:r>
            <a:r>
              <a:rPr lang="en-US" altLang="ja-JP" sz="2400" b="1" dirty="0">
                <a:solidFill>
                  <a:srgbClr val="00B050"/>
                </a:solidFill>
              </a:rPr>
              <a:t>3</a:t>
            </a:r>
          </a:p>
        </p:txBody>
      </p:sp>
      <p:sp>
        <p:nvSpPr>
          <p:cNvPr id="11" name="テキスト ボックス 10">
            <a:extLst>
              <a:ext uri="{FF2B5EF4-FFF2-40B4-BE49-F238E27FC236}">
                <a16:creationId xmlns:a16="http://schemas.microsoft.com/office/drawing/2014/main" id="{C5AF7D47-7677-4230-920D-875C9800E02A}"/>
              </a:ext>
            </a:extLst>
          </p:cNvPr>
          <p:cNvSpPr txBox="1"/>
          <p:nvPr/>
        </p:nvSpPr>
        <p:spPr>
          <a:xfrm>
            <a:off x="1345957" y="3163740"/>
            <a:ext cx="845103" cy="461665"/>
          </a:xfrm>
          <a:prstGeom prst="rect">
            <a:avLst/>
          </a:prstGeom>
          <a:noFill/>
        </p:spPr>
        <p:txBody>
          <a:bodyPr wrap="none" rtlCol="0">
            <a:spAutoFit/>
          </a:bodyPr>
          <a:lstStyle/>
          <a:p>
            <a:r>
              <a:rPr lang="en-US" altLang="ja-JP" sz="2400" b="1" dirty="0">
                <a:solidFill>
                  <a:srgbClr val="00B050"/>
                </a:solidFill>
              </a:rPr>
              <a:t>3</a:t>
            </a:r>
            <a:r>
              <a:rPr lang="en-US" altLang="ja-JP" sz="2400" dirty="0"/>
              <a:t>×</a:t>
            </a:r>
            <a:r>
              <a:rPr lang="en-US" altLang="ja-JP" sz="2400" b="1" dirty="0">
                <a:solidFill>
                  <a:srgbClr val="FF0000"/>
                </a:solidFill>
              </a:rPr>
              <a:t>1</a:t>
            </a:r>
          </a:p>
        </p:txBody>
      </p:sp>
      <p:sp>
        <p:nvSpPr>
          <p:cNvPr id="12" name="テキスト ボックス 11">
            <a:extLst>
              <a:ext uri="{FF2B5EF4-FFF2-40B4-BE49-F238E27FC236}">
                <a16:creationId xmlns:a16="http://schemas.microsoft.com/office/drawing/2014/main" id="{2C8CE551-0AE5-4297-9B11-031F5ED06E9E}"/>
              </a:ext>
            </a:extLst>
          </p:cNvPr>
          <p:cNvSpPr txBox="1"/>
          <p:nvPr/>
        </p:nvSpPr>
        <p:spPr>
          <a:xfrm>
            <a:off x="682766" y="3625405"/>
            <a:ext cx="7165744" cy="461665"/>
          </a:xfrm>
          <a:prstGeom prst="rect">
            <a:avLst/>
          </a:prstGeom>
          <a:noFill/>
        </p:spPr>
        <p:txBody>
          <a:bodyPr wrap="none" rtlCol="0">
            <a:spAutoFit/>
          </a:bodyPr>
          <a:lstStyle/>
          <a:p>
            <a:r>
              <a:rPr lang="en-US" altLang="ja-JP" sz="2400" b="1" dirty="0">
                <a:solidFill>
                  <a:srgbClr val="FF0000"/>
                </a:solidFill>
              </a:rPr>
              <a:t>A</a:t>
            </a:r>
            <a:r>
              <a:rPr lang="ja-JP" altLang="en-US" sz="2400" b="1" dirty="0">
                <a:solidFill>
                  <a:srgbClr val="FF0000"/>
                </a:solidFill>
              </a:rPr>
              <a:t>の列数と</a:t>
            </a:r>
            <a:r>
              <a:rPr lang="en-US" altLang="ja-JP" sz="2400" b="1" dirty="0">
                <a:solidFill>
                  <a:srgbClr val="FF0000"/>
                </a:solidFill>
              </a:rPr>
              <a:t>B</a:t>
            </a:r>
            <a:r>
              <a:rPr lang="ja-JP" altLang="en-US" sz="2400" b="1" dirty="0">
                <a:solidFill>
                  <a:srgbClr val="FF0000"/>
                </a:solidFill>
              </a:rPr>
              <a:t>の行数が等しくない</a:t>
            </a:r>
            <a:r>
              <a:rPr lang="ja-JP" altLang="en-US" sz="2400" dirty="0"/>
              <a:t>ので計算不可能。</a:t>
            </a:r>
            <a:r>
              <a:rPr lang="en-US" altLang="ja-JP" sz="2400" dirty="0"/>
              <a:t> </a:t>
            </a:r>
          </a:p>
        </p:txBody>
      </p:sp>
      <mc:AlternateContent xmlns:mc="http://schemas.openxmlformats.org/markup-compatibility/2006">
        <mc:Choice xmlns:a14="http://schemas.microsoft.com/office/drawing/2010/main" Requires="a14">
          <p:sp>
            <p:nvSpPr>
              <p:cNvPr id="13" name="テキスト ボックス 12">
                <a:extLst>
                  <a:ext uri="{FF2B5EF4-FFF2-40B4-BE49-F238E27FC236}">
                    <a16:creationId xmlns:a16="http://schemas.microsoft.com/office/drawing/2014/main" id="{6D956DC9-0A52-4E37-9523-29AE31C2164B}"/>
                  </a:ext>
                </a:extLst>
              </p:cNvPr>
              <p:cNvSpPr txBox="1"/>
              <p:nvPr/>
            </p:nvSpPr>
            <p:spPr>
              <a:xfrm>
                <a:off x="682766" y="4226770"/>
                <a:ext cx="6751848" cy="1068947"/>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ja-JP" sz="2400" b="0" i="1" smtClean="0">
                          <a:latin typeface="Cambria Math" panose="02040503050406030204" pitchFamily="18" charset="0"/>
                        </a:rPr>
                        <m:t>𝐴𝐵</m:t>
                      </m:r>
                      <m:r>
                        <a:rPr lang="en-US" altLang="ja-JP" sz="2400" b="0" i="1" smtClean="0">
                          <a:latin typeface="Cambria Math" panose="02040503050406030204" pitchFamily="18" charset="0"/>
                        </a:rPr>
                        <m:t>=</m:t>
                      </m:r>
                      <m:d>
                        <m:dPr>
                          <m:begChr m:val="["/>
                          <m:endChr m:val="]"/>
                          <m:ctrlPr>
                            <a:rPr lang="en-US" altLang="ja-JP" sz="2400" i="1">
                              <a:latin typeface="Cambria Math" panose="02040503050406030204" pitchFamily="18" charset="0"/>
                            </a:rPr>
                          </m:ctrlPr>
                        </m:dPr>
                        <m:e>
                          <m:m>
                            <m:mPr>
                              <m:mcs>
                                <m:mc>
                                  <m:mcPr>
                                    <m:count m:val="1"/>
                                    <m:mcJc m:val="center"/>
                                  </m:mcPr>
                                </m:mc>
                              </m:mcs>
                              <m:ctrlPr>
                                <a:rPr lang="en-US" altLang="ja-JP" sz="2400" i="1">
                                  <a:latin typeface="Cambria Math" panose="02040503050406030204" pitchFamily="18" charset="0"/>
                                </a:rPr>
                              </m:ctrlPr>
                            </m:mPr>
                            <m:mr>
                              <m:e>
                                <m:r>
                                  <m:rPr>
                                    <m:brk m:alnAt="7"/>
                                  </m:rPr>
                                  <a:rPr lang="en-US" altLang="ja-JP" sz="2400" i="1">
                                    <a:latin typeface="Cambria Math" panose="02040503050406030204" pitchFamily="18" charset="0"/>
                                  </a:rPr>
                                  <m:t>1</m:t>
                                </m:r>
                              </m:e>
                            </m:mr>
                            <m:mr>
                              <m:e>
                                <m:r>
                                  <a:rPr lang="en-US" altLang="ja-JP" sz="2400" i="1">
                                    <a:latin typeface="Cambria Math" panose="02040503050406030204" pitchFamily="18" charset="0"/>
                                  </a:rPr>
                                  <m:t>2</m:t>
                                </m:r>
                              </m:e>
                            </m:mr>
                            <m:mr>
                              <m:e>
                                <m:r>
                                  <a:rPr lang="en-US" altLang="ja-JP" sz="2400" i="1">
                                    <a:latin typeface="Cambria Math" panose="02040503050406030204" pitchFamily="18" charset="0"/>
                                  </a:rPr>
                                  <m:t>3</m:t>
                                </m:r>
                              </m:e>
                            </m:mr>
                          </m:m>
                        </m:e>
                      </m:d>
                      <m:d>
                        <m:dPr>
                          <m:begChr m:val="["/>
                          <m:endChr m:val="]"/>
                          <m:ctrlPr>
                            <a:rPr lang="en-US" altLang="ja-JP" sz="2400" i="1" smtClean="0">
                              <a:latin typeface="Cambria Math" panose="02040503050406030204" pitchFamily="18" charset="0"/>
                            </a:rPr>
                          </m:ctrlPr>
                        </m:dPr>
                        <m:e>
                          <m:m>
                            <m:mPr>
                              <m:mcs>
                                <m:mc>
                                  <m:mcPr>
                                    <m:count m:val="3"/>
                                    <m:mcJc m:val="center"/>
                                  </m:mcPr>
                                </m:mc>
                              </m:mcs>
                              <m:ctrlPr>
                                <a:rPr lang="en-US" altLang="ja-JP" sz="2400" b="0" i="1" smtClean="0">
                                  <a:latin typeface="Cambria Math" panose="02040503050406030204" pitchFamily="18" charset="0"/>
                                </a:rPr>
                              </m:ctrlPr>
                            </m:mPr>
                            <m:mr>
                              <m:e>
                                <m:r>
                                  <m:rPr>
                                    <m:brk m:alnAt="7"/>
                                  </m:rPr>
                                  <a:rPr lang="en-US" altLang="ja-JP" sz="2400" b="0" i="1" smtClean="0">
                                    <a:latin typeface="Cambria Math" panose="02040503050406030204" pitchFamily="18" charset="0"/>
                                  </a:rPr>
                                  <m:t>4</m:t>
                                </m:r>
                              </m:e>
                              <m:e>
                                <m:r>
                                  <a:rPr lang="en-US" altLang="ja-JP" sz="2400" b="0" i="1" smtClean="0">
                                    <a:latin typeface="Cambria Math" panose="02040503050406030204" pitchFamily="18" charset="0"/>
                                  </a:rPr>
                                  <m:t>3</m:t>
                                </m:r>
                              </m:e>
                              <m:e>
                                <m:r>
                                  <a:rPr lang="en-US" altLang="ja-JP" sz="2400" b="0" i="1" smtClean="0">
                                    <a:latin typeface="Cambria Math" panose="02040503050406030204" pitchFamily="18" charset="0"/>
                                  </a:rPr>
                                  <m:t>−2</m:t>
                                </m:r>
                              </m:e>
                            </m:mr>
                            <m:mr>
                              <m:e>
                                <m:r>
                                  <a:rPr lang="en-US" altLang="ja-JP" sz="2400" b="0" i="1" smtClean="0">
                                    <a:latin typeface="Cambria Math" panose="02040503050406030204" pitchFamily="18" charset="0"/>
                                  </a:rPr>
                                  <m:t>−1</m:t>
                                </m:r>
                              </m:e>
                              <m:e>
                                <m:r>
                                  <a:rPr lang="en-US" altLang="ja-JP" sz="2400" b="0" i="1" smtClean="0">
                                    <a:latin typeface="Cambria Math" panose="02040503050406030204" pitchFamily="18" charset="0"/>
                                  </a:rPr>
                                  <m:t>0</m:t>
                                </m:r>
                              </m:e>
                              <m:e>
                                <m:r>
                                  <a:rPr lang="en-US" altLang="ja-JP" sz="2400" b="0" i="1" smtClean="0">
                                    <a:latin typeface="Cambria Math" panose="02040503050406030204" pitchFamily="18" charset="0"/>
                                  </a:rPr>
                                  <m:t>5</m:t>
                                </m:r>
                              </m:e>
                            </m:mr>
                          </m:m>
                        </m:e>
                      </m:d>
                      <m:r>
                        <a:rPr lang="en-US" altLang="ja-JP" sz="2400" b="0" i="1" smtClean="0">
                          <a:latin typeface="Cambria Math" panose="02040503050406030204" pitchFamily="18" charset="0"/>
                        </a:rPr>
                        <m:t>=</m:t>
                      </m:r>
                      <m:d>
                        <m:dPr>
                          <m:begChr m:val="["/>
                          <m:endChr m:val="]"/>
                          <m:ctrlPr>
                            <a:rPr lang="en-US" altLang="ja-JP" sz="2400" b="0" i="1" smtClean="0">
                              <a:latin typeface="Cambria Math" panose="02040503050406030204" pitchFamily="18" charset="0"/>
                            </a:rPr>
                          </m:ctrlPr>
                        </m:dPr>
                        <m:e>
                          <m:m>
                            <m:mPr>
                              <m:mcs>
                                <m:mc>
                                  <m:mcPr>
                                    <m:count m:val="1"/>
                                    <m:mcJc m:val="center"/>
                                  </m:mcPr>
                                </m:mc>
                              </m:mcs>
                              <m:ctrlPr>
                                <a:rPr lang="en-US" altLang="ja-JP" sz="2400" b="0" i="1" smtClean="0">
                                  <a:latin typeface="Cambria Math" panose="02040503050406030204" pitchFamily="18" charset="0"/>
                                </a:rPr>
                              </m:ctrlPr>
                            </m:mPr>
                            <m:mr>
                              <m:e>
                                <m:r>
                                  <m:rPr>
                                    <m:brk m:alnAt="7"/>
                                  </m:rPr>
                                  <a:rPr lang="en-US" altLang="ja-JP" sz="2400" b="0" i="1" smtClean="0">
                                    <a:latin typeface="Cambria Math" panose="02040503050406030204" pitchFamily="18" charset="0"/>
                                  </a:rPr>
                                  <m:t>1</m:t>
                                </m:r>
                                <m:r>
                                  <a:rPr lang="en-US" altLang="ja-JP" sz="2400" i="1">
                                    <a:latin typeface="Cambria Math" panose="02040503050406030204" pitchFamily="18" charset="0"/>
                                  </a:rPr>
                                  <m:t>×</m:t>
                                </m:r>
                                <m:r>
                                  <a:rPr lang="en-US" altLang="ja-JP" sz="2400" b="0" i="1" smtClean="0">
                                    <a:latin typeface="Cambria Math" panose="02040503050406030204" pitchFamily="18" charset="0"/>
                                  </a:rPr>
                                  <m:t>4+</m:t>
                                </m:r>
                                <m:r>
                                  <m:rPr>
                                    <m:brk m:alnAt="7"/>
                                  </m:rPr>
                                  <a:rPr lang="ja-JP" altLang="en-US" sz="2400" i="1">
                                    <a:latin typeface="Cambria Math" panose="02040503050406030204" pitchFamily="18" charset="0"/>
                                  </a:rPr>
                                  <m:t>？</m:t>
                                </m:r>
                                <m:r>
                                  <m:rPr>
                                    <m:brk m:alnAt="7"/>
                                  </m:rPr>
                                  <a:rPr lang="en-US" altLang="ja-JP" sz="2400" i="1" smtClean="0">
                                    <a:latin typeface="Cambria Math" panose="02040503050406030204" pitchFamily="18" charset="0"/>
                                  </a:rPr>
                                  <m:t>×</m:t>
                                </m:r>
                                <m:r>
                                  <a:rPr lang="en-US" altLang="ja-JP" sz="2400" b="0" i="1" smtClean="0">
                                    <a:latin typeface="Cambria Math" panose="02040503050406030204" pitchFamily="18" charset="0"/>
                                  </a:rPr>
                                  <m:t>(−1)</m:t>
                                </m:r>
                                <m:r>
                                  <a:rPr lang="en-US" altLang="ja-JP" sz="2400" b="0" i="1" smtClean="0">
                                    <a:latin typeface="Cambria Math" panose="02040503050406030204" pitchFamily="18" charset="0"/>
                                  </a:rPr>
                                  <m:t> </m:t>
                                </m:r>
                              </m:e>
                            </m:mr>
                            <m:mr>
                              <m:e/>
                            </m:mr>
                          </m:m>
                        </m:e>
                      </m:d>
                      <m:r>
                        <a:rPr lang="en-US" altLang="ja-JP" sz="2400" b="0" i="1" smtClean="0">
                          <a:latin typeface="Cambria Math" panose="02040503050406030204" pitchFamily="18" charset="0"/>
                        </a:rPr>
                        <m:t>=</m:t>
                      </m:r>
                    </m:oMath>
                  </m:oMathPara>
                </a14:m>
                <a:endParaRPr lang="en-US" altLang="ja-JP" sz="2400" dirty="0"/>
              </a:p>
            </p:txBody>
          </p:sp>
        </mc:Choice>
        <mc:Fallback>
          <p:sp>
            <p:nvSpPr>
              <p:cNvPr id="13" name="テキスト ボックス 12">
                <a:extLst>
                  <a:ext uri="{FF2B5EF4-FFF2-40B4-BE49-F238E27FC236}">
                    <a16:creationId xmlns:a16="http://schemas.microsoft.com/office/drawing/2014/main" id="{6D956DC9-0A52-4E37-9523-29AE31C2164B}"/>
                  </a:ext>
                </a:extLst>
              </p:cNvPr>
              <p:cNvSpPr txBox="1">
                <a:spLocks noRot="1" noChangeAspect="1" noMove="1" noResize="1" noEditPoints="1" noAdjustHandles="1" noChangeArrowheads="1" noChangeShapeType="1" noTextEdit="1"/>
              </p:cNvSpPr>
              <p:nvPr/>
            </p:nvSpPr>
            <p:spPr>
              <a:xfrm>
                <a:off x="682766" y="4226770"/>
                <a:ext cx="6751848" cy="1068947"/>
              </a:xfrm>
              <a:prstGeom prst="rect">
                <a:avLst/>
              </a:prstGeom>
              <a:blipFill>
                <a:blip r:embed="rId3"/>
                <a:stretch>
                  <a:fillRect/>
                </a:stretch>
              </a:blipFill>
            </p:spPr>
            <p:txBody>
              <a:bodyPr/>
              <a:lstStyle/>
              <a:p>
                <a:r>
                  <a:rPr lang="ja-JP" altLang="en-US">
                    <a:noFill/>
                  </a:rPr>
                  <a:t> </a:t>
                </a:r>
              </a:p>
            </p:txBody>
          </p:sp>
        </mc:Fallback>
      </mc:AlternateContent>
      <p:sp>
        <p:nvSpPr>
          <p:cNvPr id="9" name="テキスト ボックス 8">
            <a:extLst>
              <a:ext uri="{FF2B5EF4-FFF2-40B4-BE49-F238E27FC236}">
                <a16:creationId xmlns:a16="http://schemas.microsoft.com/office/drawing/2014/main" id="{731CBDBF-2BAF-457E-AA53-5EC6FD727189}"/>
              </a:ext>
            </a:extLst>
          </p:cNvPr>
          <p:cNvSpPr txBox="1"/>
          <p:nvPr/>
        </p:nvSpPr>
        <p:spPr>
          <a:xfrm>
            <a:off x="682766" y="5437320"/>
            <a:ext cx="7351693" cy="461665"/>
          </a:xfrm>
          <a:prstGeom prst="rect">
            <a:avLst/>
          </a:prstGeom>
          <a:noFill/>
        </p:spPr>
        <p:txBody>
          <a:bodyPr wrap="none" rtlCol="0">
            <a:spAutoFit/>
          </a:bodyPr>
          <a:lstStyle/>
          <a:p>
            <a:r>
              <a:rPr lang="ja-JP" altLang="en-US" sz="2400" dirty="0"/>
              <a:t>このように数が合わないと掛け算相手がいなくなる</a:t>
            </a:r>
            <a:r>
              <a:rPr lang="en-US" altLang="ja-JP" sz="2400" dirty="0"/>
              <a:t> </a:t>
            </a:r>
          </a:p>
        </p:txBody>
      </p:sp>
    </p:spTree>
    <p:extLst>
      <p:ext uri="{BB962C8B-B14F-4D97-AF65-F5344CB8AC3E}">
        <p14:creationId xmlns:p14="http://schemas.microsoft.com/office/powerpoint/2010/main" val="41877302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四角形: 角を丸くする 11">
            <a:extLst>
              <a:ext uri="{FF2B5EF4-FFF2-40B4-BE49-F238E27FC236}">
                <a16:creationId xmlns:a16="http://schemas.microsoft.com/office/drawing/2014/main" id="{035A48C4-C80C-4FEC-A9BF-9DF05CFB06DC}"/>
              </a:ext>
            </a:extLst>
          </p:cNvPr>
          <p:cNvSpPr/>
          <p:nvPr/>
        </p:nvSpPr>
        <p:spPr>
          <a:xfrm>
            <a:off x="313266" y="3886201"/>
            <a:ext cx="8398934" cy="1646108"/>
          </a:xfrm>
          <a:prstGeom prst="round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6268F95D-547C-4ECF-A21C-A636FFFB58BD}"/>
              </a:ext>
            </a:extLst>
          </p:cNvPr>
          <p:cNvSpPr/>
          <p:nvPr/>
        </p:nvSpPr>
        <p:spPr>
          <a:xfrm>
            <a:off x="313267" y="1747459"/>
            <a:ext cx="7814733" cy="1224341"/>
          </a:xfrm>
          <a:prstGeom prst="round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646878" cy="584775"/>
          </a:xfrm>
          <a:prstGeom prst="rect">
            <a:avLst/>
          </a:prstGeom>
          <a:noFill/>
        </p:spPr>
        <p:txBody>
          <a:bodyPr wrap="none" rtlCol="0">
            <a:spAutoFit/>
          </a:bodyPr>
          <a:lstStyle/>
          <a:p>
            <a:r>
              <a:rPr kumimoji="1" lang="ja-JP" altLang="en-US" sz="3200" b="1" u="sng" dirty="0"/>
              <a:t>行列の掛け算</a:t>
            </a:r>
            <a:endParaRPr kumimoji="1" lang="en-US" altLang="ja-JP" sz="3200" b="1" u="sng" dirty="0"/>
          </a:p>
        </p:txBody>
      </p:sp>
      <mc:AlternateContent xmlns:mc="http://schemas.openxmlformats.org/markup-compatibility/2006">
        <mc:Choice xmlns:a14="http://schemas.microsoft.com/office/drawing/2010/main" Requires="a14">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6991016" cy="1569660"/>
              </a:xfrm>
              <a:prstGeom prst="rect">
                <a:avLst/>
              </a:prstGeom>
              <a:noFill/>
            </p:spPr>
            <p:txBody>
              <a:bodyPr wrap="none" rtlCol="0">
                <a:spAutoFit/>
              </a:bodyPr>
              <a:lstStyle/>
              <a:p>
                <a:r>
                  <a:rPr lang="ja-JP" altLang="en-US" sz="2400" dirty="0"/>
                  <a:t>先ほどの例題</a:t>
                </a:r>
                <a:r>
                  <a:rPr lang="en-US" altLang="ja-JP" sz="2400" dirty="0"/>
                  <a:t>1</a:t>
                </a:r>
                <a:r>
                  <a:rPr lang="ja-JP" altLang="en-US" sz="2400" dirty="0"/>
                  <a:t>，</a:t>
                </a:r>
                <a:r>
                  <a:rPr lang="en-US" altLang="ja-JP" sz="2400" dirty="0"/>
                  <a:t>2</a:t>
                </a:r>
                <a:r>
                  <a:rPr lang="ja-JP" altLang="en-US" sz="2400" dirty="0"/>
                  <a:t>から以下のこともわかります。</a:t>
                </a:r>
                <a:endParaRPr lang="en-US" altLang="ja-JP" sz="2400" dirty="0"/>
              </a:p>
              <a:p>
                <a:endParaRPr lang="en-US" altLang="ja-JP" sz="2400" dirty="0"/>
              </a:p>
              <a:p>
                <a:r>
                  <a:rPr lang="ja-JP" altLang="en-US" sz="2400" b="1" dirty="0">
                    <a:solidFill>
                      <a:srgbClr val="FF0000"/>
                    </a:solidFill>
                  </a:rPr>
                  <a:t>■行列の掛け算は交換不可能</a:t>
                </a:r>
                <a:endParaRPr lang="en-US" altLang="ja-JP" sz="2400" b="1" dirty="0">
                  <a:solidFill>
                    <a:srgbClr val="FF0000"/>
                  </a:solidFill>
                </a:endParaRPr>
              </a:p>
              <a:p>
                <a:r>
                  <a:rPr lang="ja-JP" altLang="en-US" sz="2400" b="0" dirty="0"/>
                  <a:t>一般的に</a:t>
                </a:r>
                <a14:m>
                  <m:oMath xmlns:m="http://schemas.openxmlformats.org/officeDocument/2006/math">
                    <m:r>
                      <a:rPr lang="en-US" altLang="ja-JP" sz="2400" b="0" i="1" smtClean="0">
                        <a:latin typeface="Cambria Math" panose="02040503050406030204" pitchFamily="18" charset="0"/>
                      </a:rPr>
                      <m:t>𝐴𝐵</m:t>
                    </m:r>
                    <m:r>
                      <a:rPr lang="ja-JP" altLang="en-US" sz="2400" i="1">
                        <a:latin typeface="Cambria Math" panose="02040503050406030204" pitchFamily="18" charset="0"/>
                      </a:rPr>
                      <m:t>≠</m:t>
                    </m:r>
                    <m:r>
                      <a:rPr lang="en-US" altLang="ja-JP" sz="2400" b="0" i="1" smtClean="0">
                        <a:latin typeface="Cambria Math" panose="02040503050406030204" pitchFamily="18" charset="0"/>
                      </a:rPr>
                      <m:t>𝐵𝐴</m:t>
                    </m:r>
                  </m:oMath>
                </a14:m>
                <a:r>
                  <a:rPr lang="ja-JP" altLang="en-US" sz="2400" dirty="0"/>
                  <a:t>である。</a:t>
                </a:r>
                <a:endParaRPr lang="en-US" altLang="ja-JP" sz="2400" dirty="0"/>
              </a:p>
            </p:txBody>
          </p:sp>
        </mc:Choice>
        <mc:Fallback>
          <p:sp>
            <p:nvSpPr>
              <p:cNvPr id="6" name="テキスト ボックス 5">
                <a:extLst>
                  <a:ext uri="{FF2B5EF4-FFF2-40B4-BE49-F238E27FC236}">
                    <a16:creationId xmlns:a16="http://schemas.microsoft.com/office/drawing/2014/main" id="{55830AD6-028B-4C4E-80BF-B70DFC1C3A46}"/>
                  </a:ext>
                </a:extLst>
              </p:cNvPr>
              <p:cNvSpPr txBox="1">
                <a:spLocks noRot="1" noChangeAspect="1" noMove="1" noResize="1" noEditPoints="1" noAdjustHandles="1" noChangeArrowheads="1" noChangeShapeType="1" noTextEdit="1"/>
              </p:cNvSpPr>
              <p:nvPr/>
            </p:nvSpPr>
            <p:spPr>
              <a:xfrm>
                <a:off x="567542" y="1216429"/>
                <a:ext cx="6991016" cy="1569660"/>
              </a:xfrm>
              <a:prstGeom prst="rect">
                <a:avLst/>
              </a:prstGeom>
              <a:blipFill>
                <a:blip r:embed="rId2"/>
                <a:stretch>
                  <a:fillRect l="-1308" t="-3113" r="-436" b="-8171"/>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11" name="テキスト ボックス 10">
                <a:extLst>
                  <a:ext uri="{FF2B5EF4-FFF2-40B4-BE49-F238E27FC236}">
                    <a16:creationId xmlns:a16="http://schemas.microsoft.com/office/drawing/2014/main" id="{9A0B10B9-A25F-49AD-8041-2AADB75F9C55}"/>
                  </a:ext>
                </a:extLst>
              </p:cNvPr>
              <p:cNvSpPr txBox="1"/>
              <p:nvPr/>
            </p:nvSpPr>
            <p:spPr>
              <a:xfrm>
                <a:off x="567542" y="3223985"/>
                <a:ext cx="9725739" cy="2308324"/>
              </a:xfrm>
              <a:prstGeom prst="rect">
                <a:avLst/>
              </a:prstGeom>
              <a:noFill/>
            </p:spPr>
            <p:txBody>
              <a:bodyPr wrap="none" rtlCol="0">
                <a:spAutoFit/>
              </a:bodyPr>
              <a:lstStyle/>
              <a:p>
                <a:r>
                  <a:rPr lang="ja-JP" altLang="en-US" sz="2400" dirty="0"/>
                  <a:t>以上を踏まえて行列を掛け算をする場合は以下の手順に従いましょう</a:t>
                </a:r>
                <a:endParaRPr lang="en-US" altLang="ja-JP" sz="2400" dirty="0"/>
              </a:p>
              <a:p>
                <a:endParaRPr lang="en-US" altLang="ja-JP" sz="2400" dirty="0"/>
              </a:p>
              <a:p>
                <a14:m>
                  <m:oMath xmlns:m="http://schemas.openxmlformats.org/officeDocument/2006/math">
                    <m:r>
                      <a:rPr lang="ja-JP" altLang="en-US" sz="2400" b="0" i="1" dirty="0">
                        <a:latin typeface="Cambria Math" panose="02040503050406030204" pitchFamily="18" charset="0"/>
                      </a:rPr>
                      <m:t>行列</m:t>
                    </m:r>
                    <m:r>
                      <a:rPr lang="ja-JP" altLang="en-US" sz="2400" i="1" dirty="0" smtClean="0">
                        <a:latin typeface="Cambria Math" panose="02040503050406030204" pitchFamily="18" charset="0"/>
                      </a:rPr>
                      <m:t>の掛け算</m:t>
                    </m:r>
                    <m:r>
                      <a:rPr lang="en-US" altLang="ja-JP" sz="2400" b="0" i="1" smtClean="0">
                        <a:latin typeface="Cambria Math" panose="02040503050406030204" pitchFamily="18" charset="0"/>
                      </a:rPr>
                      <m:t>𝐴𝐵</m:t>
                    </m:r>
                  </m:oMath>
                </a14:m>
                <a:r>
                  <a:rPr lang="ja-JP" altLang="en-US" sz="2400" dirty="0"/>
                  <a:t>においての手順は</a:t>
                </a:r>
                <a:endParaRPr lang="en-US" altLang="ja-JP" sz="2400" dirty="0"/>
              </a:p>
              <a:p>
                <a:r>
                  <a:rPr lang="ja-JP" altLang="en-US" sz="2400" dirty="0"/>
                  <a:t>１．</a:t>
                </a:r>
                <a14:m>
                  <m:oMath xmlns:m="http://schemas.openxmlformats.org/officeDocument/2006/math">
                    <m:r>
                      <a:rPr lang="en-US" altLang="ja-JP" sz="2400" b="0" i="1" smtClean="0">
                        <a:latin typeface="Cambria Math" panose="02040503050406030204" pitchFamily="18" charset="0"/>
                      </a:rPr>
                      <m:t>𝐴</m:t>
                    </m:r>
                  </m:oMath>
                </a14:m>
                <a:r>
                  <a:rPr lang="ja-JP" altLang="en-US" sz="2400" dirty="0"/>
                  <a:t>の列数と</a:t>
                </a:r>
                <a14:m>
                  <m:oMath xmlns:m="http://schemas.openxmlformats.org/officeDocument/2006/math">
                    <m:r>
                      <a:rPr lang="en-US" altLang="ja-JP" sz="2400" b="0" i="1" smtClean="0">
                        <a:latin typeface="Cambria Math" panose="02040503050406030204" pitchFamily="18" charset="0"/>
                      </a:rPr>
                      <m:t>𝐵</m:t>
                    </m:r>
                  </m:oMath>
                </a14:m>
                <a:r>
                  <a:rPr lang="ja-JP" altLang="en-US" sz="2400" dirty="0"/>
                  <a:t>の行数が等しいか確認する</a:t>
                </a:r>
                <a:endParaRPr lang="en-US" altLang="ja-JP" sz="2400" dirty="0"/>
              </a:p>
              <a:p>
                <a:r>
                  <a:rPr lang="ja-JP" altLang="en-US" sz="2400" dirty="0"/>
                  <a:t>２．</a:t>
                </a:r>
                <a14:m>
                  <m:oMath xmlns:m="http://schemas.openxmlformats.org/officeDocument/2006/math">
                    <m:r>
                      <a:rPr lang="en-US" altLang="ja-JP" sz="2400" b="0" i="1" smtClean="0">
                        <a:latin typeface="Cambria Math" panose="02040503050406030204" pitchFamily="18" charset="0"/>
                      </a:rPr>
                      <m:t>𝐴</m:t>
                    </m:r>
                  </m:oMath>
                </a14:m>
                <a:r>
                  <a:rPr lang="ja-JP" altLang="en-US" sz="2400" dirty="0"/>
                  <a:t>の行数と</a:t>
                </a:r>
                <a14:m>
                  <m:oMath xmlns:m="http://schemas.openxmlformats.org/officeDocument/2006/math">
                    <m:r>
                      <a:rPr lang="en-US" altLang="ja-JP" sz="2400" i="1">
                        <a:latin typeface="Cambria Math" panose="02040503050406030204" pitchFamily="18" charset="0"/>
                      </a:rPr>
                      <m:t>𝐵</m:t>
                    </m:r>
                  </m:oMath>
                </a14:m>
                <a:r>
                  <a:rPr lang="ja-JP" altLang="en-US" sz="2400" dirty="0"/>
                  <a:t>の列数から答えの型を調べる</a:t>
                </a:r>
                <a:endParaRPr lang="en-US" altLang="ja-JP" sz="2400" dirty="0"/>
              </a:p>
              <a:p>
                <a:r>
                  <a:rPr lang="ja-JP" altLang="en-US" sz="2400" dirty="0"/>
                  <a:t>３．</a:t>
                </a:r>
                <a14:m>
                  <m:oMath xmlns:m="http://schemas.openxmlformats.org/officeDocument/2006/math">
                    <m:r>
                      <a:rPr lang="en-US" altLang="ja-JP" sz="2400" b="0" i="1" smtClean="0">
                        <a:latin typeface="Cambria Math" panose="02040503050406030204" pitchFamily="18" charset="0"/>
                      </a:rPr>
                      <m:t>𝐴</m:t>
                    </m:r>
                  </m:oMath>
                </a14:m>
                <a:r>
                  <a:rPr lang="ja-JP" altLang="en-US" sz="2400" dirty="0"/>
                  <a:t>の行と</a:t>
                </a:r>
                <a14:m>
                  <m:oMath xmlns:m="http://schemas.openxmlformats.org/officeDocument/2006/math">
                    <m:r>
                      <a:rPr lang="en-US" altLang="ja-JP" sz="2400" i="1">
                        <a:latin typeface="Cambria Math" panose="02040503050406030204" pitchFamily="18" charset="0"/>
                      </a:rPr>
                      <m:t>𝐵</m:t>
                    </m:r>
                  </m:oMath>
                </a14:m>
                <a:r>
                  <a:rPr lang="ja-JP" altLang="en-US" sz="2400" dirty="0"/>
                  <a:t>の列に対応した内積を計算して答えを導く</a:t>
                </a:r>
                <a:endParaRPr lang="en-US" altLang="ja-JP" sz="2400" dirty="0"/>
              </a:p>
            </p:txBody>
          </p:sp>
        </mc:Choice>
        <mc:Fallback>
          <p:sp>
            <p:nvSpPr>
              <p:cNvPr id="11" name="テキスト ボックス 10">
                <a:extLst>
                  <a:ext uri="{FF2B5EF4-FFF2-40B4-BE49-F238E27FC236}">
                    <a16:creationId xmlns:a16="http://schemas.microsoft.com/office/drawing/2014/main" id="{9A0B10B9-A25F-49AD-8041-2AADB75F9C55}"/>
                  </a:ext>
                </a:extLst>
              </p:cNvPr>
              <p:cNvSpPr txBox="1">
                <a:spLocks noRot="1" noChangeAspect="1" noMove="1" noResize="1" noEditPoints="1" noAdjustHandles="1" noChangeArrowheads="1" noChangeShapeType="1" noTextEdit="1"/>
              </p:cNvSpPr>
              <p:nvPr/>
            </p:nvSpPr>
            <p:spPr>
              <a:xfrm>
                <a:off x="567542" y="3223985"/>
                <a:ext cx="9725739" cy="2308324"/>
              </a:xfrm>
              <a:prstGeom prst="rect">
                <a:avLst/>
              </a:prstGeom>
              <a:blipFill>
                <a:blip r:embed="rId3"/>
                <a:stretch>
                  <a:fillRect l="-940" t="-2111" b="-5013"/>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9550832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584636" cy="584775"/>
          </a:xfrm>
          <a:prstGeom prst="rect">
            <a:avLst/>
          </a:prstGeom>
          <a:noFill/>
        </p:spPr>
        <p:txBody>
          <a:bodyPr wrap="none" rtlCol="0">
            <a:spAutoFit/>
          </a:bodyPr>
          <a:lstStyle/>
          <a:p>
            <a:r>
              <a:rPr kumimoji="1" lang="ja-JP" altLang="en-US" sz="3200" b="1" u="sng" dirty="0"/>
              <a:t>行列の掛け算 練習</a:t>
            </a:r>
            <a:endParaRPr kumimoji="1" lang="en-US" altLang="ja-JP" sz="3200" b="1" u="sng" dirty="0"/>
          </a:p>
        </p:txBody>
      </p:sp>
      <mc:AlternateContent xmlns:mc="http://schemas.openxmlformats.org/markup-compatibility/2006">
        <mc:Choice xmlns:a14="http://schemas.microsoft.com/office/drawing/2010/main" Requires="a14">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3262432" cy="5134098"/>
              </a:xfrm>
              <a:prstGeom prst="rect">
                <a:avLst/>
              </a:prstGeom>
              <a:noFill/>
            </p:spPr>
            <p:txBody>
              <a:bodyPr wrap="none" rtlCol="0">
                <a:spAutoFit/>
              </a:bodyPr>
              <a:lstStyle/>
              <a:p>
                <a:r>
                  <a:rPr lang="ja-JP" altLang="en-US" sz="2400" dirty="0"/>
                  <a:t>以下の計算をしなさい</a:t>
                </a:r>
                <a:endParaRPr lang="en-US" altLang="ja-JP" sz="2400" dirty="0"/>
              </a:p>
              <a:p>
                <a:endParaRPr lang="en-US" altLang="ja-JP" sz="2400" dirty="0"/>
              </a:p>
              <a:p>
                <a:r>
                  <a:rPr lang="ja-JP" altLang="en-US" sz="2400" dirty="0"/>
                  <a:t>①</a:t>
                </a:r>
                <a14:m>
                  <m:oMath xmlns:m="http://schemas.openxmlformats.org/officeDocument/2006/math">
                    <m:r>
                      <a:rPr lang="en-US" altLang="ja-JP" sz="2400" b="0" i="0" smtClean="0">
                        <a:latin typeface="Cambria Math" panose="02040503050406030204" pitchFamily="18" charset="0"/>
                      </a:rPr>
                      <m:t> </m:t>
                    </m:r>
                    <m:d>
                      <m:dPr>
                        <m:begChr m:val="["/>
                        <m:endChr m:val="]"/>
                        <m:ctrlPr>
                          <a:rPr lang="en-US" altLang="ja-JP" sz="2400" i="1" smtClean="0">
                            <a:latin typeface="Cambria Math" panose="02040503050406030204" pitchFamily="18" charset="0"/>
                          </a:rPr>
                        </m:ctrlPr>
                      </m:dPr>
                      <m:e>
                        <m:m>
                          <m:mPr>
                            <m:mcs>
                              <m:mc>
                                <m:mcPr>
                                  <m:count m:val="2"/>
                                  <m:mcJc m:val="center"/>
                                </m:mcPr>
                              </m:mc>
                            </m:mcs>
                            <m:ctrlPr>
                              <a:rPr lang="en-US" altLang="ja-JP" sz="2400" i="1" smtClean="0">
                                <a:latin typeface="Cambria Math" panose="02040503050406030204" pitchFamily="18" charset="0"/>
                              </a:rPr>
                            </m:ctrlPr>
                          </m:mPr>
                          <m:mr>
                            <m:e>
                              <m:r>
                                <m:rPr>
                                  <m:brk m:alnAt="7"/>
                                </m:rPr>
                                <a:rPr lang="en-US" altLang="ja-JP" sz="2400" b="0" i="1" smtClean="0">
                                  <a:latin typeface="Cambria Math" panose="02040503050406030204" pitchFamily="18" charset="0"/>
                                </a:rPr>
                                <m:t>3</m:t>
                              </m:r>
                            </m:e>
                            <m:e>
                              <m:r>
                                <a:rPr lang="en-US" altLang="ja-JP" sz="2400" b="0" i="1" smtClean="0">
                                  <a:latin typeface="Cambria Math" panose="02040503050406030204" pitchFamily="18" charset="0"/>
                                </a:rPr>
                                <m:t>7</m:t>
                              </m:r>
                            </m:e>
                          </m:mr>
                          <m:mr>
                            <m:e>
                              <m:r>
                                <a:rPr lang="en-US" altLang="ja-JP" sz="2400" b="0" i="1" smtClean="0">
                                  <a:latin typeface="Cambria Math" panose="02040503050406030204" pitchFamily="18" charset="0"/>
                                </a:rPr>
                                <m:t>−2</m:t>
                              </m:r>
                            </m:e>
                            <m:e>
                              <m:r>
                                <a:rPr lang="en-US" altLang="ja-JP" sz="2400" b="0" i="1" smtClean="0">
                                  <a:latin typeface="Cambria Math" panose="02040503050406030204" pitchFamily="18" charset="0"/>
                                </a:rPr>
                                <m:t>0</m:t>
                              </m:r>
                            </m:e>
                          </m:mr>
                        </m:m>
                      </m:e>
                    </m:d>
                    <m:d>
                      <m:dPr>
                        <m:begChr m:val="["/>
                        <m:endChr m:val="]"/>
                        <m:ctrlPr>
                          <a:rPr lang="en-US" altLang="ja-JP" sz="2400" i="1">
                            <a:latin typeface="Cambria Math" panose="02040503050406030204" pitchFamily="18" charset="0"/>
                          </a:rPr>
                        </m:ctrlPr>
                      </m:dPr>
                      <m:e>
                        <m:m>
                          <m:mPr>
                            <m:mcs>
                              <m:mc>
                                <m:mcPr>
                                  <m:count m:val="2"/>
                                  <m:mcJc m:val="center"/>
                                </m:mcPr>
                              </m:mc>
                            </m:mcs>
                            <m:ctrlPr>
                              <a:rPr lang="en-US" altLang="ja-JP" sz="2400" i="1">
                                <a:latin typeface="Cambria Math" panose="02040503050406030204" pitchFamily="18" charset="0"/>
                              </a:rPr>
                            </m:ctrlPr>
                          </m:mPr>
                          <m:mr>
                            <m:e>
                              <m:r>
                                <a:rPr lang="en-US" altLang="ja-JP" sz="2400" b="0" i="1" smtClean="0">
                                  <a:latin typeface="Cambria Math" panose="02040503050406030204" pitchFamily="18" charset="0"/>
                                </a:rPr>
                                <m:t>0</m:t>
                              </m:r>
                            </m:e>
                            <m:e>
                              <m:r>
                                <a:rPr lang="en-US" altLang="ja-JP" sz="2400" b="0" i="1" smtClean="0">
                                  <a:latin typeface="Cambria Math" panose="02040503050406030204" pitchFamily="18" charset="0"/>
                                </a:rPr>
                                <m:t>−5</m:t>
                              </m:r>
                            </m:e>
                          </m:mr>
                          <m:mr>
                            <m:e>
                              <m:r>
                                <a:rPr lang="en-US" altLang="ja-JP" sz="2400" b="0" i="1" smtClean="0">
                                  <a:latin typeface="Cambria Math" panose="02040503050406030204" pitchFamily="18" charset="0"/>
                                </a:rPr>
                                <m:t>1</m:t>
                              </m:r>
                            </m:e>
                            <m:e>
                              <m:r>
                                <a:rPr lang="en-US" altLang="ja-JP" sz="2400" b="0" i="1" smtClean="0">
                                  <a:latin typeface="Cambria Math" panose="02040503050406030204" pitchFamily="18" charset="0"/>
                                </a:rPr>
                                <m:t>4</m:t>
                              </m:r>
                            </m:e>
                          </m:mr>
                        </m:m>
                      </m:e>
                    </m:d>
                  </m:oMath>
                </a14:m>
                <a:endParaRPr lang="en-US" altLang="ja-JP" sz="2400" dirty="0"/>
              </a:p>
              <a:p>
                <a:endParaRPr lang="en-US" altLang="ja-JP" sz="2400" dirty="0"/>
              </a:p>
              <a:p>
                <a:r>
                  <a:rPr lang="ja-JP" altLang="en-US" sz="2400" dirty="0"/>
                  <a:t>②</a:t>
                </a:r>
                <a14:m>
                  <m:oMath xmlns:m="http://schemas.openxmlformats.org/officeDocument/2006/math">
                    <m:r>
                      <a:rPr lang="en-US" altLang="ja-JP" sz="2400" b="0" i="0" smtClean="0">
                        <a:latin typeface="Cambria Math" panose="02040503050406030204" pitchFamily="18" charset="0"/>
                      </a:rPr>
                      <m:t> </m:t>
                    </m:r>
                    <m:d>
                      <m:dPr>
                        <m:begChr m:val="["/>
                        <m:endChr m:val="]"/>
                        <m:ctrlPr>
                          <a:rPr lang="en-US" altLang="ja-JP" sz="2400" i="1" smtClean="0">
                            <a:latin typeface="Cambria Math" panose="02040503050406030204" pitchFamily="18" charset="0"/>
                          </a:rPr>
                        </m:ctrlPr>
                      </m:dPr>
                      <m:e>
                        <m:m>
                          <m:mPr>
                            <m:mcs>
                              <m:mc>
                                <m:mcPr>
                                  <m:count m:val="2"/>
                                  <m:mcJc m:val="center"/>
                                </m:mcPr>
                              </m:mc>
                            </m:mcs>
                            <m:ctrlPr>
                              <a:rPr lang="en-US" altLang="ja-JP" sz="2400" i="1" smtClean="0">
                                <a:latin typeface="Cambria Math" panose="02040503050406030204" pitchFamily="18" charset="0"/>
                              </a:rPr>
                            </m:ctrlPr>
                          </m:mPr>
                          <m:mr>
                            <m:e>
                              <m:r>
                                <a:rPr lang="en-US" altLang="ja-JP" sz="2400" b="0" i="1" smtClean="0">
                                  <a:latin typeface="Cambria Math" panose="02040503050406030204" pitchFamily="18" charset="0"/>
                                </a:rPr>
                                <m:t>0</m:t>
                              </m:r>
                            </m:e>
                            <m:e>
                              <m:r>
                                <a:rPr lang="en-US" altLang="ja-JP" sz="2400" b="0" i="1" smtClean="0">
                                  <a:latin typeface="Cambria Math" panose="02040503050406030204" pitchFamily="18" charset="0"/>
                                </a:rPr>
                                <m:t>−5</m:t>
                              </m:r>
                            </m:e>
                          </m:mr>
                          <m:mr>
                            <m:e>
                              <m:r>
                                <a:rPr lang="en-US" altLang="ja-JP" sz="2400" b="0" i="1" smtClean="0">
                                  <a:latin typeface="Cambria Math" panose="02040503050406030204" pitchFamily="18" charset="0"/>
                                </a:rPr>
                                <m:t>1</m:t>
                              </m:r>
                            </m:e>
                            <m:e>
                              <m:r>
                                <a:rPr lang="en-US" altLang="ja-JP" sz="2400" b="0" i="1" smtClean="0">
                                  <a:latin typeface="Cambria Math" panose="02040503050406030204" pitchFamily="18" charset="0"/>
                                </a:rPr>
                                <m:t>4</m:t>
                              </m:r>
                            </m:e>
                          </m:mr>
                        </m:m>
                      </m:e>
                    </m:d>
                    <m:d>
                      <m:dPr>
                        <m:begChr m:val="["/>
                        <m:endChr m:val="]"/>
                        <m:ctrlPr>
                          <a:rPr lang="en-US" altLang="ja-JP" sz="2400" i="1">
                            <a:latin typeface="Cambria Math" panose="02040503050406030204" pitchFamily="18" charset="0"/>
                          </a:rPr>
                        </m:ctrlPr>
                      </m:dPr>
                      <m:e>
                        <m:m>
                          <m:mPr>
                            <m:mcs>
                              <m:mc>
                                <m:mcPr>
                                  <m:count m:val="2"/>
                                  <m:mcJc m:val="center"/>
                                </m:mcPr>
                              </m:mc>
                            </m:mcs>
                            <m:ctrlPr>
                              <a:rPr lang="en-US" altLang="ja-JP" sz="2400" i="1">
                                <a:latin typeface="Cambria Math" panose="02040503050406030204" pitchFamily="18" charset="0"/>
                              </a:rPr>
                            </m:ctrlPr>
                          </m:mPr>
                          <m:mr>
                            <m:e>
                              <m:r>
                                <a:rPr lang="en-US" altLang="ja-JP" sz="2400" b="0" i="1" smtClean="0">
                                  <a:latin typeface="Cambria Math" panose="02040503050406030204" pitchFamily="18" charset="0"/>
                                </a:rPr>
                                <m:t>3</m:t>
                              </m:r>
                            </m:e>
                            <m:e>
                              <m:r>
                                <a:rPr lang="en-US" altLang="ja-JP" sz="2400" b="0" i="1" smtClean="0">
                                  <a:latin typeface="Cambria Math" panose="02040503050406030204" pitchFamily="18" charset="0"/>
                                </a:rPr>
                                <m:t>7</m:t>
                              </m:r>
                            </m:e>
                          </m:mr>
                          <m:mr>
                            <m:e>
                              <m:r>
                                <a:rPr lang="en-US" altLang="ja-JP" sz="2400" b="0" i="1" smtClean="0">
                                  <a:latin typeface="Cambria Math" panose="02040503050406030204" pitchFamily="18" charset="0"/>
                                </a:rPr>
                                <m:t>−2</m:t>
                              </m:r>
                            </m:e>
                            <m:e>
                              <m:r>
                                <a:rPr lang="en-US" altLang="ja-JP" sz="2400" b="0" i="1" smtClean="0">
                                  <a:latin typeface="Cambria Math" panose="02040503050406030204" pitchFamily="18" charset="0"/>
                                </a:rPr>
                                <m:t>0</m:t>
                              </m:r>
                            </m:e>
                          </m:mr>
                        </m:m>
                      </m:e>
                    </m:d>
                  </m:oMath>
                </a14:m>
                <a:endParaRPr lang="en-US" altLang="ja-JP" sz="2400" dirty="0"/>
              </a:p>
              <a:p>
                <a:endParaRPr lang="en-US" altLang="ja-JP" sz="2400" dirty="0"/>
              </a:p>
              <a:p>
                <a:r>
                  <a:rPr lang="ja-JP" altLang="en-US" sz="2400" dirty="0"/>
                  <a:t>③</a:t>
                </a:r>
                <a14:m>
                  <m:oMath xmlns:m="http://schemas.openxmlformats.org/officeDocument/2006/math">
                    <m:r>
                      <a:rPr lang="en-US" altLang="ja-JP" sz="2400" b="0" i="0" smtClean="0">
                        <a:latin typeface="Cambria Math" panose="02040503050406030204" pitchFamily="18" charset="0"/>
                      </a:rPr>
                      <m:t> </m:t>
                    </m:r>
                    <m:d>
                      <m:dPr>
                        <m:begChr m:val="["/>
                        <m:endChr m:val="]"/>
                        <m:ctrlPr>
                          <a:rPr lang="en-US" altLang="ja-JP" sz="2400" i="1" smtClean="0">
                            <a:latin typeface="Cambria Math" panose="02040503050406030204" pitchFamily="18" charset="0"/>
                          </a:rPr>
                        </m:ctrlPr>
                      </m:dPr>
                      <m:e>
                        <m:m>
                          <m:mPr>
                            <m:mcs>
                              <m:mc>
                                <m:mcPr>
                                  <m:count m:val="1"/>
                                  <m:mcJc m:val="center"/>
                                </m:mcPr>
                              </m:mc>
                            </m:mcs>
                            <m:ctrlPr>
                              <a:rPr lang="en-US" altLang="ja-JP" sz="2400" b="0" i="1" smtClean="0">
                                <a:latin typeface="Cambria Math" panose="02040503050406030204" pitchFamily="18" charset="0"/>
                              </a:rPr>
                            </m:ctrlPr>
                          </m:mPr>
                          <m:mr>
                            <m:e>
                              <m:r>
                                <a:rPr lang="en-US" altLang="ja-JP" sz="2400" b="0" i="1" smtClean="0">
                                  <a:latin typeface="Cambria Math" panose="02040503050406030204" pitchFamily="18" charset="0"/>
                                </a:rPr>
                                <m:t>1</m:t>
                              </m:r>
                            </m:e>
                          </m:mr>
                          <m:mr>
                            <m:e>
                              <m:r>
                                <a:rPr lang="en-US" altLang="ja-JP" sz="2400" b="0" i="1" smtClean="0">
                                  <a:latin typeface="Cambria Math" panose="02040503050406030204" pitchFamily="18" charset="0"/>
                                </a:rPr>
                                <m:t>2</m:t>
                              </m:r>
                            </m:e>
                          </m:mr>
                          <m:mr>
                            <m:e>
                              <m:r>
                                <a:rPr lang="en-US" altLang="ja-JP" sz="2400" b="0" i="1" smtClean="0">
                                  <a:latin typeface="Cambria Math" panose="02040503050406030204" pitchFamily="18" charset="0"/>
                                </a:rPr>
                                <m:t>0</m:t>
                              </m:r>
                            </m:e>
                          </m:mr>
                        </m:m>
                      </m:e>
                    </m:d>
                    <m:d>
                      <m:dPr>
                        <m:begChr m:val="["/>
                        <m:endChr m:val="]"/>
                        <m:ctrlPr>
                          <a:rPr lang="en-US" altLang="ja-JP" sz="2400" i="1">
                            <a:latin typeface="Cambria Math" panose="02040503050406030204" pitchFamily="18" charset="0"/>
                          </a:rPr>
                        </m:ctrlPr>
                      </m:dPr>
                      <m:e>
                        <m:m>
                          <m:mPr>
                            <m:mcs>
                              <m:mc>
                                <m:mcPr>
                                  <m:count m:val="2"/>
                                  <m:mcJc m:val="center"/>
                                </m:mcPr>
                              </m:mc>
                            </m:mcs>
                            <m:ctrlPr>
                              <a:rPr lang="en-US" altLang="ja-JP" sz="2400" i="1">
                                <a:latin typeface="Cambria Math" panose="02040503050406030204" pitchFamily="18" charset="0"/>
                              </a:rPr>
                            </m:ctrlPr>
                          </m:mPr>
                          <m:mr>
                            <m:e>
                              <m:r>
                                <a:rPr lang="en-US" altLang="ja-JP" sz="2400" b="0" i="1" smtClean="0">
                                  <a:latin typeface="Cambria Math" panose="02040503050406030204" pitchFamily="18" charset="0"/>
                                </a:rPr>
                                <m:t>4</m:t>
                              </m:r>
                            </m:e>
                            <m:e>
                              <m:r>
                                <a:rPr lang="en-US" altLang="ja-JP" sz="2400" b="0" i="1" smtClean="0">
                                  <a:latin typeface="Cambria Math" panose="02040503050406030204" pitchFamily="18" charset="0"/>
                                </a:rPr>
                                <m:t>0</m:t>
                              </m:r>
                            </m:e>
                          </m:mr>
                          <m:mr>
                            <m:e>
                              <m:r>
                                <a:rPr lang="en-US" altLang="ja-JP" sz="2400" b="0" i="1" smtClean="0">
                                  <a:latin typeface="Cambria Math" panose="02040503050406030204" pitchFamily="18" charset="0"/>
                                </a:rPr>
                                <m:t>−1</m:t>
                              </m:r>
                            </m:e>
                            <m:e>
                              <m:r>
                                <a:rPr lang="en-US" altLang="ja-JP" sz="2400" b="0" i="1" smtClean="0">
                                  <a:latin typeface="Cambria Math" panose="02040503050406030204" pitchFamily="18" charset="0"/>
                                </a:rPr>
                                <m:t>3</m:t>
                              </m:r>
                            </m:e>
                          </m:mr>
                        </m:m>
                      </m:e>
                    </m:d>
                  </m:oMath>
                </a14:m>
                <a:endParaRPr lang="en-US" altLang="ja-JP" sz="2400" dirty="0"/>
              </a:p>
              <a:p>
                <a:endParaRPr lang="en-US" altLang="ja-JP" sz="2400" dirty="0"/>
              </a:p>
              <a:p>
                <a:r>
                  <a:rPr lang="ja-JP" altLang="en-US" sz="2400" dirty="0"/>
                  <a:t>④ </a:t>
                </a:r>
                <a14:m>
                  <m:oMath xmlns:m="http://schemas.openxmlformats.org/officeDocument/2006/math">
                    <m:d>
                      <m:dPr>
                        <m:begChr m:val="["/>
                        <m:endChr m:val="]"/>
                        <m:ctrlPr>
                          <a:rPr lang="en-US" altLang="ja-JP" sz="2400" i="1">
                            <a:latin typeface="Cambria Math" panose="02040503050406030204" pitchFamily="18" charset="0"/>
                          </a:rPr>
                        </m:ctrlPr>
                      </m:dPr>
                      <m:e>
                        <m:m>
                          <m:mPr>
                            <m:mcs>
                              <m:mc>
                                <m:mcPr>
                                  <m:count m:val="3"/>
                                  <m:mcJc m:val="center"/>
                                </m:mcPr>
                              </m:mc>
                            </m:mcs>
                            <m:ctrlPr>
                              <a:rPr lang="en-US" altLang="ja-JP" sz="2400" i="1">
                                <a:latin typeface="Cambria Math" panose="02040503050406030204" pitchFamily="18" charset="0"/>
                              </a:rPr>
                            </m:ctrlPr>
                          </m:mPr>
                          <m:mr>
                            <m:e>
                              <m:r>
                                <a:rPr lang="en-US" altLang="ja-JP" sz="2400" b="0" i="1" smtClean="0">
                                  <a:latin typeface="Cambria Math" panose="02040503050406030204" pitchFamily="18" charset="0"/>
                                </a:rPr>
                                <m:t>1</m:t>
                              </m:r>
                            </m:e>
                            <m:e>
                              <m:r>
                                <a:rPr lang="en-US" altLang="ja-JP" sz="2400" i="1">
                                  <a:latin typeface="Cambria Math" panose="02040503050406030204" pitchFamily="18" charset="0"/>
                                </a:rPr>
                                <m:t>0</m:t>
                              </m:r>
                            </m:e>
                            <m:e>
                              <m:r>
                                <a:rPr lang="en-US" altLang="ja-JP" sz="2400" b="0" i="1" smtClean="0">
                                  <a:latin typeface="Cambria Math" panose="02040503050406030204" pitchFamily="18" charset="0"/>
                                </a:rPr>
                                <m:t>20</m:t>
                              </m:r>
                            </m:e>
                          </m:mr>
                          <m:mr>
                            <m:e>
                              <m:r>
                                <a:rPr lang="en-US" altLang="ja-JP" sz="2400" b="0" i="1" smtClean="0">
                                  <a:latin typeface="Cambria Math" panose="02040503050406030204" pitchFamily="18" charset="0"/>
                                </a:rPr>
                                <m:t>0</m:t>
                              </m:r>
                            </m:e>
                            <m:e>
                              <m:r>
                                <a:rPr lang="en-US" altLang="ja-JP" sz="2400" b="0" i="1" smtClean="0">
                                  <a:latin typeface="Cambria Math" panose="02040503050406030204" pitchFamily="18" charset="0"/>
                                </a:rPr>
                                <m:t>1</m:t>
                              </m:r>
                            </m:e>
                            <m:e>
                              <m:r>
                                <a:rPr lang="en-US" altLang="ja-JP" sz="2400" b="0" i="1" smtClean="0">
                                  <a:latin typeface="Cambria Math" panose="02040503050406030204" pitchFamily="18" charset="0"/>
                                </a:rPr>
                                <m:t>40</m:t>
                              </m:r>
                            </m:e>
                          </m:mr>
                          <m:mr>
                            <m:e>
                              <m:r>
                                <a:rPr lang="en-US" altLang="ja-JP" sz="2400" b="0" i="1" smtClean="0">
                                  <a:latin typeface="Cambria Math" panose="02040503050406030204" pitchFamily="18" charset="0"/>
                                </a:rPr>
                                <m:t>0</m:t>
                              </m:r>
                            </m:e>
                            <m:e>
                              <m:r>
                                <a:rPr lang="en-US" altLang="ja-JP" sz="2400" b="0" i="1" smtClean="0">
                                  <a:latin typeface="Cambria Math" panose="02040503050406030204" pitchFamily="18" charset="0"/>
                                </a:rPr>
                                <m:t>0</m:t>
                              </m:r>
                            </m:e>
                            <m:e>
                              <m:r>
                                <a:rPr lang="en-US" altLang="ja-JP" sz="2400" b="0" i="1" smtClean="0">
                                  <a:latin typeface="Cambria Math" panose="02040503050406030204" pitchFamily="18" charset="0"/>
                                </a:rPr>
                                <m:t>1</m:t>
                              </m:r>
                            </m:e>
                          </m:mr>
                        </m:m>
                      </m:e>
                    </m:d>
                    <m:d>
                      <m:dPr>
                        <m:begChr m:val="["/>
                        <m:endChr m:val="]"/>
                        <m:ctrlPr>
                          <a:rPr lang="en-US" altLang="ja-JP" sz="2400" i="1" smtClean="0">
                            <a:latin typeface="Cambria Math" panose="02040503050406030204" pitchFamily="18" charset="0"/>
                          </a:rPr>
                        </m:ctrlPr>
                      </m:dPr>
                      <m:e>
                        <m:m>
                          <m:mPr>
                            <m:mcs>
                              <m:mc>
                                <m:mcPr>
                                  <m:count m:val="1"/>
                                  <m:mcJc m:val="center"/>
                                </m:mcPr>
                              </m:mc>
                            </m:mcs>
                            <m:ctrlPr>
                              <a:rPr lang="en-US" altLang="ja-JP" sz="2400" b="0" i="1" smtClean="0">
                                <a:latin typeface="Cambria Math" panose="02040503050406030204" pitchFamily="18" charset="0"/>
                              </a:rPr>
                            </m:ctrlPr>
                          </m:mPr>
                          <m:mr>
                            <m:e>
                              <m:r>
                                <a:rPr lang="en-US" altLang="ja-JP" sz="2400" b="0" i="1" smtClean="0">
                                  <a:latin typeface="Cambria Math" panose="02040503050406030204" pitchFamily="18" charset="0"/>
                                </a:rPr>
                                <m:t>80</m:t>
                              </m:r>
                            </m:e>
                          </m:mr>
                          <m:mr>
                            <m:e>
                              <m:r>
                                <a:rPr lang="en-US" altLang="ja-JP" sz="2400" b="0" i="1" smtClean="0">
                                  <a:latin typeface="Cambria Math" panose="02040503050406030204" pitchFamily="18" charset="0"/>
                                </a:rPr>
                                <m:t>100</m:t>
                              </m:r>
                            </m:e>
                          </m:mr>
                          <m:mr>
                            <m:e>
                              <m:r>
                                <a:rPr lang="en-US" altLang="ja-JP" sz="2400" b="0" i="1" smtClean="0">
                                  <a:latin typeface="Cambria Math" panose="02040503050406030204" pitchFamily="18" charset="0"/>
                                </a:rPr>
                                <m:t>1</m:t>
                              </m:r>
                            </m:e>
                          </m:mr>
                        </m:m>
                      </m:e>
                    </m:d>
                  </m:oMath>
                </a14:m>
                <a:endParaRPr lang="en-US" altLang="ja-JP" sz="2400" dirty="0"/>
              </a:p>
            </p:txBody>
          </p:sp>
        </mc:Choice>
        <mc:Fallback>
          <p:sp>
            <p:nvSpPr>
              <p:cNvPr id="6" name="テキスト ボックス 5">
                <a:extLst>
                  <a:ext uri="{FF2B5EF4-FFF2-40B4-BE49-F238E27FC236}">
                    <a16:creationId xmlns:a16="http://schemas.microsoft.com/office/drawing/2014/main" id="{55830AD6-028B-4C4E-80BF-B70DFC1C3A46}"/>
                  </a:ext>
                </a:extLst>
              </p:cNvPr>
              <p:cNvSpPr txBox="1">
                <a:spLocks noRot="1" noChangeAspect="1" noMove="1" noResize="1" noEditPoints="1" noAdjustHandles="1" noChangeArrowheads="1" noChangeShapeType="1" noTextEdit="1"/>
              </p:cNvSpPr>
              <p:nvPr/>
            </p:nvSpPr>
            <p:spPr>
              <a:xfrm>
                <a:off x="567542" y="1216429"/>
                <a:ext cx="3262432" cy="5134098"/>
              </a:xfrm>
              <a:prstGeom prst="rect">
                <a:avLst/>
              </a:prstGeom>
              <a:blipFill>
                <a:blip r:embed="rId2"/>
                <a:stretch>
                  <a:fillRect l="-2804" t="-950" r="-2056"/>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2412633940"/>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259</TotalTime>
  <Words>500</Words>
  <Application>Microsoft Office PowerPoint</Application>
  <PresentationFormat>ワイド画面</PresentationFormat>
  <Paragraphs>79</Paragraphs>
  <Slides>8</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8</vt:i4>
      </vt:variant>
    </vt:vector>
  </HeadingPairs>
  <TitlesOfParts>
    <vt:vector size="13" baseType="lpstr">
      <vt:lpstr>游ゴシック</vt:lpstr>
      <vt:lpstr>游ゴシック Light</vt:lpstr>
      <vt:lpstr>Arial</vt:lpstr>
      <vt:lpstr>Cambria Math</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北九州校　ゲーム</dc:creator>
  <cp:lastModifiedBy>荒木 優介</cp:lastModifiedBy>
  <cp:revision>34</cp:revision>
  <dcterms:created xsi:type="dcterms:W3CDTF">2024-08-27T02:15:54Z</dcterms:created>
  <dcterms:modified xsi:type="dcterms:W3CDTF">2024-11-19T04:34:45Z</dcterms:modified>
</cp:coreProperties>
</file>