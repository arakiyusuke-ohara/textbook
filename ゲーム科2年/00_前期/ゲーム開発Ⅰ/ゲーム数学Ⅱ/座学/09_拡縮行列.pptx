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3" r:id="rId5"/>
    <p:sldId id="264" r:id="rId6"/>
    <p:sldId id="265" r:id="rId7"/>
    <p:sldId id="260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3AF8780-FFFF-4D1C-B980-9819C37526E2}"/>
              </a:ext>
            </a:extLst>
          </p:cNvPr>
          <p:cNvSpPr/>
          <p:nvPr/>
        </p:nvSpPr>
        <p:spPr>
          <a:xfrm>
            <a:off x="381000" y="2167467"/>
            <a:ext cx="9389533" cy="399626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4655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拡縮行列</a:t>
                </a:r>
                <a:r>
                  <a:rPr lang="ja-JP" altLang="en-US" sz="2400" dirty="0"/>
                  <a:t>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ある１点の座標を</a:t>
                </a:r>
                <a:r>
                  <a:rPr lang="ja-JP" altLang="en-US" sz="2400" b="1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原点を中心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に拡縮する行列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まずは行列の見た目を覚えましょう。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■拡縮行列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■拡縮行列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𝑠𝑧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4655955"/>
              </a:xfrm>
              <a:prstGeom prst="rect">
                <a:avLst/>
              </a:prstGeom>
              <a:blipFill>
                <a:blip r:embed="rId2"/>
                <a:stretch>
                  <a:fillRect l="-1003" t="-1048" r="-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0796530-47F0-43BE-B20A-0CBBED11DA95}"/>
                  </a:ext>
                </a:extLst>
              </p:cNvPr>
              <p:cNvSpPr txBox="1"/>
              <p:nvPr/>
            </p:nvSpPr>
            <p:spPr>
              <a:xfrm>
                <a:off x="3920072" y="4678338"/>
                <a:ext cx="347447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軸の拡縮倍率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Y</a:t>
                </a:r>
                <a:r>
                  <a:rPr lang="ja-JP" altLang="en-US" sz="2400" dirty="0"/>
                  <a:t>軸の拡縮倍率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Z</a:t>
                </a:r>
                <a:r>
                  <a:rPr lang="ja-JP" altLang="en-US" sz="2400" dirty="0"/>
                  <a:t>軸の拡縮倍率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0796530-47F0-43BE-B20A-0CBBED11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072" y="4678338"/>
                <a:ext cx="3474477" cy="1200329"/>
              </a:xfrm>
              <a:prstGeom prst="rect">
                <a:avLst/>
              </a:prstGeom>
              <a:blipFill>
                <a:blip r:embed="rId3"/>
                <a:stretch>
                  <a:fillRect t="-4061" r="-1754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B14BBD-2DE6-4B86-A433-54DED8BB946E}"/>
                  </a:ext>
                </a:extLst>
              </p:cNvPr>
              <p:cNvSpPr txBox="1"/>
              <p:nvPr/>
            </p:nvSpPr>
            <p:spPr>
              <a:xfrm>
                <a:off x="3920072" y="2934204"/>
                <a:ext cx="347447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軸の拡縮倍率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Y</a:t>
                </a:r>
                <a:r>
                  <a:rPr lang="ja-JP" altLang="en-US" sz="2400" dirty="0"/>
                  <a:t>軸の拡縮倍率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B14BBD-2DE6-4B86-A433-54DED8BB9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072" y="2934204"/>
                <a:ext cx="3474477" cy="830997"/>
              </a:xfrm>
              <a:prstGeom prst="rect">
                <a:avLst/>
              </a:prstGeom>
              <a:blipFill>
                <a:blip r:embed="rId4"/>
                <a:stretch>
                  <a:fillRect t="-5839" r="-1754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69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380038" cy="2925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原点にある</a:t>
                </a:r>
                <a:r>
                  <a:rPr lang="ja-JP" altLang="en-US" sz="2400" dirty="0"/>
                  <a:t>オブジェクトを横に２倍、縦に</a:t>
                </a:r>
                <a:r>
                  <a:rPr lang="en-US" altLang="ja-JP" sz="2400" dirty="0"/>
                  <a:t>0.5</a:t>
                </a:r>
                <a:r>
                  <a:rPr lang="ja-JP" altLang="en-US" sz="2400" dirty="0"/>
                  <a:t>倍拡縮する行列を作りなさい。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行列を覚えれば、あとはあてはめるだけです。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380038" cy="2925994"/>
              </a:xfrm>
              <a:prstGeom prst="rect">
                <a:avLst/>
              </a:prstGeom>
              <a:blipFill>
                <a:blip r:embed="rId2"/>
                <a:stretch>
                  <a:fillRect l="-803" t="-1667" b="-37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9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3AF8780-FFFF-4D1C-B980-9819C37526E2}"/>
              </a:ext>
            </a:extLst>
          </p:cNvPr>
          <p:cNvSpPr/>
          <p:nvPr/>
        </p:nvSpPr>
        <p:spPr>
          <a:xfrm>
            <a:off x="381000" y="1727199"/>
            <a:ext cx="11243458" cy="258063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25519" cy="2951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拡縮行列を使った拡縮は行列の掛け算で計算できます。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■行列による拡縮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にある頂点を原点を中心に横に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𝑠𝑥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縦に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𝑠𝑦</m:t>
                    </m:r>
                  </m:oMath>
                </a14:m>
                <a:r>
                  <a:rPr lang="ja-JP" altLang="en-US" sz="2400" dirty="0"/>
                  <a:t>拡縮した後の頂点の座標を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ja-JP" altLang="en-US" sz="2400" dirty="0"/>
                  <a:t>としたとき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25519" cy="2951705"/>
              </a:xfrm>
              <a:prstGeom prst="rect">
                <a:avLst/>
              </a:prstGeom>
              <a:blipFill>
                <a:blip r:embed="rId2"/>
                <a:stretch>
                  <a:fillRect l="-885" t="-16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3ABAB0-95CD-4BC7-9B48-73565C669B88}"/>
              </a:ext>
            </a:extLst>
          </p:cNvPr>
          <p:cNvSpPr txBox="1"/>
          <p:nvPr/>
        </p:nvSpPr>
        <p:spPr>
          <a:xfrm>
            <a:off x="567542" y="4448071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つまり拡縮行列を掛け算すれば、拡縮後の座標を求めることができます。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1008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3AF8780-FFFF-4D1C-B980-9819C37526E2}"/>
              </a:ext>
            </a:extLst>
          </p:cNvPr>
          <p:cNvSpPr/>
          <p:nvPr/>
        </p:nvSpPr>
        <p:spPr>
          <a:xfrm>
            <a:off x="381000" y="1727199"/>
            <a:ext cx="11243458" cy="30712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55271" cy="3337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3D</a:t>
                </a:r>
                <a:r>
                  <a:rPr lang="ja-JP" altLang="en-US" sz="2400" dirty="0"/>
                  <a:t>では以下の通りです。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■行列による拡縮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にある頂点を原点を中心に横に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𝑠𝑥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縦に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𝑠𝑦</m:t>
                    </m:r>
                  </m:oMath>
                </a14:m>
                <a:r>
                  <a:rPr lang="en-US" altLang="ja-JP" sz="2400" dirty="0"/>
                  <a:t>,</a:t>
                </a:r>
                <a:r>
                  <a:rPr lang="ja-JP" altLang="en-US" sz="2400" dirty="0"/>
                  <a:t>奥行きを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sz="2400" dirty="0"/>
                  <a:t>拡縮した後の</a:t>
                </a:r>
                <a:endParaRPr lang="en-US" altLang="ja-JP" sz="2400" dirty="0"/>
              </a:p>
              <a:p>
                <a:r>
                  <a:rPr lang="ja-JP" altLang="en-US" sz="2400" dirty="0"/>
                  <a:t>頂点の座標を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′,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ja-JP" altLang="en-US" sz="2400" dirty="0"/>
                  <a:t>としたとき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𝑠𝑧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55271" cy="3337773"/>
              </a:xfrm>
              <a:prstGeom prst="rect">
                <a:avLst/>
              </a:prstGeom>
              <a:blipFill>
                <a:blip r:embed="rId2"/>
                <a:stretch>
                  <a:fillRect l="-883" t="-14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01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64348" cy="4333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ある画像の頂点座標が</a:t>
                </a:r>
                <a:r>
                  <a:rPr lang="en-US" altLang="ja-JP" sz="2400" dirty="0"/>
                  <a:t>(30, 60)</a:t>
                </a:r>
                <a:r>
                  <a:rPr lang="ja-JP" altLang="en-US" sz="2400" dirty="0"/>
                  <a:t>にある場合、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画像を原点を中心に横に</a:t>
                </a:r>
                <a:r>
                  <a:rPr lang="en-US" altLang="ja-JP" sz="2400" dirty="0"/>
                  <a:t>1.5</a:t>
                </a:r>
                <a:r>
                  <a:rPr lang="ja-JP" altLang="en-US" sz="2400" dirty="0"/>
                  <a:t>倍、縦に</a:t>
                </a:r>
                <a:r>
                  <a:rPr lang="en-US" altLang="ja-JP" sz="2400" dirty="0"/>
                  <a:t>0.2</a:t>
                </a:r>
                <a:r>
                  <a:rPr lang="ja-JP" altLang="en-US" sz="2400" dirty="0"/>
                  <a:t>倍したときの頂点の座標を求める</a:t>
                </a:r>
                <a:endParaRPr lang="en-US" altLang="ja-JP" sz="2400" dirty="0"/>
              </a:p>
              <a:p>
                <a:r>
                  <a:rPr lang="ja-JP" altLang="en-US" sz="2400" dirty="0"/>
                  <a:t>行列の計算式を作りなさい。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𝑠𝑦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64348" cy="4333750"/>
              </a:xfrm>
              <a:prstGeom prst="rect">
                <a:avLst/>
              </a:prstGeom>
              <a:blipFill>
                <a:blip r:embed="rId2"/>
                <a:stretch>
                  <a:fillRect l="-891" t="-11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24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876695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ある画像の頂点座標が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(−20, 5)</m:t>
                    </m:r>
                  </m:oMath>
                </a14:m>
                <a:r>
                  <a:rPr lang="ja-JP" altLang="en-US" sz="2400" dirty="0"/>
                  <a:t>にある場合、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     画像を原点を中心に横に</a:t>
                </a:r>
                <a:r>
                  <a:rPr lang="en-US" altLang="ja-JP" sz="2400" dirty="0"/>
                  <a:t>0.8</a:t>
                </a:r>
                <a:r>
                  <a:rPr lang="ja-JP" altLang="en-US" sz="2400" dirty="0"/>
                  <a:t>倍、縦に</a:t>
                </a:r>
                <a:r>
                  <a:rPr lang="en-US" altLang="ja-JP" sz="2400" dirty="0"/>
                  <a:t>0.01</a:t>
                </a:r>
                <a:r>
                  <a:rPr lang="ja-JP" altLang="en-US" sz="2400" dirty="0"/>
                  <a:t>倍したときの頂点の座標を求める</a:t>
                </a:r>
                <a:endParaRPr lang="en-US" altLang="ja-JP" sz="2400" dirty="0"/>
              </a:p>
              <a:p>
                <a:r>
                  <a:rPr lang="ja-JP" altLang="en-US" sz="2400" dirty="0"/>
                  <a:t>　 行列の計算式を作りなさい。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ある画像の頂点座標が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20,−40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にある場合、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     画像を原点を中心に横に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倍、縦に</a:t>
                </a:r>
                <a:r>
                  <a:rPr lang="en-US" altLang="ja-JP" sz="2400" dirty="0"/>
                  <a:t>3</a:t>
                </a:r>
                <a:r>
                  <a:rPr lang="ja-JP" altLang="en-US" sz="2400" dirty="0"/>
                  <a:t>倍、奥行きを</a:t>
                </a:r>
                <a:r>
                  <a:rPr lang="en-US" altLang="ja-JP" sz="2400" dirty="0"/>
                  <a:t>10</a:t>
                </a:r>
                <a:r>
                  <a:rPr lang="ja-JP" altLang="en-US" sz="2400" dirty="0"/>
                  <a:t>倍にしたときの</a:t>
                </a:r>
                <a:endParaRPr lang="en-US" altLang="ja-JP" sz="2400" dirty="0"/>
              </a:p>
              <a:p>
                <a:r>
                  <a:rPr lang="ja-JP" altLang="en-US" sz="2400" dirty="0"/>
                  <a:t>　  頂点の座標を求める行列の計算式を作りなさい。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876695" cy="2677656"/>
              </a:xfrm>
              <a:prstGeom prst="rect">
                <a:avLst/>
              </a:prstGeom>
              <a:blipFill>
                <a:blip r:embed="rId2"/>
                <a:stretch>
                  <a:fillRect l="-841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65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84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拡縮行列で最も気をつけなければいけないことは、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原点を中心に拡縮される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r>
              <a:rPr lang="ja-JP" altLang="en-US" sz="2400" dirty="0"/>
              <a:t>もしも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オブジェクトが原点（</a:t>
            </a:r>
            <a:r>
              <a:rPr lang="en-US" altLang="ja-JP" sz="2400" b="1" dirty="0">
                <a:solidFill>
                  <a:srgbClr val="FF0000"/>
                </a:solidFill>
              </a:rPr>
              <a:t>0, 0</a:t>
            </a:r>
            <a:r>
              <a:rPr lang="ja-JP" altLang="en-US" sz="2400" b="1" dirty="0">
                <a:solidFill>
                  <a:srgbClr val="FF0000"/>
                </a:solidFill>
              </a:rPr>
              <a:t>）に配置されていればその場で拡縮</a:t>
            </a:r>
            <a:r>
              <a:rPr lang="ja-JP" altLang="en-US" sz="2400" dirty="0"/>
              <a:t>しますが。。</a:t>
            </a:r>
            <a:endParaRPr lang="en-US" altLang="ja-JP" sz="2400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C19C663-0EA9-4B88-966F-9DBA8E5FF6BB}"/>
              </a:ext>
            </a:extLst>
          </p:cNvPr>
          <p:cNvCxnSpPr>
            <a:cxnSpLocks/>
          </p:cNvCxnSpPr>
          <p:nvPr/>
        </p:nvCxnSpPr>
        <p:spPr>
          <a:xfrm>
            <a:off x="829734" y="4351867"/>
            <a:ext cx="3081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E61F6E2-3A35-4E84-A053-E2244BC1C2C1}"/>
              </a:ext>
            </a:extLst>
          </p:cNvPr>
          <p:cNvCxnSpPr>
            <a:cxnSpLocks/>
          </p:cNvCxnSpPr>
          <p:nvPr/>
        </p:nvCxnSpPr>
        <p:spPr>
          <a:xfrm flipV="1">
            <a:off x="2396066" y="2929467"/>
            <a:ext cx="1" cy="2805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スマイル 8">
            <a:extLst>
              <a:ext uri="{FF2B5EF4-FFF2-40B4-BE49-F238E27FC236}">
                <a16:creationId xmlns:a16="http://schemas.microsoft.com/office/drawing/2014/main" id="{C27FA73E-8312-4B18-B205-20E967B2C128}"/>
              </a:ext>
            </a:extLst>
          </p:cNvPr>
          <p:cNvSpPr/>
          <p:nvPr/>
        </p:nvSpPr>
        <p:spPr>
          <a:xfrm>
            <a:off x="2133602" y="4106334"/>
            <a:ext cx="524929" cy="4826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B3ACBBB-3DFE-4A83-9070-B6F5C8BCC3A2}"/>
              </a:ext>
            </a:extLst>
          </p:cNvPr>
          <p:cNvCxnSpPr>
            <a:cxnSpLocks/>
          </p:cNvCxnSpPr>
          <p:nvPr/>
        </p:nvCxnSpPr>
        <p:spPr>
          <a:xfrm>
            <a:off x="6248400" y="4351867"/>
            <a:ext cx="3081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2FBCF8F-86F0-4AFF-B22D-1C069CF15EBC}"/>
              </a:ext>
            </a:extLst>
          </p:cNvPr>
          <p:cNvCxnSpPr>
            <a:cxnSpLocks/>
          </p:cNvCxnSpPr>
          <p:nvPr/>
        </p:nvCxnSpPr>
        <p:spPr>
          <a:xfrm flipV="1">
            <a:off x="7814732" y="2929467"/>
            <a:ext cx="1" cy="2805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C173DC2F-C20C-4B30-9825-F6AF146D72DE}"/>
              </a:ext>
            </a:extLst>
          </p:cNvPr>
          <p:cNvSpPr/>
          <p:nvPr/>
        </p:nvSpPr>
        <p:spPr>
          <a:xfrm>
            <a:off x="7268632" y="3852334"/>
            <a:ext cx="1092199" cy="99906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08CBA01-3947-42E0-837E-722EDD5A8E37}"/>
              </a:ext>
            </a:extLst>
          </p:cNvPr>
          <p:cNvCxnSpPr>
            <a:endCxn id="16" idx="7"/>
          </p:cNvCxnSpPr>
          <p:nvPr/>
        </p:nvCxnSpPr>
        <p:spPr>
          <a:xfrm flipV="1">
            <a:off x="7814731" y="3998644"/>
            <a:ext cx="386151" cy="3711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0D0BB16-31DA-4E50-8843-FB032454C4AA}"/>
              </a:ext>
            </a:extLst>
          </p:cNvPr>
          <p:cNvCxnSpPr>
            <a:cxnSpLocks/>
            <a:endCxn id="16" idx="1"/>
          </p:cNvCxnSpPr>
          <p:nvPr/>
        </p:nvCxnSpPr>
        <p:spPr>
          <a:xfrm flipH="1" flipV="1">
            <a:off x="7428581" y="3998644"/>
            <a:ext cx="386149" cy="3489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4ADE3F3-A9B4-4BC7-A60F-179133BF517F}"/>
              </a:ext>
            </a:extLst>
          </p:cNvPr>
          <p:cNvCxnSpPr>
            <a:cxnSpLocks/>
            <a:endCxn id="16" idx="5"/>
          </p:cNvCxnSpPr>
          <p:nvPr/>
        </p:nvCxnSpPr>
        <p:spPr>
          <a:xfrm>
            <a:off x="7827432" y="4369769"/>
            <a:ext cx="373450" cy="3353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B54D082-3966-4B8F-A586-A5B4E2905AE9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7428581" y="4369769"/>
            <a:ext cx="386149" cy="3353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11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拡縮行列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オブジェクトの中心が原点にない場合は配置がずれてしまいます。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C19C663-0EA9-4B88-966F-9DBA8E5FF6BB}"/>
              </a:ext>
            </a:extLst>
          </p:cNvPr>
          <p:cNvCxnSpPr>
            <a:cxnSpLocks/>
          </p:cNvCxnSpPr>
          <p:nvPr/>
        </p:nvCxnSpPr>
        <p:spPr>
          <a:xfrm>
            <a:off x="829734" y="4351867"/>
            <a:ext cx="3081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E61F6E2-3A35-4E84-A053-E2244BC1C2C1}"/>
              </a:ext>
            </a:extLst>
          </p:cNvPr>
          <p:cNvCxnSpPr>
            <a:cxnSpLocks/>
          </p:cNvCxnSpPr>
          <p:nvPr/>
        </p:nvCxnSpPr>
        <p:spPr>
          <a:xfrm flipV="1">
            <a:off x="2396066" y="2929467"/>
            <a:ext cx="1" cy="2805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スマイル 8">
            <a:extLst>
              <a:ext uri="{FF2B5EF4-FFF2-40B4-BE49-F238E27FC236}">
                <a16:creationId xmlns:a16="http://schemas.microsoft.com/office/drawing/2014/main" id="{C27FA73E-8312-4B18-B205-20E967B2C128}"/>
              </a:ext>
            </a:extLst>
          </p:cNvPr>
          <p:cNvSpPr/>
          <p:nvPr/>
        </p:nvSpPr>
        <p:spPr>
          <a:xfrm>
            <a:off x="2417238" y="3849486"/>
            <a:ext cx="524929" cy="4826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B3ACBBB-3DFE-4A83-9070-B6F5C8BCC3A2}"/>
              </a:ext>
            </a:extLst>
          </p:cNvPr>
          <p:cNvCxnSpPr>
            <a:cxnSpLocks/>
          </p:cNvCxnSpPr>
          <p:nvPr/>
        </p:nvCxnSpPr>
        <p:spPr>
          <a:xfrm>
            <a:off x="6248400" y="4351867"/>
            <a:ext cx="3081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2FBCF8F-86F0-4AFF-B22D-1C069CF15EBC}"/>
              </a:ext>
            </a:extLst>
          </p:cNvPr>
          <p:cNvCxnSpPr>
            <a:cxnSpLocks/>
          </p:cNvCxnSpPr>
          <p:nvPr/>
        </p:nvCxnSpPr>
        <p:spPr>
          <a:xfrm flipV="1">
            <a:off x="7814732" y="2929467"/>
            <a:ext cx="1" cy="2805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C173DC2F-C20C-4B30-9825-F6AF146D72DE}"/>
              </a:ext>
            </a:extLst>
          </p:cNvPr>
          <p:cNvSpPr/>
          <p:nvPr/>
        </p:nvSpPr>
        <p:spPr>
          <a:xfrm>
            <a:off x="8432801" y="2700114"/>
            <a:ext cx="1092199" cy="99906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08CBA01-3947-42E0-837E-722EDD5A8E37}"/>
              </a:ext>
            </a:extLst>
          </p:cNvPr>
          <p:cNvCxnSpPr>
            <a:cxnSpLocks/>
            <a:endCxn id="16" idx="5"/>
          </p:cNvCxnSpPr>
          <p:nvPr/>
        </p:nvCxnSpPr>
        <p:spPr>
          <a:xfrm flipV="1">
            <a:off x="7855690" y="3552870"/>
            <a:ext cx="1509361" cy="7706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0D0BB16-31DA-4E50-8843-FB032454C4AA}"/>
              </a:ext>
            </a:extLst>
          </p:cNvPr>
          <p:cNvCxnSpPr>
            <a:cxnSpLocks/>
            <a:endCxn id="16" idx="7"/>
          </p:cNvCxnSpPr>
          <p:nvPr/>
        </p:nvCxnSpPr>
        <p:spPr>
          <a:xfrm flipV="1">
            <a:off x="7789333" y="2846424"/>
            <a:ext cx="1575718" cy="152660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4ADE3F3-A9B4-4BC7-A60F-179133BF517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789333" y="2846424"/>
            <a:ext cx="803417" cy="149152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B54D082-3966-4B8F-A586-A5B4E2905AE9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7840132" y="3552870"/>
            <a:ext cx="752618" cy="79899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26A9078-D7AE-4EBE-B08D-38156360381D}"/>
              </a:ext>
            </a:extLst>
          </p:cNvPr>
          <p:cNvSpPr txBox="1"/>
          <p:nvPr/>
        </p:nvSpPr>
        <p:spPr>
          <a:xfrm>
            <a:off x="677609" y="5870572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対策は後ほど学習しますが、大事なことなので覚えておきましょう。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66248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547</Words>
  <Application>Microsoft Office PowerPoint</Application>
  <PresentationFormat>ワイド画面</PresentationFormat>
  <Paragraphs>60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51</cp:revision>
  <dcterms:created xsi:type="dcterms:W3CDTF">2024-08-27T02:15:54Z</dcterms:created>
  <dcterms:modified xsi:type="dcterms:W3CDTF">2024-11-19T07:24:31Z</dcterms:modified>
</cp:coreProperties>
</file>