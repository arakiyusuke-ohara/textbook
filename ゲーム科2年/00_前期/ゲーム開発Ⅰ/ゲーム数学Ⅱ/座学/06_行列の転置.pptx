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行列の転置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8186857" cy="2915606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行列の転置は行列の行列の配置関係を逆にすることです。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■行列の転置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7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9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このように行列の関係が逆になります。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8186857" cy="2915606"/>
              </a:xfrm>
              <a:prstGeom prst="rect">
                <a:avLst/>
              </a:prstGeom>
              <a:blipFill>
                <a:blip r:embed="rId2"/>
                <a:stretch>
                  <a:fillRect l="-1117" t="-1674" r="-223" b="-397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矢印: 右 2">
            <a:extLst>
              <a:ext uri="{FF2B5EF4-FFF2-40B4-BE49-F238E27FC236}">
                <a16:creationId xmlns:a16="http://schemas.microsoft.com/office/drawing/2014/main" id="{EF67B689-5927-4038-A609-759262F9F0C3}"/>
              </a:ext>
            </a:extLst>
          </p:cNvPr>
          <p:cNvSpPr/>
          <p:nvPr/>
        </p:nvSpPr>
        <p:spPr>
          <a:xfrm>
            <a:off x="2082800" y="2556933"/>
            <a:ext cx="1312333" cy="618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転置</a:t>
            </a:r>
          </a:p>
        </p:txBody>
      </p:sp>
    </p:spTree>
    <p:extLst>
      <p:ext uri="{BB962C8B-B14F-4D97-AF65-F5344CB8AC3E}">
        <p14:creationId xmlns:p14="http://schemas.microsoft.com/office/powerpoint/2010/main" val="387928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223651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行列の転置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6340197" cy="25462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行数と列数が異なる場合は型も変わります。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■行列の転置</a:t>
                </a:r>
                <a:endParaRPr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lang="en-US" altLang="ja-JP" sz="2400" dirty="0"/>
                  <a:t> 		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i="1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6340197" cy="2546274"/>
              </a:xfrm>
              <a:prstGeom prst="rect">
                <a:avLst/>
              </a:prstGeom>
              <a:blipFill>
                <a:blip r:embed="rId2"/>
                <a:stretch>
                  <a:fillRect l="-1442" t="-1918" r="-5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矢印: 右 2">
            <a:extLst>
              <a:ext uri="{FF2B5EF4-FFF2-40B4-BE49-F238E27FC236}">
                <a16:creationId xmlns:a16="http://schemas.microsoft.com/office/drawing/2014/main" id="{EF67B689-5927-4038-A609-759262F9F0C3}"/>
              </a:ext>
            </a:extLst>
          </p:cNvPr>
          <p:cNvSpPr/>
          <p:nvPr/>
        </p:nvSpPr>
        <p:spPr>
          <a:xfrm>
            <a:off x="2082800" y="2556933"/>
            <a:ext cx="1312333" cy="6180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b="1" dirty="0"/>
              <a:t>転置</a:t>
            </a:r>
          </a:p>
        </p:txBody>
      </p:sp>
    </p:spTree>
    <p:extLst>
      <p:ext uri="{BB962C8B-B14F-4D97-AF65-F5344CB8AC3E}">
        <p14:creationId xmlns:p14="http://schemas.microsoft.com/office/powerpoint/2010/main" val="40455725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1742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行列の転置 練習</a:t>
            </a:r>
            <a:endParaRPr kumimoji="1" lang="en-US" altLang="ja-JP" sz="3200" b="1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3877985" cy="353891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ja-JP" altLang="en-US" sz="2400" dirty="0"/>
                  <a:t>次の行列を転置しなさい。</a:t>
                </a:r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①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2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②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m:rPr>
                                  <m:brk m:alnAt="7"/>
                                </m:rP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50</m:t>
                              </m:r>
                            </m:e>
                          </m:m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  <a:p>
                <a:endParaRPr lang="en-US" altLang="ja-JP" sz="2400" dirty="0"/>
              </a:p>
              <a:p>
                <a:r>
                  <a:rPr lang="ja-JP" altLang="en-US" sz="2400" dirty="0"/>
                  <a:t>③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endChr m:val="]"/>
                        <m:ctrlPr>
                          <a:rPr lang="en-US" altLang="ja-JP" sz="2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mcs>
                              <m:mc>
                                <m:mcPr>
                                  <m:count m:val="3"/>
                                  <m:mcJc m:val="center"/>
                                </m:mcPr>
                              </m:mc>
                            </m:mcs>
                            <m:ctrlPr>
                              <a:rPr lang="en-US" altLang="ja-JP" sz="2400" b="0" i="1" smtClean="0"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−5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1.2</m:t>
                              </m:r>
                            </m:e>
                            <m:e>
                              <m:r>
                                <a:rPr lang="en-US" altLang="ja-JP" sz="24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3877985" cy="3538918"/>
              </a:xfrm>
              <a:prstGeom prst="rect">
                <a:avLst/>
              </a:prstGeom>
              <a:blipFill>
                <a:blip r:embed="rId2"/>
                <a:stretch>
                  <a:fillRect l="-2358" t="-1379" r="-1572" b="-31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395357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305</TotalTime>
  <Words>80</Words>
  <Application>Microsoft Office PowerPoint</Application>
  <PresentationFormat>ワイド画面</PresentationFormat>
  <Paragraphs>22</Paragraphs>
  <Slides>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</vt:i4>
      </vt:variant>
    </vt:vector>
  </HeadingPairs>
  <TitlesOfParts>
    <vt:vector size="8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37</cp:revision>
  <dcterms:created xsi:type="dcterms:W3CDTF">2024-08-27T02:15:54Z</dcterms:created>
  <dcterms:modified xsi:type="dcterms:W3CDTF">2024-11-19T05:22:45Z</dcterms:modified>
</cp:coreProperties>
</file>