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8E0A328-60C4-408E-8F94-37FB8499A633}"/>
              </a:ext>
            </a:extLst>
          </p:cNvPr>
          <p:cNvSpPr/>
          <p:nvPr/>
        </p:nvSpPr>
        <p:spPr>
          <a:xfrm>
            <a:off x="364067" y="1769533"/>
            <a:ext cx="10033516" cy="154093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等しい行列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２つの行列が等しいかどうか、条件は以下のように定義されています。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■等しい行列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２つの行列は、</a:t>
            </a:r>
            <a:r>
              <a:rPr lang="ja-JP" altLang="en-US" sz="2400" b="1" dirty="0">
                <a:solidFill>
                  <a:srgbClr val="FF0000"/>
                </a:solidFill>
              </a:rPr>
              <a:t>型が等しく</a:t>
            </a:r>
            <a:r>
              <a:rPr lang="ja-JP" altLang="en-US" sz="2400" dirty="0"/>
              <a:t> かつ </a:t>
            </a:r>
            <a:r>
              <a:rPr lang="ja-JP" altLang="en-US" sz="2400" b="1" dirty="0">
                <a:solidFill>
                  <a:srgbClr val="FF0000"/>
                </a:solidFill>
              </a:rPr>
              <a:t>対応する要素が全て等しい </a:t>
            </a:r>
            <a:r>
              <a:rPr lang="ja-JP" altLang="en-US" sz="2400" dirty="0"/>
              <a:t>場合、</a:t>
            </a:r>
            <a:endParaRPr lang="en-US" altLang="ja-JP" sz="2400" dirty="0"/>
          </a:p>
          <a:p>
            <a:r>
              <a:rPr lang="ja-JP" altLang="en-US" sz="2400" dirty="0"/>
              <a:t>２つの行列は等しい。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対応する要素</a:t>
            </a:r>
            <a:r>
              <a:rPr lang="ja-JP" altLang="en-US" sz="2400" dirty="0"/>
              <a:t>とは、</a:t>
            </a:r>
            <a:r>
              <a:rPr lang="ja-JP" altLang="en-US" sz="2400" b="1" dirty="0">
                <a:solidFill>
                  <a:srgbClr val="FF0000"/>
                </a:solidFill>
              </a:rPr>
              <a:t>同じ位置にある要素同士</a:t>
            </a:r>
            <a:r>
              <a:rPr lang="ja-JP" altLang="en-US" sz="2400" dirty="0"/>
              <a:t>のことを言います。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等しい行列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75463" cy="29316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次の行列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が等しいかどうか答えなさい。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0</a:t>
                </a:r>
                <a:r>
                  <a:rPr lang="ja-JP" altLang="en-US" sz="2400" dirty="0"/>
                  <a:t>行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列目に対応する要素が等しくないため、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は等しくない。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75463" cy="2931636"/>
              </a:xfrm>
              <a:prstGeom prst="rect">
                <a:avLst/>
              </a:prstGeom>
              <a:blipFill>
                <a:blip r:embed="rId2"/>
                <a:stretch>
                  <a:fillRect l="-1434" t="-1667" r="-574" b="-4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04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等しい行列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903463" cy="2924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次の行列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が等しいかどうか答えなさい。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行列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の型は２行２列に対して、行列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の型は２行３列のため、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は等しくない。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903463" cy="2924134"/>
              </a:xfrm>
              <a:prstGeom prst="rect">
                <a:avLst/>
              </a:prstGeom>
              <a:blipFill>
                <a:blip r:embed="rId2"/>
                <a:stretch>
                  <a:fillRect l="-1027" t="-1670" r="-68" b="-39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90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等しい行列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2185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これまでの例題のように、要素と型が全く同じでないと等しいといえません。</a:t>
                </a:r>
                <a:endParaRPr lang="en-US" altLang="ja-JP" sz="2400" dirty="0"/>
              </a:p>
              <a:p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これでようやく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は等しい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2185470"/>
              </a:xfrm>
              <a:prstGeom prst="rect">
                <a:avLst/>
              </a:prstGeom>
              <a:blipFill>
                <a:blip r:embed="rId2"/>
                <a:stretch>
                  <a:fillRect l="-835" t="-2235" b="-55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94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199</Words>
  <Application>Microsoft Office PowerPoint</Application>
  <PresentationFormat>ワイド画面</PresentationFormat>
  <Paragraphs>30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20</cp:revision>
  <dcterms:created xsi:type="dcterms:W3CDTF">2024-08-27T02:15:54Z</dcterms:created>
  <dcterms:modified xsi:type="dcterms:W3CDTF">2024-12-09T23:29:23Z</dcterms:modified>
</cp:coreProperties>
</file>