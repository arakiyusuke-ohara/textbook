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E7D6B8C6-0D41-457C-867E-DCA3DBDCD0AB}"/>
              </a:ext>
            </a:extLst>
          </p:cNvPr>
          <p:cNvSpPr/>
          <p:nvPr/>
        </p:nvSpPr>
        <p:spPr>
          <a:xfrm>
            <a:off x="355600" y="1761067"/>
            <a:ext cx="6189133" cy="305646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行列の型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3284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行列の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行数と列数の組み合わせ</a:t>
                </a:r>
                <a:r>
                  <a:rPr kumimoji="1" lang="ja-JP" altLang="en-US" sz="2400" dirty="0"/>
                  <a:t>のことを、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行列の型</a:t>
                </a:r>
                <a:r>
                  <a:rPr kumimoji="1" lang="ja-JP" altLang="en-US" sz="2400" dirty="0"/>
                  <a:t>と言います。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■行列の型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行列</a:t>
                </a:r>
                <a14:m>
                  <m:oMath xmlns:m="http://schemas.openxmlformats.org/officeDocument/2006/math"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の型は３行３列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である。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３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×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３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と表現されることもある。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3284938"/>
              </a:xfrm>
              <a:prstGeom prst="rect">
                <a:avLst/>
              </a:prstGeom>
              <a:blipFill>
                <a:blip r:embed="rId2"/>
                <a:stretch>
                  <a:fillRect l="-1003" t="-1487" r="-67" b="-35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行列の型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231001" cy="29241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以下の行列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2400" dirty="0"/>
                  <a:t>の型を答えなさい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■行列の型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行列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2400" dirty="0"/>
                  <a:t>の行数は２行、列数は３列あるので、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行列</a:t>
                </a:r>
                <a14:m>
                  <m:oMath xmlns:m="http://schemas.openxmlformats.org/officeDocument/2006/math"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の型は２行３列</a:t>
                </a:r>
                <a:r>
                  <a:rPr lang="ja-JP" altLang="en-US" sz="2400" dirty="0"/>
                  <a:t>である。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231001" cy="2924134"/>
              </a:xfrm>
              <a:prstGeom prst="rect">
                <a:avLst/>
              </a:prstGeom>
              <a:blipFill>
                <a:blip r:embed="rId2"/>
                <a:stretch>
                  <a:fillRect l="-1468" t="-1670" r="-587" b="-39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11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行列の型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3877985" cy="4628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次の行列の型を答えなさい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78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48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−20</m:t>
                              </m:r>
                            </m:e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③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300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2500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④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3877985" cy="4628511"/>
              </a:xfrm>
              <a:prstGeom prst="rect">
                <a:avLst/>
              </a:prstGeom>
              <a:blipFill>
                <a:blip r:embed="rId2"/>
                <a:stretch>
                  <a:fillRect l="-2358" t="-1054" r="-1572" b="-21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7651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108</Words>
  <Application>Microsoft Office PowerPoint</Application>
  <PresentationFormat>ワイド画面</PresentationFormat>
  <Paragraphs>26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18</cp:revision>
  <dcterms:created xsi:type="dcterms:W3CDTF">2024-08-27T02:15:54Z</dcterms:created>
  <dcterms:modified xsi:type="dcterms:W3CDTF">2024-12-09T23:28:46Z</dcterms:modified>
</cp:coreProperties>
</file>