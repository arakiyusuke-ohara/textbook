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3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変換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77119" cy="40382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これまで行列の計算を学習しました。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ここからは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行列を使って座標を変換</a:t>
                </a:r>
                <a:r>
                  <a:rPr lang="ja-JP" altLang="en-US" sz="2400" dirty="0"/>
                  <a:t>する学習をします。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変換にはそれぞれ種類に合わせた専用の行列を使います。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■専用の行列たち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詳しくは後ほど</a:t>
                </a:r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77119" cy="4038285"/>
              </a:xfrm>
              <a:prstGeom prst="rect">
                <a:avLst/>
              </a:prstGeom>
              <a:blipFill>
                <a:blip r:embed="rId2"/>
                <a:stretch>
                  <a:fillRect l="-1053" t="-1208" b="-25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69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これまでゲーム制作で画像を表示してきましたが、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ゲームの画像はすべて三角形の板</a:t>
            </a:r>
            <a:r>
              <a:rPr lang="ja-JP" altLang="en-US" sz="2400" dirty="0"/>
              <a:t>として表示されています。</a:t>
            </a:r>
            <a:endParaRPr lang="en-US" altLang="ja-JP" sz="2400" dirty="0"/>
          </a:p>
        </p:txBody>
      </p:sp>
      <p:sp>
        <p:nvSpPr>
          <p:cNvPr id="2" name="スマイル 1">
            <a:extLst>
              <a:ext uri="{FF2B5EF4-FFF2-40B4-BE49-F238E27FC236}">
                <a16:creationId xmlns:a16="http://schemas.microsoft.com/office/drawing/2014/main" id="{7811EDBE-01B5-4E05-9FD5-5E37A8400910}"/>
              </a:ext>
            </a:extLst>
          </p:cNvPr>
          <p:cNvSpPr/>
          <p:nvPr/>
        </p:nvSpPr>
        <p:spPr>
          <a:xfrm>
            <a:off x="1270000" y="2777067"/>
            <a:ext cx="2429934" cy="2370666"/>
          </a:xfrm>
          <a:prstGeom prst="smileyFac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1D7C7E09-4D57-41C0-B258-828586989BBC}"/>
              </a:ext>
            </a:extLst>
          </p:cNvPr>
          <p:cNvSpPr/>
          <p:nvPr/>
        </p:nvSpPr>
        <p:spPr>
          <a:xfrm>
            <a:off x="6163733" y="2777067"/>
            <a:ext cx="2429934" cy="2370666"/>
          </a:xfrm>
          <a:prstGeom prst="smileyFac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F3B21977-1A61-4605-8420-4FCCF444B20E}"/>
              </a:ext>
            </a:extLst>
          </p:cNvPr>
          <p:cNvSpPr/>
          <p:nvPr/>
        </p:nvSpPr>
        <p:spPr>
          <a:xfrm>
            <a:off x="6163733" y="2777067"/>
            <a:ext cx="2429934" cy="2370666"/>
          </a:xfrm>
          <a:prstGeom prst="rt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C44C023A-46B2-4A12-A008-A08D585013CE}"/>
              </a:ext>
            </a:extLst>
          </p:cNvPr>
          <p:cNvSpPr/>
          <p:nvPr/>
        </p:nvSpPr>
        <p:spPr>
          <a:xfrm rot="10800000">
            <a:off x="6190191" y="2753786"/>
            <a:ext cx="2429934" cy="2370666"/>
          </a:xfrm>
          <a:prstGeom prst="rt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B41270-FAD5-4019-B426-F20F3821ECFF}"/>
              </a:ext>
            </a:extLst>
          </p:cNvPr>
          <p:cNvSpPr txBox="1"/>
          <p:nvPr/>
        </p:nvSpPr>
        <p:spPr>
          <a:xfrm>
            <a:off x="1161528" y="554269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上のような画像も</a:t>
            </a:r>
            <a:endParaRPr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9B17E1B-258A-47BD-86C7-A6C07257F6A3}"/>
              </a:ext>
            </a:extLst>
          </p:cNvPr>
          <p:cNvSpPr txBox="1"/>
          <p:nvPr/>
        </p:nvSpPr>
        <p:spPr>
          <a:xfrm>
            <a:off x="5648861" y="5542697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三角形を組み合わせた板に</a:t>
            </a:r>
            <a:endParaRPr lang="en-US" altLang="ja-JP" sz="2400" dirty="0"/>
          </a:p>
          <a:p>
            <a:r>
              <a:rPr lang="ja-JP" altLang="en-US" sz="2400" dirty="0"/>
              <a:t>画像が表示されている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20598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これらの三角形には各頂点があります。</a:t>
            </a:r>
            <a:endParaRPr lang="en-US" altLang="ja-JP" sz="2400" dirty="0"/>
          </a:p>
          <a:p>
            <a:endParaRPr lang="en-US" altLang="ja-JP" sz="2400" dirty="0"/>
          </a:p>
        </p:txBody>
      </p:sp>
      <p:sp>
        <p:nvSpPr>
          <p:cNvPr id="10" name="スマイル 9">
            <a:extLst>
              <a:ext uri="{FF2B5EF4-FFF2-40B4-BE49-F238E27FC236}">
                <a16:creationId xmlns:a16="http://schemas.microsoft.com/office/drawing/2014/main" id="{B17EE29D-5B7B-4087-B404-5DFB095B5D96}"/>
              </a:ext>
            </a:extLst>
          </p:cNvPr>
          <p:cNvSpPr/>
          <p:nvPr/>
        </p:nvSpPr>
        <p:spPr>
          <a:xfrm>
            <a:off x="1269986" y="2777067"/>
            <a:ext cx="2429934" cy="2370666"/>
          </a:xfrm>
          <a:prstGeom prst="smileyFac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2834AC2C-4227-415B-8E2F-471C5AE20B1E}"/>
              </a:ext>
            </a:extLst>
          </p:cNvPr>
          <p:cNvSpPr/>
          <p:nvPr/>
        </p:nvSpPr>
        <p:spPr>
          <a:xfrm>
            <a:off x="1269986" y="2753786"/>
            <a:ext cx="2429934" cy="2393947"/>
          </a:xfrm>
          <a:prstGeom prst="rtTriangl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EBBD4EB4-8ECF-4A10-AA6D-A79A924EE8E8}"/>
              </a:ext>
            </a:extLst>
          </p:cNvPr>
          <p:cNvSpPr/>
          <p:nvPr/>
        </p:nvSpPr>
        <p:spPr>
          <a:xfrm rot="10800000">
            <a:off x="1296444" y="2777065"/>
            <a:ext cx="2403476" cy="2347385"/>
          </a:xfrm>
          <a:prstGeom prst="rtTriangl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647FDF0-F92A-421E-B55E-28137077F62F}"/>
              </a:ext>
            </a:extLst>
          </p:cNvPr>
          <p:cNvSpPr/>
          <p:nvPr/>
        </p:nvSpPr>
        <p:spPr>
          <a:xfrm>
            <a:off x="3636414" y="2659593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99D8FDF-2B10-4599-B54B-F135143EB2D0}"/>
              </a:ext>
            </a:extLst>
          </p:cNvPr>
          <p:cNvSpPr/>
          <p:nvPr/>
        </p:nvSpPr>
        <p:spPr>
          <a:xfrm>
            <a:off x="1172612" y="2659593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E93909CA-030C-46DD-90EA-9C1A33784615}"/>
              </a:ext>
            </a:extLst>
          </p:cNvPr>
          <p:cNvSpPr/>
          <p:nvPr/>
        </p:nvSpPr>
        <p:spPr>
          <a:xfrm>
            <a:off x="3636414" y="5085287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70D8021-7260-435D-95DD-917E5FAE2FD2}"/>
              </a:ext>
            </a:extLst>
          </p:cNvPr>
          <p:cNvSpPr/>
          <p:nvPr/>
        </p:nvSpPr>
        <p:spPr>
          <a:xfrm>
            <a:off x="1177897" y="5083179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41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画像を移動させるということは、各頂点全てを均等に移動させるということです。</a:t>
            </a:r>
            <a:endParaRPr lang="en-US" altLang="ja-JP" sz="2400" dirty="0"/>
          </a:p>
        </p:txBody>
      </p:sp>
      <p:sp>
        <p:nvSpPr>
          <p:cNvPr id="10" name="スマイル 9">
            <a:extLst>
              <a:ext uri="{FF2B5EF4-FFF2-40B4-BE49-F238E27FC236}">
                <a16:creationId xmlns:a16="http://schemas.microsoft.com/office/drawing/2014/main" id="{B17EE29D-5B7B-4087-B404-5DFB095B5D96}"/>
              </a:ext>
            </a:extLst>
          </p:cNvPr>
          <p:cNvSpPr/>
          <p:nvPr/>
        </p:nvSpPr>
        <p:spPr>
          <a:xfrm>
            <a:off x="1269986" y="2777067"/>
            <a:ext cx="2429934" cy="2370666"/>
          </a:xfrm>
          <a:prstGeom prst="smileyFace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2834AC2C-4227-415B-8E2F-471C5AE20B1E}"/>
              </a:ext>
            </a:extLst>
          </p:cNvPr>
          <p:cNvSpPr/>
          <p:nvPr/>
        </p:nvSpPr>
        <p:spPr>
          <a:xfrm>
            <a:off x="1269986" y="2753786"/>
            <a:ext cx="2429934" cy="2393947"/>
          </a:xfrm>
          <a:prstGeom prst="rtTriangl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EBBD4EB4-8ECF-4A10-AA6D-A79A924EE8E8}"/>
              </a:ext>
            </a:extLst>
          </p:cNvPr>
          <p:cNvSpPr/>
          <p:nvPr/>
        </p:nvSpPr>
        <p:spPr>
          <a:xfrm rot="10800000">
            <a:off x="1296444" y="2777065"/>
            <a:ext cx="2403476" cy="2347385"/>
          </a:xfrm>
          <a:prstGeom prst="rtTriangl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647FDF0-F92A-421E-B55E-28137077F62F}"/>
              </a:ext>
            </a:extLst>
          </p:cNvPr>
          <p:cNvSpPr/>
          <p:nvPr/>
        </p:nvSpPr>
        <p:spPr>
          <a:xfrm>
            <a:off x="3636414" y="2659593"/>
            <a:ext cx="194747" cy="194734"/>
          </a:xfrm>
          <a:prstGeom prst="ellipse">
            <a:avLst/>
          </a:prstGeom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99D8FDF-2B10-4599-B54B-F135143EB2D0}"/>
              </a:ext>
            </a:extLst>
          </p:cNvPr>
          <p:cNvSpPr/>
          <p:nvPr/>
        </p:nvSpPr>
        <p:spPr>
          <a:xfrm>
            <a:off x="1172612" y="2659593"/>
            <a:ext cx="194747" cy="194734"/>
          </a:xfrm>
          <a:prstGeom prst="ellipse">
            <a:avLst/>
          </a:prstGeom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E93909CA-030C-46DD-90EA-9C1A33784615}"/>
              </a:ext>
            </a:extLst>
          </p:cNvPr>
          <p:cNvSpPr/>
          <p:nvPr/>
        </p:nvSpPr>
        <p:spPr>
          <a:xfrm>
            <a:off x="3636414" y="5085287"/>
            <a:ext cx="194747" cy="194734"/>
          </a:xfrm>
          <a:prstGeom prst="ellipse">
            <a:avLst/>
          </a:prstGeom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70D8021-7260-435D-95DD-917E5FAE2FD2}"/>
              </a:ext>
            </a:extLst>
          </p:cNvPr>
          <p:cNvSpPr/>
          <p:nvPr/>
        </p:nvSpPr>
        <p:spPr>
          <a:xfrm>
            <a:off x="1177897" y="5083179"/>
            <a:ext cx="194747" cy="194734"/>
          </a:xfrm>
          <a:prstGeom prst="ellipse">
            <a:avLst/>
          </a:prstGeom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マイル 16">
            <a:extLst>
              <a:ext uri="{FF2B5EF4-FFF2-40B4-BE49-F238E27FC236}">
                <a16:creationId xmlns:a16="http://schemas.microsoft.com/office/drawing/2014/main" id="{2BCD0098-7BC5-41C8-AACC-FFAE19AD110A}"/>
              </a:ext>
            </a:extLst>
          </p:cNvPr>
          <p:cNvSpPr/>
          <p:nvPr/>
        </p:nvSpPr>
        <p:spPr>
          <a:xfrm>
            <a:off x="6248386" y="2777067"/>
            <a:ext cx="2429934" cy="2370666"/>
          </a:xfrm>
          <a:prstGeom prst="smileyFac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0741496B-1D50-41B9-9CC8-24F249FA60D1}"/>
              </a:ext>
            </a:extLst>
          </p:cNvPr>
          <p:cNvSpPr/>
          <p:nvPr/>
        </p:nvSpPr>
        <p:spPr>
          <a:xfrm>
            <a:off x="6248386" y="2753786"/>
            <a:ext cx="2429934" cy="2393947"/>
          </a:xfrm>
          <a:prstGeom prst="rtTriangl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73064703-31EC-424A-A416-E1874B01EC32}"/>
              </a:ext>
            </a:extLst>
          </p:cNvPr>
          <p:cNvSpPr/>
          <p:nvPr/>
        </p:nvSpPr>
        <p:spPr>
          <a:xfrm rot="10800000">
            <a:off x="6274844" y="2777065"/>
            <a:ext cx="2403476" cy="2347385"/>
          </a:xfrm>
          <a:prstGeom prst="rtTriangl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35373D10-BFDC-4191-BFD6-E6349F232971}"/>
              </a:ext>
            </a:extLst>
          </p:cNvPr>
          <p:cNvSpPr/>
          <p:nvPr/>
        </p:nvSpPr>
        <p:spPr>
          <a:xfrm>
            <a:off x="8614814" y="2659593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FE0DAB1-C019-40E2-B2AD-C20A4C9F4E4E}"/>
              </a:ext>
            </a:extLst>
          </p:cNvPr>
          <p:cNvSpPr/>
          <p:nvPr/>
        </p:nvSpPr>
        <p:spPr>
          <a:xfrm>
            <a:off x="6151012" y="2659593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E049AD17-073A-49F7-9012-EB748CFB44D2}"/>
              </a:ext>
            </a:extLst>
          </p:cNvPr>
          <p:cNvSpPr/>
          <p:nvPr/>
        </p:nvSpPr>
        <p:spPr>
          <a:xfrm>
            <a:off x="8614814" y="5085287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0E0E43BB-77D3-4D60-AAB8-27CA2D7F8461}"/>
              </a:ext>
            </a:extLst>
          </p:cNvPr>
          <p:cNvSpPr/>
          <p:nvPr/>
        </p:nvSpPr>
        <p:spPr>
          <a:xfrm>
            <a:off x="6156297" y="5083179"/>
            <a:ext cx="194747" cy="194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785E596F-21A8-4EE3-94C3-BDD566C26933}"/>
              </a:ext>
            </a:extLst>
          </p:cNvPr>
          <p:cNvSpPr/>
          <p:nvPr/>
        </p:nvSpPr>
        <p:spPr>
          <a:xfrm>
            <a:off x="4080933" y="3081867"/>
            <a:ext cx="1862682" cy="745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移動</a:t>
            </a:r>
          </a:p>
        </p:txBody>
      </p:sp>
    </p:spTree>
    <p:extLst>
      <p:ext uri="{BB962C8B-B14F-4D97-AF65-F5344CB8AC3E}">
        <p14:creationId xmlns:p14="http://schemas.microsoft.com/office/powerpoint/2010/main" val="70915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画像を拡大させるには各頂点を均等に広げなければいけません。</a:t>
            </a:r>
            <a:endParaRPr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A73C190-A795-4593-9C4A-4BA0DBE6486F}"/>
              </a:ext>
            </a:extLst>
          </p:cNvPr>
          <p:cNvGrpSpPr/>
          <p:nvPr/>
        </p:nvGrpSpPr>
        <p:grpSpPr>
          <a:xfrm>
            <a:off x="817012" y="2179344"/>
            <a:ext cx="4542388" cy="4186702"/>
            <a:chOff x="1172612" y="2659593"/>
            <a:chExt cx="2658549" cy="2620428"/>
          </a:xfrm>
        </p:grpSpPr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B17EE29D-5B7B-4087-B404-5DFB095B5D96}"/>
                </a:ext>
              </a:extLst>
            </p:cNvPr>
            <p:cNvSpPr/>
            <p:nvPr/>
          </p:nvSpPr>
          <p:spPr>
            <a:xfrm>
              <a:off x="1269986" y="2777067"/>
              <a:ext cx="2429934" cy="2370666"/>
            </a:xfrm>
            <a:prstGeom prst="smileyFac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2834AC2C-4227-415B-8E2F-471C5AE20B1E}"/>
                </a:ext>
              </a:extLst>
            </p:cNvPr>
            <p:cNvSpPr/>
            <p:nvPr/>
          </p:nvSpPr>
          <p:spPr>
            <a:xfrm>
              <a:off x="1269986" y="2753786"/>
              <a:ext cx="2429934" cy="2393947"/>
            </a:xfrm>
            <a:prstGeom prst="rtTriangl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>
              <a:extLst>
                <a:ext uri="{FF2B5EF4-FFF2-40B4-BE49-F238E27FC236}">
                  <a16:creationId xmlns:a16="http://schemas.microsoft.com/office/drawing/2014/main" id="{EBBD4EB4-8ECF-4A10-AA6D-A79A924EE8E8}"/>
                </a:ext>
              </a:extLst>
            </p:cNvPr>
            <p:cNvSpPr/>
            <p:nvPr/>
          </p:nvSpPr>
          <p:spPr>
            <a:xfrm rot="10800000">
              <a:off x="1296444" y="2777065"/>
              <a:ext cx="2403476" cy="2347385"/>
            </a:xfrm>
            <a:prstGeom prst="rtTriangl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647FDF0-F92A-421E-B55E-28137077F62F}"/>
                </a:ext>
              </a:extLst>
            </p:cNvPr>
            <p:cNvSpPr/>
            <p:nvPr/>
          </p:nvSpPr>
          <p:spPr>
            <a:xfrm>
              <a:off x="3636414" y="2659593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D99D8FDF-2B10-4599-B54B-F135143EB2D0}"/>
                </a:ext>
              </a:extLst>
            </p:cNvPr>
            <p:cNvSpPr/>
            <p:nvPr/>
          </p:nvSpPr>
          <p:spPr>
            <a:xfrm>
              <a:off x="1172612" y="2659593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E93909CA-030C-46DD-90EA-9C1A33784615}"/>
                </a:ext>
              </a:extLst>
            </p:cNvPr>
            <p:cNvSpPr/>
            <p:nvPr/>
          </p:nvSpPr>
          <p:spPr>
            <a:xfrm>
              <a:off x="3636414" y="5085287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B70D8021-7260-435D-95DD-917E5FAE2FD2}"/>
                </a:ext>
              </a:extLst>
            </p:cNvPr>
            <p:cNvSpPr/>
            <p:nvPr/>
          </p:nvSpPr>
          <p:spPr>
            <a:xfrm>
              <a:off x="1177897" y="5083179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18CCF376-13C8-4C32-8DEC-93733007AC37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4131733" y="2444910"/>
            <a:ext cx="943652" cy="82322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973B78C-83B5-42E3-AA57-ECEA59D43CA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326467" y="5376333"/>
            <a:ext cx="748918" cy="72414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D6BD994-959B-41EC-8CC7-C8505988CB15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1110057" y="5362608"/>
            <a:ext cx="748918" cy="73450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1B72A4D-196F-4B21-80C4-2B75FD4C9DFC}"/>
              </a:ext>
            </a:extLst>
          </p:cNvPr>
          <p:cNvCxnSpPr>
            <a:cxnSpLocks/>
            <a:endCxn id="14" idx="5"/>
          </p:cNvCxnSpPr>
          <p:nvPr/>
        </p:nvCxnSpPr>
        <p:spPr>
          <a:xfrm flipH="1" flipV="1">
            <a:off x="1101027" y="2444910"/>
            <a:ext cx="854773" cy="77297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43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画像を回転させるには、均等に回転移動させなければいけません。</a:t>
            </a:r>
            <a:endParaRPr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9A038CD-7596-45CF-89A3-13464ADF0B41}"/>
              </a:ext>
            </a:extLst>
          </p:cNvPr>
          <p:cNvGrpSpPr/>
          <p:nvPr/>
        </p:nvGrpSpPr>
        <p:grpSpPr>
          <a:xfrm rot="2557517">
            <a:off x="1172612" y="2659593"/>
            <a:ext cx="2658549" cy="2620428"/>
            <a:chOff x="1172612" y="2659593"/>
            <a:chExt cx="2658549" cy="2620428"/>
          </a:xfrm>
        </p:grpSpPr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B17EE29D-5B7B-4087-B404-5DFB095B5D96}"/>
                </a:ext>
              </a:extLst>
            </p:cNvPr>
            <p:cNvSpPr/>
            <p:nvPr/>
          </p:nvSpPr>
          <p:spPr>
            <a:xfrm>
              <a:off x="1269986" y="2777067"/>
              <a:ext cx="2429934" cy="2370666"/>
            </a:xfrm>
            <a:prstGeom prst="smileyFac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2834AC2C-4227-415B-8E2F-471C5AE20B1E}"/>
                </a:ext>
              </a:extLst>
            </p:cNvPr>
            <p:cNvSpPr/>
            <p:nvPr/>
          </p:nvSpPr>
          <p:spPr>
            <a:xfrm>
              <a:off x="1269986" y="2753786"/>
              <a:ext cx="2429934" cy="2393947"/>
            </a:xfrm>
            <a:prstGeom prst="rtTriangl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>
              <a:extLst>
                <a:ext uri="{FF2B5EF4-FFF2-40B4-BE49-F238E27FC236}">
                  <a16:creationId xmlns:a16="http://schemas.microsoft.com/office/drawing/2014/main" id="{EBBD4EB4-8ECF-4A10-AA6D-A79A924EE8E8}"/>
                </a:ext>
              </a:extLst>
            </p:cNvPr>
            <p:cNvSpPr/>
            <p:nvPr/>
          </p:nvSpPr>
          <p:spPr>
            <a:xfrm rot="10800000">
              <a:off x="1296444" y="2777065"/>
              <a:ext cx="2403476" cy="2347385"/>
            </a:xfrm>
            <a:prstGeom prst="rtTriangl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647FDF0-F92A-421E-B55E-28137077F62F}"/>
                </a:ext>
              </a:extLst>
            </p:cNvPr>
            <p:cNvSpPr/>
            <p:nvPr/>
          </p:nvSpPr>
          <p:spPr>
            <a:xfrm>
              <a:off x="3636414" y="2659593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D99D8FDF-2B10-4599-B54B-F135143EB2D0}"/>
                </a:ext>
              </a:extLst>
            </p:cNvPr>
            <p:cNvSpPr/>
            <p:nvPr/>
          </p:nvSpPr>
          <p:spPr>
            <a:xfrm>
              <a:off x="1172612" y="2659593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E93909CA-030C-46DD-90EA-9C1A33784615}"/>
                </a:ext>
              </a:extLst>
            </p:cNvPr>
            <p:cNvSpPr/>
            <p:nvPr/>
          </p:nvSpPr>
          <p:spPr>
            <a:xfrm>
              <a:off x="3636414" y="5085287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B70D8021-7260-435D-95DD-917E5FAE2FD2}"/>
                </a:ext>
              </a:extLst>
            </p:cNvPr>
            <p:cNvSpPr/>
            <p:nvPr/>
          </p:nvSpPr>
          <p:spPr>
            <a:xfrm>
              <a:off x="1177897" y="5083179"/>
              <a:ext cx="194747" cy="1947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円弧 4">
            <a:extLst>
              <a:ext uri="{FF2B5EF4-FFF2-40B4-BE49-F238E27FC236}">
                <a16:creationId xmlns:a16="http://schemas.microsoft.com/office/drawing/2014/main" id="{A7779727-9D1B-4B06-8A5F-B3DFEE57B540}"/>
              </a:ext>
            </a:extLst>
          </p:cNvPr>
          <p:cNvSpPr/>
          <p:nvPr/>
        </p:nvSpPr>
        <p:spPr>
          <a:xfrm rot="16390955">
            <a:off x="1559058" y="2053301"/>
            <a:ext cx="914400" cy="1077334"/>
          </a:xfrm>
          <a:prstGeom prst="arc">
            <a:avLst>
              <a:gd name="adj1" fmla="val 17669929"/>
              <a:gd name="adj2" fmla="val 1629935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弧 16">
            <a:extLst>
              <a:ext uri="{FF2B5EF4-FFF2-40B4-BE49-F238E27FC236}">
                <a16:creationId xmlns:a16="http://schemas.microsoft.com/office/drawing/2014/main" id="{7B86BA20-3A8A-4C4E-B956-C0E18F0189FE}"/>
              </a:ext>
            </a:extLst>
          </p:cNvPr>
          <p:cNvSpPr/>
          <p:nvPr/>
        </p:nvSpPr>
        <p:spPr>
          <a:xfrm rot="19647636">
            <a:off x="3230437" y="3074523"/>
            <a:ext cx="914400" cy="1077334"/>
          </a:xfrm>
          <a:prstGeom prst="arc">
            <a:avLst>
              <a:gd name="adj1" fmla="val 17669929"/>
              <a:gd name="adj2" fmla="val 1629935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弧 17">
            <a:extLst>
              <a:ext uri="{FF2B5EF4-FFF2-40B4-BE49-F238E27FC236}">
                <a16:creationId xmlns:a16="http://schemas.microsoft.com/office/drawing/2014/main" id="{C365C99C-7021-4B35-9C2B-A1A998CE7CA2}"/>
              </a:ext>
            </a:extLst>
          </p:cNvPr>
          <p:cNvSpPr/>
          <p:nvPr/>
        </p:nvSpPr>
        <p:spPr>
          <a:xfrm rot="3894124">
            <a:off x="2370450" y="4652860"/>
            <a:ext cx="914400" cy="1077334"/>
          </a:xfrm>
          <a:prstGeom prst="arc">
            <a:avLst>
              <a:gd name="adj1" fmla="val 17669929"/>
              <a:gd name="adj2" fmla="val 1629935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弧 18">
            <a:extLst>
              <a:ext uri="{FF2B5EF4-FFF2-40B4-BE49-F238E27FC236}">
                <a16:creationId xmlns:a16="http://schemas.microsoft.com/office/drawing/2014/main" id="{6FF54793-567A-43EF-B137-18DC0A20E8C8}"/>
              </a:ext>
            </a:extLst>
          </p:cNvPr>
          <p:cNvSpPr/>
          <p:nvPr/>
        </p:nvSpPr>
        <p:spPr>
          <a:xfrm rot="9238965">
            <a:off x="757492" y="3759150"/>
            <a:ext cx="914400" cy="1077334"/>
          </a:xfrm>
          <a:prstGeom prst="arc">
            <a:avLst>
              <a:gd name="adj1" fmla="val 17669929"/>
              <a:gd name="adj2" fmla="val 1629935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971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行列の変換は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画像の移動、拡縮、回転の計算</a:t>
            </a:r>
            <a:r>
              <a:rPr lang="ja-JP" altLang="en-US" sz="2400" dirty="0"/>
              <a:t>をするものになります。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そのほかにも画像のアニメーションや、カメラにも使われたりします。</a:t>
            </a:r>
            <a:endParaRPr lang="en-US" altLang="ja-JP" sz="2400" dirty="0"/>
          </a:p>
          <a:p>
            <a:r>
              <a:rPr lang="ja-JP" altLang="en-US" sz="2400" dirty="0"/>
              <a:t>ゲームとは非常にかかわりがありますので、しっかりと覚えましょう。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2585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206</Words>
  <Application>Microsoft Office PowerPoint</Application>
  <PresentationFormat>ワイド画面</PresentationFormat>
  <Paragraphs>30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42</cp:revision>
  <dcterms:created xsi:type="dcterms:W3CDTF">2024-08-27T02:15:54Z</dcterms:created>
  <dcterms:modified xsi:type="dcterms:W3CDTF">2024-11-19T06:02:31Z</dcterms:modified>
</cp:coreProperties>
</file>