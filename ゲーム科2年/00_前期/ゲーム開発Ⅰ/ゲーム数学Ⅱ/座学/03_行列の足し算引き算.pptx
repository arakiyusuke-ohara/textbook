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行列の足し算引き算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1845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行列同士は足し算引き算が可能</a:t>
                </a:r>
                <a:r>
                  <a:rPr lang="ja-JP" altLang="en-US" sz="2400" dirty="0"/>
                  <a:t>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計算方法は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対応する要素で足す（引く）</a:t>
                </a:r>
                <a:r>
                  <a:rPr lang="ja-JP" altLang="en-US" sz="2400" dirty="0"/>
                  <a:t>のみです。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？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1845633"/>
              </a:xfrm>
              <a:prstGeom prst="rect">
                <a:avLst/>
              </a:prstGeom>
              <a:blipFill>
                <a:blip r:embed="rId2"/>
                <a:stretch>
                  <a:fillRect l="-1258" t="-2649" r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行列の足し算引き算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496476" cy="2822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次の計算をしなさい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0+1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−2+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1.5+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9.5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496476" cy="2822504"/>
              </a:xfrm>
              <a:prstGeom prst="rect">
                <a:avLst/>
              </a:prstGeom>
              <a:blipFill>
                <a:blip r:embed="rId2"/>
                <a:stretch>
                  <a:fillRect l="-1220" t="-17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10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行列の足し算引き算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39305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次の計算をしなさい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−47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−6.5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計算方法が分かれば簡単です。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ただし、行列の足し算引き算には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計算できる条件</a:t>
                </a:r>
                <a:r>
                  <a:rPr lang="ja-JP" altLang="en-US" sz="2400" dirty="0"/>
                  <a:t>があります。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3930500"/>
              </a:xfrm>
              <a:prstGeom prst="rect">
                <a:avLst/>
              </a:prstGeom>
              <a:blipFill>
                <a:blip r:embed="rId2"/>
                <a:stretch>
                  <a:fillRect l="-1039" t="-1242" r="-139" b="-24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54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33669BB-895A-4B4F-BDCC-0F3BF4ED93C5}"/>
              </a:ext>
            </a:extLst>
          </p:cNvPr>
          <p:cNvSpPr/>
          <p:nvPr/>
        </p:nvSpPr>
        <p:spPr>
          <a:xfrm>
            <a:off x="372533" y="1854200"/>
            <a:ext cx="10947400" cy="10498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行列の足し算引き算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行列の足し算引き算の条件として以下のように定義されます。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■行列の足し算（和）引き算（差）の条件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行列の和もしくは差は、互いの行列の型が等しくないと定義できない。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型が違うと計算ができません。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03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行列の足し算引き算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2923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次の計算をしなさい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２つの行列の型が異なるため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計算できない。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2923108"/>
              </a:xfrm>
              <a:prstGeom prst="rect">
                <a:avLst/>
              </a:prstGeom>
              <a:blipFill>
                <a:blip r:embed="rId2"/>
                <a:stretch>
                  <a:fillRect l="-1442" t="-1670" r="-577" b="-39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016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行列の足し算引き算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51538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次の計算をしなさい。計算できない場合は</a:t>
                </a:r>
                <a:r>
                  <a:rPr lang="en-US" altLang="ja-JP" sz="2400" dirty="0"/>
                  <a:t>×</a:t>
                </a:r>
                <a:r>
                  <a:rPr lang="ja-JP" altLang="en-US" sz="2400" dirty="0"/>
                  <a:t>と書きなさい。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−0.3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7.1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④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3.2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98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1.8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−3.7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5153847"/>
              </a:xfrm>
              <a:prstGeom prst="rect">
                <a:avLst/>
              </a:prstGeom>
              <a:blipFill>
                <a:blip r:embed="rId2"/>
                <a:stretch>
                  <a:fillRect l="-1076" t="-947" r="-1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22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220</Words>
  <Application>Microsoft Office PowerPoint</Application>
  <PresentationFormat>ワイド画面</PresentationFormat>
  <Paragraphs>46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22</cp:revision>
  <dcterms:created xsi:type="dcterms:W3CDTF">2024-08-27T02:15:54Z</dcterms:created>
  <dcterms:modified xsi:type="dcterms:W3CDTF">2024-11-19T02:29:32Z</dcterms:modified>
</cp:coreProperties>
</file>