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行列の合成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行列は掛け算することにより</a:t>
            </a:r>
            <a:r>
              <a:rPr lang="ja-JP" altLang="en-US" sz="2400" b="1" dirty="0">
                <a:solidFill>
                  <a:srgbClr val="FF0000"/>
                </a:solidFill>
              </a:rPr>
              <a:t>合成</a:t>
            </a:r>
            <a:r>
              <a:rPr lang="ja-JP" altLang="en-US" sz="2400" dirty="0"/>
              <a:t>することができます。</a:t>
            </a:r>
            <a:endParaRPr lang="en-US" altLang="ja-JP" sz="2400" dirty="0"/>
          </a:p>
          <a:p>
            <a:r>
              <a:rPr lang="ja-JP" altLang="en-US" sz="2400" dirty="0"/>
              <a:t>これまでの変換行列を合成することにより、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移動、回転、拡縮を組み合わせた移動</a:t>
            </a:r>
            <a:r>
              <a:rPr lang="ja-JP" altLang="en-US" sz="2400" dirty="0"/>
              <a:t>が可能になります。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最もよく使用する場面は、</a:t>
            </a:r>
            <a:r>
              <a:rPr lang="ja-JP" altLang="en-US" sz="2400" b="1" dirty="0">
                <a:solidFill>
                  <a:srgbClr val="FF0000"/>
                </a:solidFill>
              </a:rPr>
              <a:t>画像をその場で拡縮、回転する場合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例題を見ながら学習していきます。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9469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行列の合成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355172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中心座標が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(20, 30)</m:t>
                    </m:r>
                  </m:oMath>
                </a14:m>
                <a:r>
                  <a:rPr lang="ja-JP" altLang="en-US" sz="2400" dirty="0"/>
                  <a:t>にある画像を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その場</a:t>
                </a:r>
                <a:r>
                  <a:rPr lang="ja-JP" altLang="en-US" sz="2400" dirty="0"/>
                  <a:t>で横に２倍にする、</a:t>
                </a:r>
                <a:endParaRPr lang="en-US" altLang="ja-JP" sz="2400" dirty="0"/>
              </a:p>
              <a:p>
                <a:r>
                  <a:rPr lang="ja-JP" altLang="en-US" sz="2400" dirty="0"/>
                  <a:t>行列の計算式を求めなさい。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■考え方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拡縮行列は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原点を中心に拡縮</a:t>
                </a:r>
                <a:r>
                  <a:rPr lang="ja-JP" altLang="en-US" sz="2400" dirty="0"/>
                  <a:t>するので、</a:t>
                </a:r>
                <a:endParaRPr lang="en-US" altLang="ja-JP" sz="2400" dirty="0"/>
              </a:p>
              <a:p>
                <a:r>
                  <a:rPr lang="ja-JP" altLang="en-US" sz="2400" dirty="0"/>
                  <a:t>拡縮行列だけでは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配置がずれて</a:t>
                </a:r>
                <a:r>
                  <a:rPr lang="ja-JP" altLang="en-US" sz="2400" dirty="0"/>
                  <a:t>しまいます。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対策として、一度画像を原点に移動してから拡縮します。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355172" cy="2677656"/>
              </a:xfrm>
              <a:prstGeom prst="rect">
                <a:avLst/>
              </a:prstGeom>
              <a:blipFill>
                <a:blip r:embed="rId2"/>
                <a:stretch>
                  <a:fillRect l="-1094" t="-1822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264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行列の合成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35517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中心座標が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(20, 30)</m:t>
                    </m:r>
                  </m:oMath>
                </a14:m>
                <a:r>
                  <a:rPr lang="ja-JP" altLang="en-US" sz="2400" dirty="0"/>
                  <a:t>にある画像を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その場</a:t>
                </a:r>
                <a:r>
                  <a:rPr lang="ja-JP" altLang="en-US" sz="2400" dirty="0"/>
                  <a:t>で横に２倍にする、</a:t>
                </a:r>
                <a:endParaRPr lang="en-US" altLang="ja-JP" sz="2400" dirty="0"/>
              </a:p>
              <a:p>
                <a:r>
                  <a:rPr lang="ja-JP" altLang="en-US" sz="2400" dirty="0"/>
                  <a:t>行列の計算式を求めなさい。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■図解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355172" cy="1569660"/>
              </a:xfrm>
              <a:prstGeom prst="rect">
                <a:avLst/>
              </a:prstGeom>
              <a:blipFill>
                <a:blip r:embed="rId2"/>
                <a:stretch>
                  <a:fillRect l="-1094" t="-3113" b="-81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C70EB29D-FFDB-41D3-BF7A-1E89609578F9}"/>
              </a:ext>
            </a:extLst>
          </p:cNvPr>
          <p:cNvGrpSpPr/>
          <p:nvPr/>
        </p:nvGrpSpPr>
        <p:grpSpPr>
          <a:xfrm>
            <a:off x="567542" y="2925789"/>
            <a:ext cx="10783614" cy="2284031"/>
            <a:chOff x="725214" y="3013183"/>
            <a:chExt cx="11566636" cy="2630872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A5C0A77D-1368-4340-ADB9-786DB655A581}"/>
                </a:ext>
              </a:extLst>
            </p:cNvPr>
            <p:cNvCxnSpPr>
              <a:cxnSpLocks/>
            </p:cNvCxnSpPr>
            <p:nvPr/>
          </p:nvCxnSpPr>
          <p:spPr>
            <a:xfrm>
              <a:off x="725214" y="4214648"/>
              <a:ext cx="276422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CE6231FF-46B1-4E60-BC2E-139F3FBAEC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9007" y="3040117"/>
              <a:ext cx="0" cy="26039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スマイル 13">
              <a:extLst>
                <a:ext uri="{FF2B5EF4-FFF2-40B4-BE49-F238E27FC236}">
                  <a16:creationId xmlns:a16="http://schemas.microsoft.com/office/drawing/2014/main" id="{91D5D143-3E5C-46D9-9FDA-5B0967B19878}"/>
                </a:ext>
              </a:extLst>
            </p:cNvPr>
            <p:cNvSpPr/>
            <p:nvPr/>
          </p:nvSpPr>
          <p:spPr>
            <a:xfrm>
              <a:off x="2343807" y="3429000"/>
              <a:ext cx="336331" cy="312683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B54289D5-4533-4529-806A-F41CEE3E12BB}"/>
                </a:ext>
              </a:extLst>
            </p:cNvPr>
            <p:cNvCxnSpPr>
              <a:cxnSpLocks/>
            </p:cNvCxnSpPr>
            <p:nvPr/>
          </p:nvCxnSpPr>
          <p:spPr>
            <a:xfrm>
              <a:off x="3683876" y="4208503"/>
              <a:ext cx="276422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24B0F228-B995-43FB-8D99-F23F38F2FB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7669" y="3033972"/>
              <a:ext cx="0" cy="26039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スマイル 16">
              <a:extLst>
                <a:ext uri="{FF2B5EF4-FFF2-40B4-BE49-F238E27FC236}">
                  <a16:creationId xmlns:a16="http://schemas.microsoft.com/office/drawing/2014/main" id="{42906323-257D-424D-AAB1-2EC3B7DDF5CE}"/>
                </a:ext>
              </a:extLst>
            </p:cNvPr>
            <p:cNvSpPr/>
            <p:nvPr/>
          </p:nvSpPr>
          <p:spPr>
            <a:xfrm>
              <a:off x="5302469" y="3422855"/>
              <a:ext cx="336331" cy="312683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スマイル 17">
              <a:extLst>
                <a:ext uri="{FF2B5EF4-FFF2-40B4-BE49-F238E27FC236}">
                  <a16:creationId xmlns:a16="http://schemas.microsoft.com/office/drawing/2014/main" id="{24BB724D-B93E-458E-B258-ADC54AA35542}"/>
                </a:ext>
              </a:extLst>
            </p:cNvPr>
            <p:cNvSpPr/>
            <p:nvPr/>
          </p:nvSpPr>
          <p:spPr>
            <a:xfrm>
              <a:off x="4829503" y="4023258"/>
              <a:ext cx="336331" cy="312683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D0B18BDE-650F-4AB1-B251-EE798721A8F0}"/>
                </a:ext>
              </a:extLst>
            </p:cNvPr>
            <p:cNvCxnSpPr>
              <a:stCxn id="17" idx="3"/>
              <a:endCxn id="18" idx="7"/>
            </p:cNvCxnSpPr>
            <p:nvPr/>
          </p:nvCxnSpPr>
          <p:spPr>
            <a:xfrm flipH="1">
              <a:off x="5116579" y="3689747"/>
              <a:ext cx="235145" cy="37930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BD743F76-D8F1-4F89-A8D8-E7056CE7A737}"/>
                </a:ext>
              </a:extLst>
            </p:cNvPr>
            <p:cNvCxnSpPr>
              <a:cxnSpLocks/>
            </p:cNvCxnSpPr>
            <p:nvPr/>
          </p:nvCxnSpPr>
          <p:spPr>
            <a:xfrm>
              <a:off x="6689835" y="4208503"/>
              <a:ext cx="276422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DB68D4AC-7C14-4EAA-B9F5-BCF0A77C5B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3628" y="3033972"/>
              <a:ext cx="0" cy="26039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スマイル 22">
              <a:extLst>
                <a:ext uri="{FF2B5EF4-FFF2-40B4-BE49-F238E27FC236}">
                  <a16:creationId xmlns:a16="http://schemas.microsoft.com/office/drawing/2014/main" id="{0BEE650B-0E6F-4DFD-BB59-F101020E50E7}"/>
                </a:ext>
              </a:extLst>
            </p:cNvPr>
            <p:cNvSpPr/>
            <p:nvPr/>
          </p:nvSpPr>
          <p:spPr>
            <a:xfrm>
              <a:off x="7679628" y="4069049"/>
              <a:ext cx="648000" cy="312683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2ADB8E2A-9BB7-4366-8E8D-FCF2BAFBC513}"/>
                </a:ext>
              </a:extLst>
            </p:cNvPr>
            <p:cNvCxnSpPr>
              <a:cxnSpLocks/>
            </p:cNvCxnSpPr>
            <p:nvPr/>
          </p:nvCxnSpPr>
          <p:spPr>
            <a:xfrm>
              <a:off x="9527629" y="4187714"/>
              <a:ext cx="276422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CCE63FC1-5380-4FA3-A4D1-D580534DBB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422" y="3013183"/>
              <a:ext cx="0" cy="26039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スマイル 25">
              <a:extLst>
                <a:ext uri="{FF2B5EF4-FFF2-40B4-BE49-F238E27FC236}">
                  <a16:creationId xmlns:a16="http://schemas.microsoft.com/office/drawing/2014/main" id="{99E80A88-F4BF-4842-AA28-48D831E94791}"/>
                </a:ext>
              </a:extLst>
            </p:cNvPr>
            <p:cNvSpPr/>
            <p:nvPr/>
          </p:nvSpPr>
          <p:spPr>
            <a:xfrm>
              <a:off x="10517422" y="4048260"/>
              <a:ext cx="648000" cy="312683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スマイル 27">
              <a:extLst>
                <a:ext uri="{FF2B5EF4-FFF2-40B4-BE49-F238E27FC236}">
                  <a16:creationId xmlns:a16="http://schemas.microsoft.com/office/drawing/2014/main" id="{1325C7DA-3784-4AFF-AB83-E2D04A82FC59}"/>
                </a:ext>
              </a:extLst>
            </p:cNvPr>
            <p:cNvSpPr/>
            <p:nvPr/>
          </p:nvSpPr>
          <p:spPr>
            <a:xfrm>
              <a:off x="11023533" y="3422855"/>
              <a:ext cx="648000" cy="312683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DB1B53F3-4043-4C0F-A232-543908243594}"/>
                </a:ext>
              </a:extLst>
            </p:cNvPr>
            <p:cNvCxnSpPr>
              <a:cxnSpLocks/>
              <a:endCxn id="28" idx="3"/>
            </p:cNvCxnSpPr>
            <p:nvPr/>
          </p:nvCxnSpPr>
          <p:spPr>
            <a:xfrm flipV="1">
              <a:off x="10979532" y="3689747"/>
              <a:ext cx="138898" cy="33351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683F4611-5A54-422E-A64F-A8E80A06CDCC}"/>
              </a:ext>
            </a:extLst>
          </p:cNvPr>
          <p:cNvSpPr txBox="1"/>
          <p:nvPr/>
        </p:nvSpPr>
        <p:spPr>
          <a:xfrm>
            <a:off x="571549" y="5491746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/>
              <a:t>①その場で拡縮するには</a:t>
            </a:r>
            <a:endParaRPr lang="en-US" altLang="ja-JP" sz="16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DCFEF06-C236-4A2C-9412-563225A383EA}"/>
              </a:ext>
            </a:extLst>
          </p:cNvPr>
          <p:cNvSpPr txBox="1"/>
          <p:nvPr/>
        </p:nvSpPr>
        <p:spPr>
          <a:xfrm>
            <a:off x="3496204" y="5491746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/>
              <a:t>②一度原点に配置して</a:t>
            </a:r>
            <a:endParaRPr lang="en-US" altLang="ja-JP" sz="16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E72806-0398-4750-B62A-210EE981A5E7}"/>
              </a:ext>
            </a:extLst>
          </p:cNvPr>
          <p:cNvSpPr txBox="1"/>
          <p:nvPr/>
        </p:nvSpPr>
        <p:spPr>
          <a:xfrm>
            <a:off x="6747938" y="5491746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/>
              <a:t>③拡縮して</a:t>
            </a:r>
            <a:endParaRPr lang="en-US" altLang="ja-JP" sz="160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6834551-8645-43E5-91F4-D668A387B771}"/>
              </a:ext>
            </a:extLst>
          </p:cNvPr>
          <p:cNvSpPr txBox="1"/>
          <p:nvPr/>
        </p:nvSpPr>
        <p:spPr>
          <a:xfrm>
            <a:off x="9085846" y="5491746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/>
              <a:t>④元の位置に戻す</a:t>
            </a: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1629164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行列の合成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313494" cy="5238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中心座標が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(20, 30)</m:t>
                    </m:r>
                  </m:oMath>
                </a14:m>
                <a:r>
                  <a:rPr lang="ja-JP" altLang="en-US" sz="2400" dirty="0"/>
                  <a:t>にある画像を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その場</a:t>
                </a:r>
                <a:r>
                  <a:rPr lang="ja-JP" altLang="en-US" sz="2400" dirty="0"/>
                  <a:t>で横に２倍にする、</a:t>
                </a:r>
                <a:endParaRPr lang="en-US" altLang="ja-JP" sz="2400" dirty="0"/>
              </a:p>
              <a:p>
                <a:r>
                  <a:rPr lang="ja-JP" altLang="en-US" sz="2400" dirty="0"/>
                  <a:t>行列の計算式を求めなさい。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必要な行列は</a:t>
                </a:r>
                <a:endParaRPr lang="en-US" altLang="ja-JP" sz="2400" dirty="0"/>
              </a:p>
              <a:p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−20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−30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原点に移動する行列</a:t>
                </a:r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横に</a:t>
                </a:r>
                <a:r>
                  <a:rPr lang="en-US" altLang="ja-JP" sz="2400" dirty="0"/>
                  <a:t>2</a:t>
                </a:r>
                <a:r>
                  <a:rPr lang="ja-JP" altLang="en-US" sz="2400" dirty="0"/>
                  <a:t>倍する行列</a:t>
                </a:r>
                <a:endParaRPr lang="en-US" altLang="ja-JP" sz="2400" dirty="0"/>
              </a:p>
              <a:p>
                <a:r>
                  <a:rPr lang="ja-JP" altLang="en-US" sz="2400" dirty="0"/>
                  <a:t>③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元の位置に移動する行列</a:t>
                </a:r>
                <a:endParaRPr lang="en-US" altLang="ja-JP" sz="2400" dirty="0"/>
              </a:p>
              <a:p>
                <a:r>
                  <a:rPr lang="ja-JP" altLang="en-US" sz="2400" dirty="0"/>
                  <a:t>これらを合成して元の座標に掛け算します。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313494" cy="5238165"/>
              </a:xfrm>
              <a:prstGeom prst="rect">
                <a:avLst/>
              </a:prstGeom>
              <a:blipFill>
                <a:blip r:embed="rId2"/>
                <a:stretch>
                  <a:fillRect l="-1100" t="-931" r="-220" b="-17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768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行列の合成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41293" cy="44290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中心座標が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(20, 30)</m:t>
                    </m:r>
                  </m:oMath>
                </a14:m>
                <a:r>
                  <a:rPr lang="ja-JP" altLang="en-US" sz="2400" dirty="0"/>
                  <a:t>にある画像を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その場</a:t>
                </a:r>
                <a:r>
                  <a:rPr lang="ja-JP" altLang="en-US" sz="2400" dirty="0"/>
                  <a:t>で横に２倍にする、</a:t>
                </a:r>
                <a:endParaRPr lang="en-US" altLang="ja-JP" sz="2400" dirty="0"/>
              </a:p>
              <a:p>
                <a:r>
                  <a:rPr lang="ja-JP" altLang="en-US" sz="2400" dirty="0"/>
                  <a:t>行列の計算式を求めなさい。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変換行列の合成は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実行する逆順に掛け算</a:t>
                </a:r>
                <a:r>
                  <a:rPr lang="ja-JP" altLang="en-US" sz="2400" dirty="0"/>
                  <a:t>していきます。よって計算式は、</a:t>
                </a:r>
                <a:endParaRPr lang="en-US" altLang="ja-JP" sz="2400" dirty="0"/>
              </a:p>
              <a:p>
                <a:r>
                  <a:rPr lang="ja-JP" altLang="en-US" sz="2400" dirty="0"/>
                  <a:t>③</a:t>
                </a:r>
                <a:r>
                  <a:rPr lang="en-US" altLang="ja-JP" sz="2400" dirty="0"/>
                  <a:t>×</a:t>
                </a:r>
                <a:r>
                  <a:rPr lang="ja-JP" altLang="en-US" sz="2400" dirty="0"/>
                  <a:t>②</a:t>
                </a:r>
                <a:r>
                  <a:rPr lang="en-US" altLang="ja-JP" sz="2400" dirty="0"/>
                  <a:t>×</a:t>
                </a:r>
                <a:r>
                  <a:rPr lang="ja-JP" altLang="en-US" sz="2400" dirty="0"/>
                  <a:t>①となります。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　　　　　③　　　　②　　　　①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41293" cy="4429033"/>
              </a:xfrm>
              <a:prstGeom prst="rect">
                <a:avLst/>
              </a:prstGeom>
              <a:blipFill>
                <a:blip r:embed="rId2"/>
                <a:stretch>
                  <a:fillRect l="-884" t="-1102" b="-22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3463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行列の合成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移動と拡縮を掛けて合成</a:t>
            </a:r>
            <a:r>
              <a:rPr lang="ja-JP" altLang="en-US" sz="2400" dirty="0"/>
              <a:t>し、その場での拡縮を実現します。</a:t>
            </a:r>
            <a:endParaRPr lang="en-US" altLang="ja-JP" sz="2400" dirty="0"/>
          </a:p>
          <a:p>
            <a:r>
              <a:rPr lang="ja-JP" altLang="en-US" sz="2400" dirty="0"/>
              <a:t>回転も同様なので練習してみます。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94881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行列の合成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839745" cy="29712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中心座標が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(50, 10, −20)</m:t>
                    </m:r>
                  </m:oMath>
                </a14:m>
                <a:r>
                  <a:rPr lang="ja-JP" altLang="en-US" sz="2400" dirty="0"/>
                  <a:t>にある画像をその場で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40°</m:t>
                    </m:r>
                  </m:oMath>
                </a14:m>
                <a:r>
                  <a:rPr lang="ja-JP" altLang="en-US" sz="2400" dirty="0"/>
                  <a:t>ヨーさせる、</a:t>
                </a:r>
                <a:endParaRPr lang="en-US" altLang="ja-JP" sz="2400" dirty="0"/>
              </a:p>
              <a:p>
                <a:r>
                  <a:rPr lang="ja-JP" altLang="en-US" sz="2400" dirty="0"/>
                  <a:t>行列の計算式を求めなさい。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−20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40°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40°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40°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40°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839745" cy="2971263"/>
              </a:xfrm>
              <a:prstGeom prst="rect">
                <a:avLst/>
              </a:prstGeom>
              <a:blipFill>
                <a:blip r:embed="rId2"/>
                <a:stretch>
                  <a:fillRect l="-929" t="-16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29AE702-4F3E-4DDC-AF66-622077259A8A}"/>
              </a:ext>
            </a:extLst>
          </p:cNvPr>
          <p:cNvSpPr txBox="1"/>
          <p:nvPr/>
        </p:nvSpPr>
        <p:spPr>
          <a:xfrm>
            <a:off x="7635748" y="4187692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①原点に移動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FB6DB59-EA5E-4888-ADBD-CB7BA22446A3}"/>
              </a:ext>
            </a:extLst>
          </p:cNvPr>
          <p:cNvSpPr txBox="1"/>
          <p:nvPr/>
        </p:nvSpPr>
        <p:spPr>
          <a:xfrm>
            <a:off x="4761169" y="418769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②ヨー回転</a:t>
            </a:r>
            <a:endParaRPr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FA4A4C-98A6-4D61-AF3A-C2C64D5C182A}"/>
              </a:ext>
            </a:extLst>
          </p:cNvPr>
          <p:cNvSpPr txBox="1"/>
          <p:nvPr/>
        </p:nvSpPr>
        <p:spPr>
          <a:xfrm>
            <a:off x="1374077" y="4191477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③元の位置に移動</a:t>
            </a:r>
            <a:endParaRPr lang="en-US" altLang="ja-JP" sz="2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BFCACCA-C7F3-4B5C-B61A-34535C468603}"/>
              </a:ext>
            </a:extLst>
          </p:cNvPr>
          <p:cNvSpPr txBox="1"/>
          <p:nvPr/>
        </p:nvSpPr>
        <p:spPr>
          <a:xfrm>
            <a:off x="567542" y="5179906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行列と手順さえ覚えれば、やることは変わりません。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83330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行列の合成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21625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① 中心座標が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(5, 3)</m:t>
                    </m:r>
                  </m:oMath>
                </a14:m>
                <a:r>
                  <a:rPr lang="ja-JP" altLang="en-US" sz="2400" dirty="0"/>
                  <a:t>にある画像をその場で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10°</m:t>
                    </m:r>
                  </m:oMath>
                </a14:m>
                <a:r>
                  <a:rPr lang="ja-JP" altLang="en-US" sz="2400" dirty="0"/>
                  <a:t>ロールさせる</a:t>
                </a:r>
                <a:endParaRPr lang="en-US" altLang="ja-JP" sz="2400" dirty="0"/>
              </a:p>
              <a:p>
                <a:r>
                  <a:rPr lang="ja-JP" altLang="en-US" sz="2400" dirty="0"/>
                  <a:t>　 行列の計算式を作りなさい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② 中心座標が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−30, −50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にある画像をその場で、</a:t>
                </a:r>
                <a:endParaRPr lang="en-US" altLang="ja-JP" sz="2400" dirty="0"/>
              </a:p>
              <a:p>
                <a:r>
                  <a:rPr lang="ja-JP" altLang="en-US" sz="2400" dirty="0"/>
                  <a:t>　 横に</a:t>
                </a:r>
                <a:r>
                  <a:rPr lang="en-US" altLang="ja-JP" sz="2400" dirty="0"/>
                  <a:t>1.5</a:t>
                </a:r>
                <a:r>
                  <a:rPr lang="ja-JP" altLang="en-US" sz="2400" dirty="0"/>
                  <a:t>倍、縦に</a:t>
                </a:r>
                <a:r>
                  <a:rPr lang="en-US" altLang="ja-JP" sz="2400" dirty="0"/>
                  <a:t>0.2</a:t>
                </a:r>
                <a:r>
                  <a:rPr lang="ja-JP" altLang="en-US" sz="2400" dirty="0"/>
                  <a:t>倍、奥行き</a:t>
                </a:r>
                <a:r>
                  <a:rPr lang="en-US" altLang="ja-JP" sz="2400" dirty="0"/>
                  <a:t>2</a:t>
                </a:r>
                <a:r>
                  <a:rPr lang="ja-JP" altLang="en-US" sz="2400" dirty="0"/>
                  <a:t>倍させる行列の計算式を作りなさい。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216258" cy="1938992"/>
              </a:xfrm>
              <a:prstGeom prst="rect">
                <a:avLst/>
              </a:prstGeom>
              <a:blipFill>
                <a:blip r:embed="rId2"/>
                <a:stretch>
                  <a:fillRect l="-895" t="-2516" b="-6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898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521</Words>
  <Application>Microsoft Office PowerPoint</Application>
  <PresentationFormat>ワイド画面</PresentationFormat>
  <Paragraphs>64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66</cp:revision>
  <dcterms:created xsi:type="dcterms:W3CDTF">2024-08-27T02:15:54Z</dcterms:created>
  <dcterms:modified xsi:type="dcterms:W3CDTF">2024-11-20T01:10:42Z</dcterms:modified>
</cp:coreProperties>
</file>