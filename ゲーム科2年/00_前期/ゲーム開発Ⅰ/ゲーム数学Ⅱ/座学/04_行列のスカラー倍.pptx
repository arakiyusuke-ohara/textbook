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086B89B-C47C-4D99-9F5F-8F9C3AB363FE}"/>
              </a:ext>
            </a:extLst>
          </p:cNvPr>
          <p:cNvSpPr/>
          <p:nvPr/>
        </p:nvSpPr>
        <p:spPr>
          <a:xfrm>
            <a:off x="321733" y="2540000"/>
            <a:ext cx="7704667" cy="182033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行列のスカラー倍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3664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行列は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スカラー値で掛け算</a:t>
                </a:r>
                <a:r>
                  <a:rPr lang="ja-JP" altLang="en-US" sz="2400" dirty="0"/>
                  <a:t>することができます。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ベクトルと同様、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スカラー倍</a:t>
                </a:r>
                <a:r>
                  <a:rPr lang="ja-JP" altLang="en-US" sz="2400" dirty="0"/>
                  <a:t>と呼ばれています。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計算方法もベクトルの時とほとんど同じ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■行列のスカラー倍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スカラー値を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、２</a:t>
                </a:r>
                <a:r>
                  <a:rPr lang="en-US" altLang="ja-JP" sz="2400" dirty="0"/>
                  <a:t>×</a:t>
                </a:r>
                <a:r>
                  <a:rPr lang="ja-JP" altLang="en-US" sz="2400" dirty="0"/>
                  <a:t>２行列を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𝑐𝑎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00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𝑐𝑎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𝑐𝑎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𝑐𝑎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ベクトルと同様、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各要素にスカラーを掛け算</a:t>
                </a:r>
                <a:r>
                  <a:rPr lang="ja-JP" altLang="en-US" sz="2400" dirty="0"/>
                  <a:t>します。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3664208"/>
              </a:xfrm>
              <a:prstGeom prst="rect">
                <a:avLst/>
              </a:prstGeom>
              <a:blipFill>
                <a:blip r:embed="rId2"/>
                <a:stretch>
                  <a:fillRect l="-1208" t="-1331" r="-322" b="-28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行列のスカラー倍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26043" cy="28988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行列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が以下の場合の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を答えなさい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(−4)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5×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26043" cy="2898807"/>
              </a:xfrm>
              <a:prstGeom prst="rect">
                <a:avLst/>
              </a:prstGeom>
              <a:blipFill>
                <a:blip r:embed="rId2"/>
                <a:stretch>
                  <a:fillRect l="-1047" t="-16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27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行列のスカラー倍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462107" cy="4642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行列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が以下の場合の</a:t>
                </a:r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各</m:t>
                    </m:r>
                  </m:oMath>
                </a14:m>
                <a:r>
                  <a:rPr lang="ja-JP" altLang="en-US" sz="2400" dirty="0"/>
                  <a:t>スカラー倍の計算をしなさい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④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462107" cy="4642681"/>
              </a:xfrm>
              <a:prstGeom prst="rect">
                <a:avLst/>
              </a:prstGeom>
              <a:blipFill>
                <a:blip r:embed="rId2"/>
                <a:stretch>
                  <a:fillRect l="-1225" t="-920" r="-3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29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135</Words>
  <Application>Microsoft Office PowerPoint</Application>
  <PresentationFormat>ワイド画面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25</cp:revision>
  <dcterms:created xsi:type="dcterms:W3CDTF">2024-08-27T02:15:54Z</dcterms:created>
  <dcterms:modified xsi:type="dcterms:W3CDTF">2024-12-10T00:17:34Z</dcterms:modified>
</cp:coreProperties>
</file>