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キャラクターの影を地面に表示させます。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EFB53B1-1A57-4CC0-A4F7-B088FB36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30692" cy="43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2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01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はデフォルトで</a:t>
            </a:r>
            <a:r>
              <a:rPr lang="ja-JP" altLang="en-US" sz="2400" b="1" dirty="0">
                <a:solidFill>
                  <a:srgbClr val="FF0000"/>
                </a:solidFill>
              </a:rPr>
              <a:t>ディレクショナルライト（平行光源）</a:t>
            </a:r>
            <a:r>
              <a:rPr lang="ja-JP" altLang="en-US" sz="2400" dirty="0"/>
              <a:t>が</a:t>
            </a:r>
            <a:endParaRPr lang="en-US" altLang="ja-JP" sz="2400" dirty="0"/>
          </a:p>
          <a:p>
            <a:r>
              <a:rPr lang="ja-JP" altLang="en-US" sz="2400" dirty="0"/>
              <a:t>設定されています。</a:t>
            </a:r>
            <a:endParaRPr lang="en-US" altLang="ja-JP" sz="2400" dirty="0"/>
          </a:p>
          <a:p>
            <a:r>
              <a:rPr lang="ja-JP" altLang="en-US" sz="2400" dirty="0"/>
              <a:t>ディレクショナルライトは、太陽光のように、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全てのオブジェクトに同じ向きに当たる光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sp>
        <p:nvSpPr>
          <p:cNvPr id="2" name="太陽 1">
            <a:extLst>
              <a:ext uri="{FF2B5EF4-FFF2-40B4-BE49-F238E27FC236}">
                <a16:creationId xmlns:a16="http://schemas.microsoft.com/office/drawing/2014/main" id="{917C2884-98FB-4BC2-9B6D-010B02B1E528}"/>
              </a:ext>
            </a:extLst>
          </p:cNvPr>
          <p:cNvSpPr/>
          <p:nvPr/>
        </p:nvSpPr>
        <p:spPr>
          <a:xfrm>
            <a:off x="567542" y="2925789"/>
            <a:ext cx="1422400" cy="1346200"/>
          </a:xfrm>
          <a:prstGeom prst="sun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44D21B1-FCD3-48A3-9B77-AE018FC4BD4C}"/>
              </a:ext>
            </a:extLst>
          </p:cNvPr>
          <p:cNvCxnSpPr/>
          <p:nvPr/>
        </p:nvCxnSpPr>
        <p:spPr>
          <a:xfrm>
            <a:off x="2071820" y="3996266"/>
            <a:ext cx="1507067" cy="99060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0B18FB2-6E54-4D81-BE16-19655C7362ED}"/>
              </a:ext>
            </a:extLst>
          </p:cNvPr>
          <p:cNvCxnSpPr/>
          <p:nvPr/>
        </p:nvCxnSpPr>
        <p:spPr>
          <a:xfrm>
            <a:off x="2117722" y="4339722"/>
            <a:ext cx="1507067" cy="99060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CE0192D-A833-41A3-A3F7-987016D4BD53}"/>
              </a:ext>
            </a:extLst>
          </p:cNvPr>
          <p:cNvCxnSpPr/>
          <p:nvPr/>
        </p:nvCxnSpPr>
        <p:spPr>
          <a:xfrm>
            <a:off x="1701398" y="4491566"/>
            <a:ext cx="1507067" cy="99060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42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影を表示するには、この光の向きから</a:t>
            </a:r>
            <a:r>
              <a:rPr lang="ja-JP" altLang="en-US" sz="2400" b="1" dirty="0">
                <a:solidFill>
                  <a:srgbClr val="FF0000"/>
                </a:solidFill>
              </a:rPr>
              <a:t>シャドウマップ</a:t>
            </a:r>
            <a:r>
              <a:rPr lang="ja-JP" altLang="en-US" sz="2400" dirty="0"/>
              <a:t>を作成します。</a:t>
            </a:r>
            <a:endParaRPr lang="en-US" altLang="ja-JP" sz="2400" dirty="0"/>
          </a:p>
          <a:p>
            <a:r>
              <a:rPr lang="ja-JP" altLang="en-US" sz="2400" dirty="0"/>
              <a:t>シャドウマップとは、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光源から見た景色を描画</a:t>
            </a:r>
            <a:r>
              <a:rPr lang="ja-JP" altLang="en-US" sz="2400" dirty="0"/>
              <a:t>し、それを</a:t>
            </a:r>
            <a:r>
              <a:rPr lang="ja-JP" altLang="en-US" sz="2400" b="1" dirty="0">
                <a:solidFill>
                  <a:srgbClr val="FF0000"/>
                </a:solidFill>
              </a:rPr>
              <a:t>黒く塗りつぶして１枚絵にした画像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1D167E4-741F-403A-BFF9-369B43654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105583" cy="3229426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33D82C-102B-49C2-92F3-1DD96017D0C5}"/>
              </a:ext>
            </a:extLst>
          </p:cNvPr>
          <p:cNvSpPr txBox="1"/>
          <p:nvPr/>
        </p:nvSpPr>
        <p:spPr>
          <a:xfrm>
            <a:off x="464949" y="592558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太陽から見た景色を</a:t>
            </a:r>
            <a:endParaRPr lang="en-US" altLang="ja-JP" sz="2400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618528D9-27BC-49DB-A48E-F106673C0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932" y="2556458"/>
            <a:ext cx="2980324" cy="3229426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D939538-BED5-44E9-87B1-3EF102DBDAF4}"/>
              </a:ext>
            </a:extLst>
          </p:cNvPr>
          <p:cNvSpPr txBox="1"/>
          <p:nvPr/>
        </p:nvSpPr>
        <p:spPr>
          <a:xfrm>
            <a:off x="4264412" y="592558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黒く塗りつぶして</a:t>
            </a:r>
            <a:endParaRPr lang="en-US" altLang="ja-JP" sz="2400" dirty="0"/>
          </a:p>
          <a:p>
            <a:r>
              <a:rPr lang="en-US" altLang="ja-JP" sz="2400" dirty="0"/>
              <a:t>(</a:t>
            </a:r>
            <a:r>
              <a:rPr lang="ja-JP" altLang="en-US" sz="2400" b="1" dirty="0">
                <a:solidFill>
                  <a:srgbClr val="FF0000"/>
                </a:solidFill>
              </a:rPr>
              <a:t>シャドウマップ</a:t>
            </a:r>
            <a:r>
              <a:rPr lang="en-US" altLang="ja-JP" sz="2400" dirty="0"/>
              <a:t>)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3A1F5E11-A1BC-42D9-AD1A-3924450CE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757" y="2556457"/>
            <a:ext cx="3354840" cy="3229425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7196091-03B1-4FC6-9DE9-D0BB19B4144E}"/>
              </a:ext>
            </a:extLst>
          </p:cNvPr>
          <p:cNvSpPr txBox="1"/>
          <p:nvPr/>
        </p:nvSpPr>
        <p:spPr>
          <a:xfrm>
            <a:off x="7628849" y="59255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床に描けば影になる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43446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47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ShadowMap.cpp</a:t>
            </a:r>
            <a:r>
              <a:rPr lang="ja-JP" altLang="en-US" sz="2400" dirty="0"/>
              <a:t>を完成させます。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E77A770-41B3-4D85-95E3-95890568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952725" cy="454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46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Init</a:t>
            </a:r>
            <a:r>
              <a:rPr lang="ja-JP" altLang="en-US" sz="2400" dirty="0"/>
              <a:t>関数を書きます。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9BDDD0D-90AA-41E3-91DD-3FC812DAA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10280694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6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シャドウマップは</a:t>
            </a:r>
            <a:r>
              <a:rPr lang="ja-JP" altLang="en-US" sz="2400" b="1" dirty="0">
                <a:solidFill>
                  <a:srgbClr val="FF0000"/>
                </a:solidFill>
              </a:rPr>
              <a:t>影を書いていく一枚板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まずはその板を作ります。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5AEA7F5-AF48-4299-9511-70B686DF8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448253" cy="91167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8FD08B-4617-47C8-BAB8-DA4220EEA913}"/>
              </a:ext>
            </a:extLst>
          </p:cNvPr>
          <p:cNvSpPr txBox="1"/>
          <p:nvPr/>
        </p:nvSpPr>
        <p:spPr>
          <a:xfrm>
            <a:off x="567542" y="3238500"/>
            <a:ext cx="78790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引数は影の解像度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数値が大きいほど細かくてきれいな影が描画されます。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必ず２のべき乗の数</a:t>
            </a:r>
            <a:r>
              <a:rPr lang="ja-JP" altLang="en-US" sz="2400" dirty="0"/>
              <a:t>でないといけません。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戻り値はシャドウマップの画像ハンドル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ja-JP" altLang="en-US" sz="2400" dirty="0"/>
              <a:t>今後使うことになります。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519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次にディレクショナルライトの向きを取得して、</a:t>
            </a:r>
            <a:endParaRPr lang="en-US" altLang="ja-JP" sz="2400" dirty="0"/>
          </a:p>
          <a:p>
            <a:r>
              <a:rPr lang="ja-JP" altLang="en-US" sz="2400" dirty="0"/>
              <a:t>シャドウマップに設定します。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C2BAA60-F505-4BB7-A111-69848FD22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90577"/>
            <a:ext cx="7990728" cy="179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6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31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続いて影を表示する範囲を設定します。</a:t>
            </a:r>
            <a:endParaRPr lang="en-US" altLang="ja-JP" sz="2400" dirty="0"/>
          </a:p>
          <a:p>
            <a:r>
              <a:rPr lang="en-US" altLang="ja-JP" sz="2400" dirty="0" err="1"/>
              <a:t>DxLib</a:t>
            </a:r>
            <a:r>
              <a:rPr lang="ja-JP" altLang="en-US" sz="2400" dirty="0"/>
              <a:t>の仕様上、必要な処理になります。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FABA42-3BD3-4DA5-9D3B-25C379D2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10179100" cy="10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09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のシャドウマップは、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影の描画と影が映る本体の描画で分けて描画する</a:t>
            </a:r>
            <a:r>
              <a:rPr lang="ja-JP" altLang="en-US" sz="2400" dirty="0"/>
              <a:t>仕様になります。</a:t>
            </a:r>
            <a:endParaRPr lang="en-US" altLang="ja-JP" sz="2400" dirty="0"/>
          </a:p>
          <a:p>
            <a:r>
              <a:rPr lang="ja-JP" altLang="en-US" sz="2400" dirty="0"/>
              <a:t>それぞれ設定が必要になりますので、処理を書きます。</a:t>
            </a:r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ja-JP" altLang="en-US" sz="2400" b="1" dirty="0">
                <a:solidFill>
                  <a:srgbClr val="FF0000"/>
                </a:solidFill>
              </a:rPr>
              <a:t>影描画モードに切り替える処理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BB0D346-F0BC-4E64-ACC1-B62B8770A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9"/>
            <a:ext cx="10424016" cy="211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66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つづいて影描画モードを終了する処理です。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B1B53BA-A601-4D04-B752-2C9F8059A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6929441" cy="167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9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</a:t>
            </a:r>
            <a:r>
              <a:rPr lang="ja-JP" altLang="en-US" sz="2400" b="1" dirty="0">
                <a:solidFill>
                  <a:srgbClr val="FF0000"/>
                </a:solidFill>
              </a:rPr>
              <a:t>影が映る描画モード</a:t>
            </a:r>
            <a:r>
              <a:rPr lang="ja-JP" altLang="en-US" sz="2400" dirty="0"/>
              <a:t>に切り替える処理です。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E40008A-9F97-4948-9410-6477FB68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870927" cy="261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48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</a:t>
            </a:r>
            <a:r>
              <a:rPr lang="ja-JP" altLang="en-US" sz="2400" b="1" dirty="0">
                <a:solidFill>
                  <a:srgbClr val="FF0000"/>
                </a:solidFill>
              </a:rPr>
              <a:t>影が映る描画モード</a:t>
            </a:r>
            <a:r>
              <a:rPr lang="ja-JP" altLang="en-US" sz="2400" dirty="0"/>
              <a:t>を終了する処理です。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E24969-2B10-478D-B9EE-F49A47E0F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629521" cy="184827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DDB2FF-2696-4515-A970-6EB1DA99324D}"/>
              </a:ext>
            </a:extLst>
          </p:cNvPr>
          <p:cNvSpPr txBox="1"/>
          <p:nvPr/>
        </p:nvSpPr>
        <p:spPr>
          <a:xfrm>
            <a:off x="567542" y="3803225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4622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今回はシャドウマップにプレイヤーを描いて、</a:t>
            </a:r>
            <a:endParaRPr lang="en-US" altLang="ja-JP" sz="2400" dirty="0"/>
          </a:p>
          <a:p>
            <a:r>
              <a:rPr lang="ja-JP" altLang="en-US" sz="2400" dirty="0"/>
              <a:t>シャドウマップを床に映しています。</a:t>
            </a:r>
            <a:endParaRPr lang="en-US" altLang="ja-JP" sz="2400" dirty="0"/>
          </a:p>
          <a:p>
            <a:r>
              <a:rPr lang="ja-JP" altLang="en-US" sz="2400" dirty="0"/>
              <a:t>つまり描画は以下のようになります。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41FB4A8-971F-464D-8F60-30B40496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788742" cy="38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92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シャドウマップ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シャドウマップの解像度や、影の表示範囲はなるべく最小限に設定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r>
              <a:rPr lang="ja-JP" altLang="en-US" sz="2400" dirty="0"/>
              <a:t>大きすぎると、メモリを大量に使用してしまったり、</a:t>
            </a:r>
            <a:endParaRPr lang="en-US" altLang="ja-JP" sz="2400" dirty="0"/>
          </a:p>
          <a:p>
            <a:r>
              <a:rPr lang="ja-JP" altLang="en-US" sz="2400" dirty="0"/>
              <a:t>処理が非常に重くなったりします。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E395C9C-882E-4DCA-8609-A37C5E8E1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8"/>
            <a:ext cx="8108627" cy="112654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9AFC6CE-94C4-4605-A6E4-A58CA11EB00C}"/>
              </a:ext>
            </a:extLst>
          </p:cNvPr>
          <p:cNvSpPr txBox="1"/>
          <p:nvPr/>
        </p:nvSpPr>
        <p:spPr>
          <a:xfrm>
            <a:off x="567542" y="3822700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上の設定でも結構大きい。。。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無理に使わずに丸影画像で対応するのも十分良いとは思います。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16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390</Words>
  <Application>Microsoft Office PowerPoint</Application>
  <PresentationFormat>ワイド画面</PresentationFormat>
  <Paragraphs>57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109</cp:revision>
  <dcterms:created xsi:type="dcterms:W3CDTF">2024-08-27T02:15:54Z</dcterms:created>
  <dcterms:modified xsi:type="dcterms:W3CDTF">2025-02-07T07:43:42Z</dcterms:modified>
</cp:coreProperties>
</file>