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自由に移動して、見たいところが見えるように、</a:t>
            </a:r>
            <a:endParaRPr kumimoji="1" lang="en-US" altLang="ja-JP" sz="2400" dirty="0"/>
          </a:p>
          <a:p>
            <a:r>
              <a:rPr lang="ja-JP" altLang="en-US" sz="2400" dirty="0"/>
              <a:t>デバッグカメラ機能を作りましょう。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4B1390-6E92-4765-B87D-55B2CF4B2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47974" cy="38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サンプルのデバッグカメラの仕様は以下の通りです。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■デバッグカメラモード関連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・１キーでデバッグカメラモードを</a:t>
            </a:r>
            <a:r>
              <a:rPr lang="en-US" altLang="ja-JP" sz="2400" dirty="0"/>
              <a:t>ON/OFF</a:t>
            </a:r>
            <a:r>
              <a:rPr lang="ja-JP" altLang="en-US" sz="2400" dirty="0"/>
              <a:t>切り替え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・デバッグカメラモード中は、デバッグカメラ以外ポーズ（停止）する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■デバッグカメラ操作関連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・カーソルキーで始点切り替え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キーで前進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■その他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・見やすいようにデバッグカメラの注視点に球を表示している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・デバッグカメラモード中のみデバッグカメラの座標が左上に表示される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759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■ポーズについて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を省略して</a:t>
            </a:r>
            <a:r>
              <a:rPr lang="en-US" altLang="ja-JP" sz="2400" dirty="0"/>
              <a:t>Draw</a:t>
            </a:r>
            <a:r>
              <a:rPr lang="ja-JP" altLang="en-US" sz="2400" dirty="0"/>
              <a:t>のみ処理するとポーズします。</a:t>
            </a:r>
            <a:endParaRPr lang="en-US" altLang="ja-JP" sz="2400" dirty="0"/>
          </a:p>
          <a:p>
            <a:r>
              <a:rPr lang="ja-JP" altLang="en-US" sz="2400" dirty="0"/>
              <a:t>現状だと</a:t>
            </a:r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が呼ばれているので、</a:t>
            </a:r>
            <a:endParaRPr lang="en-US" altLang="ja-JP" sz="2400" dirty="0"/>
          </a:p>
          <a:p>
            <a:r>
              <a:rPr lang="ja-JP" altLang="en-US" sz="2400" dirty="0"/>
              <a:t>デバッグカメラ中だと呼ばないようにしなければいけません。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■デバッグカメラの動きについて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を作ったほうが良いと思います。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を参考に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で管理しましょう。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の処理が結構使いまわせるので、</a:t>
            </a:r>
            <a:endParaRPr lang="en-US" altLang="ja-JP" sz="2400" dirty="0"/>
          </a:p>
          <a:p>
            <a:r>
              <a:rPr lang="ja-JP" altLang="en-US" sz="2400" dirty="0"/>
              <a:t>必要な個所はコピーしましょう。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■ほかのクラスのメンバ変数の値が欲しいとき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ほしい変数を持っているクラスに、値を</a:t>
            </a:r>
            <a:r>
              <a:rPr lang="ja-JP" altLang="en-US" sz="2400"/>
              <a:t>取得する</a:t>
            </a:r>
            <a:r>
              <a:rPr lang="ja-JP" altLang="en-US" sz="2400" dirty="0"/>
              <a:t>関数を作りましょう。</a:t>
            </a:r>
            <a:endParaRPr lang="en-US" altLang="ja-JP" sz="2400" dirty="0"/>
          </a:p>
          <a:p>
            <a:r>
              <a:rPr lang="ja-JP" altLang="en-US" sz="2400" dirty="0"/>
              <a:t>（アクセサ、ゲッター、セッターと呼ばれますのでわからなければ調べましょう）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2950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230</Words>
  <Application>Microsoft Office PowerPoint</Application>
  <PresentationFormat>ワイド画面</PresentationFormat>
  <Paragraphs>32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52</cp:revision>
  <dcterms:created xsi:type="dcterms:W3CDTF">2024-08-27T02:15:54Z</dcterms:created>
  <dcterms:modified xsi:type="dcterms:W3CDTF">2025-02-07T07:17:31Z</dcterms:modified>
</cp:coreProperties>
</file>