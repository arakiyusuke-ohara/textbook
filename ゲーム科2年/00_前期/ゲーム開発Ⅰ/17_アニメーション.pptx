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荒木 優介" initials="荒木" lastIdx="1" clrIdx="0">
    <p:extLst>
      <p:ext uri="{19B8F6BF-5375-455C-9EA6-DF929625EA0E}">
        <p15:presenceInfo xmlns:p15="http://schemas.microsoft.com/office/powerpoint/2012/main" userId="S::yusuke.araki@mail.o-hara.ac.jp::8e6d17bf-8fa4-4ec7-9082-0d2d1afc5a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5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Blender</a:t>
            </a:r>
            <a:r>
              <a:rPr lang="ja-JP" altLang="en-US" sz="2400" dirty="0"/>
              <a:t>で作った</a:t>
            </a:r>
            <a:r>
              <a:rPr lang="en-US" altLang="ja-JP" sz="2400" dirty="0"/>
              <a:t>3D</a:t>
            </a:r>
            <a:r>
              <a:rPr lang="ja-JP" altLang="en-US" sz="2400" dirty="0"/>
              <a:t>モデルのアニメーションを実装します。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502F648-6ED8-430B-B00A-A989472E2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144242" cy="433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2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アニメーションを実装する際には最低でも２つの処理が必要です。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■必要な処理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・アニメーションを再生する</a:t>
            </a:r>
            <a:endParaRPr lang="en-US" altLang="ja-JP" sz="2400" dirty="0"/>
          </a:p>
          <a:p>
            <a:r>
              <a:rPr lang="ja-JP" altLang="en-US" sz="2400" dirty="0"/>
              <a:t>・アニメーションを更新する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この２つを作っていきます。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8894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74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Player.cpp</a:t>
            </a:r>
            <a:r>
              <a:rPr lang="ja-JP" altLang="en-US" sz="2400" dirty="0"/>
              <a:t>の以下の関数を完成させます。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ED05249-E84C-4843-AED1-9D0453D9A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876033" cy="374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7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まずは再生処理から作ります。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EB1B621-738B-48D4-A9A8-FFD63BD42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486811" cy="455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9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アニメーションは再生する前に</a:t>
            </a:r>
            <a:r>
              <a:rPr lang="ja-JP" altLang="en-US" sz="2400" b="1" dirty="0">
                <a:solidFill>
                  <a:srgbClr val="FF0000"/>
                </a:solidFill>
              </a:rPr>
              <a:t>アタッチ（適用）</a:t>
            </a:r>
            <a:r>
              <a:rPr lang="ja-JP" altLang="en-US" sz="2400" dirty="0"/>
              <a:t>する必要があります。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1E718BD-35CF-4353-8F40-F2C44A82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659169" cy="81926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42BE95-5479-4710-BFDD-0848C11327BA}"/>
              </a:ext>
            </a:extLst>
          </p:cNvPr>
          <p:cNvSpPr txBox="1"/>
          <p:nvPr/>
        </p:nvSpPr>
        <p:spPr>
          <a:xfrm>
            <a:off x="567542" y="2776758"/>
            <a:ext cx="105256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第２引数の</a:t>
            </a:r>
            <a:r>
              <a:rPr lang="en-US" altLang="ja-JP" sz="2400" b="1" dirty="0" err="1"/>
              <a:t>AnimIndex</a:t>
            </a:r>
            <a:r>
              <a:rPr lang="ja-JP" altLang="en-US" sz="2400" dirty="0"/>
              <a:t>には、</a:t>
            </a:r>
            <a:r>
              <a:rPr lang="en-US" altLang="ja-JP" sz="2400" b="1" dirty="0" err="1">
                <a:solidFill>
                  <a:srgbClr val="FF0000"/>
                </a:solidFill>
              </a:rPr>
              <a:t>ModelViewer</a:t>
            </a:r>
            <a:r>
              <a:rPr lang="ja-JP" altLang="en-US" sz="2400" dirty="0"/>
              <a:t>のアニメーション一覧を見て、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Enum</a:t>
            </a:r>
            <a:r>
              <a:rPr lang="ja-JP" altLang="en-US" sz="2400" dirty="0"/>
              <a:t>で対応してあげると良い感じになります。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24262C7-BB59-4DCF-8FE4-711E8AFCA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747455"/>
            <a:ext cx="4318223" cy="2865594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834A485-87A7-43DE-9ED5-63A3F4D28503}"/>
              </a:ext>
            </a:extLst>
          </p:cNvPr>
          <p:cNvSpPr/>
          <p:nvPr/>
        </p:nvSpPr>
        <p:spPr>
          <a:xfrm>
            <a:off x="484094" y="4052047"/>
            <a:ext cx="1828800" cy="6543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0AFD2BF6-1B07-49BF-A2D4-6BA584217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8696" y="3747455"/>
            <a:ext cx="4991797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67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アタッチしたらアニメーションの</a:t>
            </a:r>
            <a:r>
              <a:rPr lang="ja-JP" altLang="en-US" sz="2400" b="1" dirty="0">
                <a:solidFill>
                  <a:srgbClr val="FF0000"/>
                </a:solidFill>
              </a:rPr>
              <a:t>総時間</a:t>
            </a:r>
            <a:r>
              <a:rPr lang="ja-JP" altLang="en-US" sz="2400" dirty="0"/>
              <a:t>を取得します。</a:t>
            </a:r>
            <a:endParaRPr lang="en-US" altLang="ja-JP" sz="2400" dirty="0"/>
          </a:p>
          <a:p>
            <a:r>
              <a:rPr lang="ja-JP" altLang="en-US" sz="2400" dirty="0"/>
              <a:t>総時間は</a:t>
            </a:r>
            <a:r>
              <a:rPr lang="ja-JP" altLang="en-US" sz="2400" b="1" dirty="0">
                <a:solidFill>
                  <a:srgbClr val="FF0000"/>
                </a:solidFill>
              </a:rPr>
              <a:t>更新処理で必ず必要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42BE95-5479-4710-BFDD-0848C11327BA}"/>
              </a:ext>
            </a:extLst>
          </p:cNvPr>
          <p:cNvSpPr txBox="1"/>
          <p:nvPr/>
        </p:nvSpPr>
        <p:spPr>
          <a:xfrm>
            <a:off x="567542" y="3088932"/>
            <a:ext cx="11203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第２引数の</a:t>
            </a:r>
            <a:r>
              <a:rPr lang="en-US" altLang="ja-JP" sz="2400" b="1" dirty="0" err="1"/>
              <a:t>AttachIndex</a:t>
            </a:r>
            <a:r>
              <a:rPr lang="ja-JP" altLang="en-US" sz="2400" dirty="0"/>
              <a:t>には、</a:t>
            </a:r>
            <a:r>
              <a:rPr lang="en-US" altLang="ja-JP" sz="2400" b="1" dirty="0">
                <a:solidFill>
                  <a:srgbClr val="FF0000"/>
                </a:solidFill>
              </a:rPr>
              <a:t>MV1AttachAnim</a:t>
            </a:r>
            <a:r>
              <a:rPr lang="ja-JP" altLang="en-US" sz="2400" b="1" dirty="0">
                <a:solidFill>
                  <a:srgbClr val="FF0000"/>
                </a:solidFill>
              </a:rPr>
              <a:t>が返却した値</a:t>
            </a:r>
            <a:r>
              <a:rPr lang="ja-JP" altLang="en-US" sz="2400" dirty="0"/>
              <a:t>を使いましょう。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B4931EB-E154-4FDD-BB76-ED96CF2F0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1241069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4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アニメーションを</a:t>
            </a:r>
            <a:r>
              <a:rPr lang="ja-JP" altLang="en-US" sz="2400" b="1" dirty="0">
                <a:solidFill>
                  <a:srgbClr val="FF0000"/>
                </a:solidFill>
              </a:rPr>
              <a:t>切り替える</a:t>
            </a:r>
            <a:r>
              <a:rPr lang="ja-JP" altLang="en-US" sz="2400" dirty="0"/>
              <a:t>場合は、</a:t>
            </a:r>
            <a:endParaRPr lang="en-US" altLang="ja-JP" sz="2400" dirty="0"/>
          </a:p>
          <a:p>
            <a:r>
              <a:rPr lang="ja-JP" altLang="en-US" sz="2400" dirty="0"/>
              <a:t>前のアニメーションを</a:t>
            </a:r>
            <a:r>
              <a:rPr lang="ja-JP" altLang="en-US" sz="2400" b="1" dirty="0">
                <a:solidFill>
                  <a:srgbClr val="FF0000"/>
                </a:solidFill>
              </a:rPr>
              <a:t>デタッチ（解除）</a:t>
            </a:r>
            <a:r>
              <a:rPr lang="ja-JP" altLang="en-US" sz="2400" dirty="0"/>
              <a:t>する必要があります。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25FF6E-7D39-4068-9B7C-2731CE5C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9590923" cy="114774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2BF9AEE-FBEC-4FD2-A8B7-9D1ED90C182C}"/>
              </a:ext>
            </a:extLst>
          </p:cNvPr>
          <p:cNvSpPr txBox="1"/>
          <p:nvPr/>
        </p:nvSpPr>
        <p:spPr>
          <a:xfrm>
            <a:off x="567542" y="3520359"/>
            <a:ext cx="112646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これを呼ばないと、アタッチされた</a:t>
            </a:r>
            <a:r>
              <a:rPr lang="ja-JP" altLang="en-US" sz="2400" b="1" dirty="0">
                <a:solidFill>
                  <a:srgbClr val="FF0000"/>
                </a:solidFill>
              </a:rPr>
              <a:t>アニメーションが合成</a:t>
            </a:r>
            <a:r>
              <a:rPr lang="ja-JP" altLang="en-US" sz="2400" dirty="0"/>
              <a:t>されて再生されます。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逆に利用すれば「走る＋剣を振る」で「走りながら剣を振る」、</a:t>
            </a:r>
            <a:endParaRPr lang="en-US" altLang="ja-JP" sz="2400" dirty="0"/>
          </a:p>
          <a:p>
            <a:r>
              <a:rPr lang="ja-JP" altLang="en-US" sz="2400" dirty="0"/>
              <a:t>のようなことができたりもします。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78578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つづいて更新処理を書きましょう。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47F4641-695D-4103-B04D-FE645145E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892001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45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DxLib</a:t>
            </a:r>
            <a:r>
              <a:rPr lang="ja-JP" altLang="en-US" sz="2400" dirty="0"/>
              <a:t>はアニメーションを自動で進める機能はありません。</a:t>
            </a:r>
            <a:endParaRPr lang="en-US" altLang="ja-JP" sz="2400" dirty="0"/>
          </a:p>
          <a:p>
            <a:r>
              <a:rPr lang="ja-JP" altLang="en-US" sz="2400" dirty="0"/>
              <a:t>アニメーションを進めるには、</a:t>
            </a:r>
            <a:r>
              <a:rPr lang="ja-JP" altLang="en-US" sz="2400" b="1" dirty="0">
                <a:solidFill>
                  <a:srgbClr val="FF0000"/>
                </a:solidFill>
              </a:rPr>
              <a:t>再生時間</a:t>
            </a:r>
            <a:r>
              <a:rPr lang="ja-JP" altLang="en-US" sz="2400" dirty="0"/>
              <a:t>を設定する必要があります。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BAC7AC6-991B-4F7C-9125-331E7D3F2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164594" cy="819264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65A9C6C-696C-4A00-9DE4-F4308C68299D}"/>
              </a:ext>
            </a:extLst>
          </p:cNvPr>
          <p:cNvSpPr txBox="1"/>
          <p:nvPr/>
        </p:nvSpPr>
        <p:spPr>
          <a:xfrm>
            <a:off x="567541" y="3146090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第３引数の</a:t>
            </a:r>
            <a:r>
              <a:rPr lang="en-US" altLang="ja-JP" sz="2400" b="1" dirty="0"/>
              <a:t>Time</a:t>
            </a:r>
            <a:r>
              <a:rPr lang="ja-JP" altLang="en-US" sz="2400" dirty="0"/>
              <a:t>の位置に</a:t>
            </a:r>
            <a:r>
              <a:rPr lang="ja-JP" altLang="en-US" sz="2400" b="1" dirty="0">
                <a:solidFill>
                  <a:srgbClr val="FF0000"/>
                </a:solidFill>
              </a:rPr>
              <a:t>シークバーを設定するイメージ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つまり第３引数を徐々に増やしていけば自動で再生が進みます。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52AB69F5-0287-479A-80D5-CAC3E8E8B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4116786"/>
            <a:ext cx="6083938" cy="2481237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5D679AE-96B1-406E-96CC-9705560D8D86}"/>
              </a:ext>
            </a:extLst>
          </p:cNvPr>
          <p:cNvSpPr/>
          <p:nvPr/>
        </p:nvSpPr>
        <p:spPr>
          <a:xfrm>
            <a:off x="1452281" y="5925670"/>
            <a:ext cx="3003178" cy="304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513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アニメーション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あとは再生させたいタイミングで関数を呼ぶだけです。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25DAB1F-9E45-42D1-A94C-43ABE33D8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802328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63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1078</TotalTime>
  <Words>279</Words>
  <Application>Microsoft Office PowerPoint</Application>
  <PresentationFormat>ワイド画面</PresentationFormat>
  <Paragraphs>39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102</cp:revision>
  <dcterms:created xsi:type="dcterms:W3CDTF">2024-08-27T02:15:54Z</dcterms:created>
  <dcterms:modified xsi:type="dcterms:W3CDTF">2024-11-27T02:35:39Z</dcterms:modified>
</cp:coreProperties>
</file>