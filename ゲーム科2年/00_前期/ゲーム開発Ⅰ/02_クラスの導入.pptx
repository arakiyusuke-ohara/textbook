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ゲームは主に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言語で作られることが多いですが、</a:t>
            </a:r>
            <a:endParaRPr kumimoji="1" lang="en-US" altLang="ja-JP" sz="2400" dirty="0"/>
          </a:p>
          <a:p>
            <a:r>
              <a:rPr lang="ja-JP" altLang="en-US" sz="2400" dirty="0"/>
              <a:t>理由の１つとして、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クラスを使ったオブジェクト指向プログラミング</a:t>
            </a:r>
            <a:r>
              <a:rPr lang="ja-JP" altLang="en-US" sz="2400" dirty="0"/>
              <a:t>ができるからです。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オブジェクト指向プログラミングとは、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あらゆるものをオブジェクトとしてクラスにまとめる</a:t>
            </a:r>
            <a:r>
              <a:rPr lang="ja-JP" altLang="en-US" sz="2400" dirty="0"/>
              <a:t>ことにより、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移植性</a:t>
            </a:r>
            <a:r>
              <a:rPr lang="ja-JP" altLang="en-US" sz="2400" dirty="0"/>
              <a:t>を上げたり、</a:t>
            </a:r>
            <a:r>
              <a:rPr lang="ja-JP" altLang="en-US" sz="2400" b="1" dirty="0">
                <a:solidFill>
                  <a:srgbClr val="FF0000"/>
                </a:solidFill>
              </a:rPr>
              <a:t>冗長な繰り返しを無くしたりする</a:t>
            </a:r>
            <a:r>
              <a:rPr lang="ja-JP" altLang="en-US" sz="2400" dirty="0"/>
              <a:t>ことです。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前回のプレイヤーとカメラも立派なオブジェクトです。</a:t>
            </a:r>
            <a:endParaRPr lang="en-US" altLang="ja-JP" sz="2400" dirty="0"/>
          </a:p>
          <a:p>
            <a:r>
              <a:rPr lang="ja-JP" altLang="en-US" sz="2400" dirty="0"/>
              <a:t>まずはこれらをクラスにまとめてみます。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199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まずはプレイヤーからまとめます。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  <a:r>
              <a:rPr lang="ja-JP" altLang="en-US" sz="2400" b="1" dirty="0">
                <a:solidFill>
                  <a:srgbClr val="00B050"/>
                </a:solidFill>
              </a:rPr>
              <a:t>フォルダ</a:t>
            </a:r>
            <a:r>
              <a:rPr lang="ja-JP" altLang="en-US" sz="2400" dirty="0"/>
              <a:t>を作り、</a:t>
            </a:r>
            <a:r>
              <a:rPr lang="en-US" altLang="ja-JP" sz="2400" b="1" dirty="0">
                <a:solidFill>
                  <a:srgbClr val="FF0000"/>
                </a:solidFill>
              </a:rPr>
              <a:t>Player.cpp/.h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BAF5C2E-0542-486B-B1DE-3BF09E900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5543200" cy="295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793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Player.h</a:t>
            </a:r>
            <a:r>
              <a:rPr kumimoji="1" lang="ja-JP" altLang="en-US" sz="2400" dirty="0"/>
              <a:t>にクラスを宣言します。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C3CE684-74D2-43F0-A281-96C7642FA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3910043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21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58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Player.cpp</a:t>
            </a:r>
            <a:r>
              <a:rPr lang="ja-JP" altLang="en-US" sz="2400" dirty="0"/>
              <a:t>に処理を書いていきます。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421332-0090-42A6-A106-4984EE258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424206" cy="441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5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688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Player.cpp</a:t>
            </a:r>
            <a:r>
              <a:rPr lang="ja-JP" altLang="en-US" sz="2400" dirty="0"/>
              <a:t>つづき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840F34-06CC-4C33-B2B4-47E4AA9A3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937842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4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688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Player.cpp</a:t>
            </a:r>
            <a:r>
              <a:rPr lang="ja-JP" altLang="en-US" sz="2400" dirty="0"/>
              <a:t>つづき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B1CCBF-652F-4390-9F09-21E4705D5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144158" cy="461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27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でプレイヤーに関する処理を削除して、</a:t>
            </a:r>
            <a:endParaRPr lang="en-US" altLang="ja-JP" sz="2400" dirty="0"/>
          </a:p>
          <a:p>
            <a:r>
              <a:rPr lang="ja-JP" altLang="en-US" sz="2400" dirty="0"/>
              <a:t>クラスから処理が呼ばれるように修正します。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237AC54-0A56-48FB-9B18-1B885883D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93040"/>
            <a:ext cx="7748202" cy="392836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EEF561-3562-46F4-B173-0479D18C4772}"/>
              </a:ext>
            </a:extLst>
          </p:cNvPr>
          <p:cNvSpPr/>
          <p:nvPr/>
        </p:nvSpPr>
        <p:spPr>
          <a:xfrm>
            <a:off x="1875524" y="4800600"/>
            <a:ext cx="4779276" cy="132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0824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ループ処理内も対応します。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9082A8A-9B9D-447F-9835-5239C10F3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779276" cy="425876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B47D58B-A7E9-4A4F-8025-2009233E0B9D}"/>
              </a:ext>
            </a:extLst>
          </p:cNvPr>
          <p:cNvSpPr/>
          <p:nvPr/>
        </p:nvSpPr>
        <p:spPr>
          <a:xfrm>
            <a:off x="1735824" y="2768600"/>
            <a:ext cx="4779276" cy="2070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999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39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使わなくなったら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で削除します。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0A2634-C095-4AA2-A7C9-B7D359002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797122" cy="258910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D0E20CF-D665-46E6-B2B5-79B63573EF57}"/>
              </a:ext>
            </a:extLst>
          </p:cNvPr>
          <p:cNvSpPr/>
          <p:nvPr/>
        </p:nvSpPr>
        <p:spPr>
          <a:xfrm>
            <a:off x="2235200" y="1817794"/>
            <a:ext cx="4279900" cy="785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8AB5D3-6869-48C9-9F58-354DC849B938}"/>
              </a:ext>
            </a:extLst>
          </p:cNvPr>
          <p:cNvSpPr txBox="1"/>
          <p:nvPr/>
        </p:nvSpPr>
        <p:spPr>
          <a:xfrm>
            <a:off x="567542" y="45438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動作確認をして正しく描画されているか確認しましょう。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5848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クラスの導入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092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Camera.cpp/.h</a:t>
            </a:r>
            <a:r>
              <a:rPr lang="ja-JP" altLang="en-US" sz="2400" dirty="0"/>
              <a:t>を追加して、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  <a:r>
              <a:rPr lang="ja-JP" altLang="en-US" sz="2400" dirty="0"/>
              <a:t>を参考に、カメラもオブジェクトとしてクラスにまとめましょう。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4770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233</Words>
  <Application>Microsoft Office PowerPoint</Application>
  <PresentationFormat>ワイド画面</PresentationFormat>
  <Paragraphs>33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22</cp:revision>
  <dcterms:created xsi:type="dcterms:W3CDTF">2024-08-27T02:15:54Z</dcterms:created>
  <dcterms:modified xsi:type="dcterms:W3CDTF">2025-02-07T07:00:53Z</dcterms:modified>
</cp:coreProperties>
</file>