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5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荒木 優介" initials="荒木" lastIdx="1" clrIdx="0">
    <p:extLst>
      <p:ext uri="{19B8F6BF-5375-455C-9EA6-DF929625EA0E}">
        <p15:presenceInfo xmlns:p15="http://schemas.microsoft.com/office/powerpoint/2012/main" userId="S::yusuke.araki@mail.o-hara.ac.jp::8e6d17bf-8fa4-4ec7-9082-0d2d1afc5a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シーンの管理もこれまで同様、マネージャークラスで管理します。</a:t>
            </a:r>
            <a:endParaRPr lang="en-US" altLang="ja-JP" sz="2400" dirty="0"/>
          </a:p>
          <a:p>
            <a:r>
              <a:rPr lang="ja-JP" altLang="en-US" sz="2400" dirty="0"/>
              <a:t>カメラやエネミーとの違いも意識しながら学習しましょう。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まずはファイルを作成しましょう。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4C2715-F70D-4187-80C4-562258E11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3903152" cy="331841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2F908F2-318A-4206-93FE-7D1FA326D5B7}"/>
              </a:ext>
            </a:extLst>
          </p:cNvPr>
          <p:cNvSpPr txBox="1"/>
          <p:nvPr/>
        </p:nvSpPr>
        <p:spPr>
          <a:xfrm>
            <a:off x="5188443" y="1817794"/>
            <a:ext cx="326243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■管理クラス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SceneManager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■基底クラス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SceneBase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■シーンごとのクラス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TitleScene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 err="1"/>
              <a:t>PlayScene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2203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592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SceneBase.h</a:t>
            </a:r>
            <a:r>
              <a:rPr lang="ja-JP" altLang="en-US" sz="2400" dirty="0"/>
              <a:t>を書きましょう。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3DBE333-3FC7-4FD6-BDFB-DCD110310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3"/>
            <a:ext cx="4597845" cy="426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63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50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SceneBase.cpp</a:t>
            </a:r>
            <a:r>
              <a:rPr lang="ja-JP" altLang="en-US" sz="2400" dirty="0"/>
              <a:t>を書きましょう。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A0B04B2-C0D0-4869-8C83-55D0F66B9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490218" cy="268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6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23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SceneParameter.h</a:t>
            </a:r>
            <a:r>
              <a:rPr lang="ja-JP" altLang="en-US" sz="2400" dirty="0"/>
              <a:t>を書きましょう。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F790BDA-C4C6-40EF-B380-F0D03A403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2953956" cy="346432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62A1A6-8111-4A14-BEBD-CA3A0CF35A5C}"/>
              </a:ext>
            </a:extLst>
          </p:cNvPr>
          <p:cNvSpPr txBox="1"/>
          <p:nvPr/>
        </p:nvSpPr>
        <p:spPr>
          <a:xfrm>
            <a:off x="567542" y="5423514"/>
            <a:ext cx="95958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</a:t>
            </a:r>
            <a:r>
              <a:rPr lang="en-US" altLang="ja-JP" sz="2400" b="1" dirty="0" err="1">
                <a:solidFill>
                  <a:srgbClr val="0070C0"/>
                </a:solidFill>
              </a:rPr>
              <a:t>enum</a:t>
            </a:r>
            <a:r>
              <a:rPr lang="ja-JP" altLang="en-US" sz="2400" dirty="0"/>
              <a:t>が多い場合などは別のヘッダーファイルに書くと、</a:t>
            </a:r>
            <a:endParaRPr lang="en-US" altLang="ja-JP" sz="2400" dirty="0"/>
          </a:p>
          <a:p>
            <a:r>
              <a:rPr lang="ja-JP" altLang="en-US" sz="2400" dirty="0"/>
              <a:t>プログラムがきれいになります。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79219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13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SceneManager.h</a:t>
            </a:r>
            <a:r>
              <a:rPr lang="ja-JP" altLang="en-US" sz="2400" dirty="0"/>
              <a:t>を書きましょう。（その１）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1427BC9-007E-49AB-BD94-A813059AF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021699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446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13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SceneManager.h</a:t>
            </a:r>
            <a:r>
              <a:rPr lang="ja-JP" altLang="en-US" sz="2400" dirty="0"/>
              <a:t>を書きましょう。（その２）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A567249-98D7-447E-AF46-9024CF08B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788426" cy="442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75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71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SceneManager.cpp</a:t>
            </a:r>
            <a:r>
              <a:rPr lang="ja-JP" altLang="en-US" sz="2400" dirty="0"/>
              <a:t>を書きましょう。（その１）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0A90CCC-987C-4B0D-AAF4-00653B041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887272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150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71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SceneManager.cpp</a:t>
            </a:r>
            <a:r>
              <a:rPr lang="ja-JP" altLang="en-US" sz="2400" dirty="0"/>
              <a:t>を書きましょう。（その２）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0601296-2BCB-446D-8671-90887A5BA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5188750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972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71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SceneManager.cpp</a:t>
            </a:r>
            <a:r>
              <a:rPr lang="ja-JP" altLang="en-US" sz="2400" dirty="0"/>
              <a:t>を書きましょう。（その３）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722DD29-9F7D-4088-8337-DA890C3EF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4"/>
            <a:ext cx="4276832" cy="454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6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71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SceneManager.cpp</a:t>
            </a:r>
            <a:r>
              <a:rPr lang="ja-JP" altLang="en-US" sz="2400" dirty="0"/>
              <a:t>を書きましょう。（その４）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C5EF271-B496-477B-A174-48D32FDB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3453451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19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71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SceneManager.cpp</a:t>
            </a:r>
            <a:r>
              <a:rPr lang="ja-JP" altLang="en-US" sz="2400" dirty="0"/>
              <a:t>を書きましょう。（その５）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343582C-9426-4E95-8DE7-F60320100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952546"/>
            <a:ext cx="8133771" cy="1578594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B0B98D0-ED5E-48F9-89B0-FA67DA5B2324}"/>
              </a:ext>
            </a:extLst>
          </p:cNvPr>
          <p:cNvSpPr txBox="1"/>
          <p:nvPr/>
        </p:nvSpPr>
        <p:spPr>
          <a:xfrm>
            <a:off x="567541" y="3748920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のちほど処理を作成します。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47267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911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TitleScene.h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2770AB8-F743-43B2-9AF0-AB1311142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4986323" cy="434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95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08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TitleScene.cpp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F3BC9A-29F2-49FA-B9D8-444E23273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4"/>
            <a:ext cx="4237922" cy="446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5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808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TitleScene.cpp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F8050F7-1467-4F75-8781-DAEB27F35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201905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72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23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CreateScene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に</a:t>
            </a:r>
            <a:r>
              <a:rPr lang="en-US" altLang="ja-JP" sz="2400" b="1" dirty="0" err="1">
                <a:solidFill>
                  <a:srgbClr val="00B050"/>
                </a:solidFill>
              </a:rPr>
              <a:t>TitleScene</a:t>
            </a:r>
            <a:r>
              <a:rPr lang="ja-JP" altLang="en-US" sz="2400" dirty="0"/>
              <a:t>の生成処理を書きます。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3796D82-6F3C-4750-A7C0-3E85E8FEB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3"/>
            <a:ext cx="7811346" cy="209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781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38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で</a:t>
            </a:r>
            <a:r>
              <a:rPr lang="en-US" altLang="ja-JP" sz="2400" b="1" dirty="0" err="1">
                <a:solidFill>
                  <a:srgbClr val="00B050"/>
                </a:solidFill>
              </a:rPr>
              <a:t>SceneManager</a:t>
            </a:r>
            <a:r>
              <a:rPr lang="ja-JP" altLang="en-US" sz="2400" dirty="0"/>
              <a:t>の関数を呼んであげましょう。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F8F311A-263D-4A99-96E1-9A441C21B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916115" cy="1743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73214D6-3289-4B9F-87D4-814338B8B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3700812"/>
            <a:ext cx="4029637" cy="11241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BF4F44A-71CA-4ABF-A2ED-2DEB4118C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4964619"/>
            <a:ext cx="4601217" cy="11145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CE5588-4A2A-4583-BEB0-8EC8AC72F970}"/>
              </a:ext>
            </a:extLst>
          </p:cNvPr>
          <p:cNvSpPr/>
          <p:nvPr/>
        </p:nvSpPr>
        <p:spPr>
          <a:xfrm>
            <a:off x="1663430" y="2363821"/>
            <a:ext cx="5820227" cy="11972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ACE251A-0847-4CD8-B3A9-48829567F33A}"/>
              </a:ext>
            </a:extLst>
          </p:cNvPr>
          <p:cNvSpPr/>
          <p:nvPr/>
        </p:nvSpPr>
        <p:spPr>
          <a:xfrm>
            <a:off x="2097932" y="4296124"/>
            <a:ext cx="2499247" cy="5287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ｖ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81C0B31-8832-48BE-8D02-1AAF42A1AA92}"/>
              </a:ext>
            </a:extLst>
          </p:cNvPr>
          <p:cNvSpPr/>
          <p:nvPr/>
        </p:nvSpPr>
        <p:spPr>
          <a:xfrm>
            <a:off x="1667279" y="4928634"/>
            <a:ext cx="3501480" cy="5287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ｖ</a:t>
            </a:r>
          </a:p>
        </p:txBody>
      </p:sp>
    </p:spTree>
    <p:extLst>
      <p:ext uri="{BB962C8B-B14F-4D97-AF65-F5344CB8AC3E}">
        <p14:creationId xmlns:p14="http://schemas.microsoft.com/office/powerpoint/2010/main" val="272098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 解説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SceneBase</a:t>
            </a:r>
            <a:r>
              <a:rPr lang="ja-JP" altLang="en-US" sz="2400" dirty="0"/>
              <a:t>で管理することにより、</a:t>
            </a:r>
            <a:endParaRPr lang="en-US" altLang="ja-JP" sz="2400" dirty="0"/>
          </a:p>
          <a:p>
            <a:r>
              <a:rPr lang="ja-JP" altLang="en-US" sz="2400" dirty="0"/>
              <a:t>生成されているシーンの処理を呼ぶ仕組みになっています。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911EA46-66DE-4AAF-9B0A-3294156F8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6592220" cy="19719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6A918A0-1FAE-45BE-8204-888DB05B4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4476439"/>
            <a:ext cx="3867690" cy="15432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A85F619-8E94-4358-ADA8-5BEA746F8D9C}"/>
              </a:ext>
            </a:extLst>
          </p:cNvPr>
          <p:cNvSpPr txBox="1"/>
          <p:nvPr/>
        </p:nvSpPr>
        <p:spPr>
          <a:xfrm>
            <a:off x="7391694" y="3173101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１．ここで作られたシーンで</a:t>
            </a:r>
            <a:endParaRPr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53ED11F-B1E3-4371-913F-8F6EA6AFACBB}"/>
              </a:ext>
            </a:extLst>
          </p:cNvPr>
          <p:cNvSpPr txBox="1"/>
          <p:nvPr/>
        </p:nvSpPr>
        <p:spPr>
          <a:xfrm>
            <a:off x="4660970" y="5053918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２．各関数が呼ばれるようになっている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203308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6364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 課題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1363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PlayScene</a:t>
            </a:r>
            <a:r>
              <a:rPr lang="ja-JP" altLang="en-US" sz="2400" dirty="0"/>
              <a:t>を完成させます。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にある、</a:t>
            </a:r>
            <a:r>
              <a:rPr lang="en-US" altLang="ja-JP" sz="2400" dirty="0"/>
              <a:t>Play</a:t>
            </a:r>
            <a:r>
              <a:rPr lang="ja-JP" altLang="en-US" sz="2400" dirty="0"/>
              <a:t>シーンで使用する処理を、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PlayScene</a:t>
            </a:r>
            <a:r>
              <a:rPr lang="ja-JP" altLang="en-US" sz="2400" dirty="0"/>
              <a:t>の適した関数に移植しましょう。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40C0E5E-4227-44A4-BE78-C05F8CEAE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4500569" cy="16359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F4342C63-9E38-4002-B0F6-F4C6B7317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4079501"/>
            <a:ext cx="5969445" cy="20689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E5E27A-079B-4A51-9225-281B6D6FE6E1}"/>
              </a:ext>
            </a:extLst>
          </p:cNvPr>
          <p:cNvSpPr txBox="1"/>
          <p:nvPr/>
        </p:nvSpPr>
        <p:spPr>
          <a:xfrm>
            <a:off x="5243304" y="2774264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にあるこのような処理を</a:t>
            </a:r>
            <a:endParaRPr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D860B8B-0E1C-423F-A102-686614593D67}"/>
              </a:ext>
            </a:extLst>
          </p:cNvPr>
          <p:cNvSpPr txBox="1"/>
          <p:nvPr/>
        </p:nvSpPr>
        <p:spPr>
          <a:xfrm>
            <a:off x="6657350" y="5037171"/>
            <a:ext cx="3294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PlayScene</a:t>
            </a:r>
            <a:r>
              <a:rPr lang="ja-JP" altLang="en-US" sz="2400" dirty="0"/>
              <a:t>に移植する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40233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9846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継承を使ったシーン管理 課題 ヒント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9876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・関数名に対応した場所に移動させましょう。</a:t>
            </a:r>
            <a:endParaRPr lang="en-US" altLang="ja-JP" sz="2400" dirty="0"/>
          </a:p>
          <a:p>
            <a:r>
              <a:rPr lang="ja-JP" altLang="en-US" sz="2400" dirty="0"/>
              <a:t>　（</a:t>
            </a:r>
            <a:r>
              <a:rPr lang="en-US" altLang="ja-JP" sz="2400" dirty="0"/>
              <a:t>Init</a:t>
            </a:r>
            <a:r>
              <a:rPr lang="ja-JP" altLang="en-US" sz="2400" dirty="0"/>
              <a:t>は</a:t>
            </a:r>
            <a:r>
              <a:rPr lang="en-US" altLang="ja-JP" sz="2400" dirty="0"/>
              <a:t>Init</a:t>
            </a:r>
            <a:r>
              <a:rPr lang="ja-JP" altLang="en-US" sz="2400" dirty="0"/>
              <a:t>、</a:t>
            </a:r>
            <a:r>
              <a:rPr lang="en-US" altLang="ja-JP" sz="2400" dirty="0"/>
              <a:t>Load</a:t>
            </a:r>
            <a:r>
              <a:rPr lang="ja-JP" altLang="en-US" sz="2400" dirty="0"/>
              <a:t>は</a:t>
            </a:r>
            <a:r>
              <a:rPr lang="en-US" altLang="ja-JP" sz="2400" dirty="0"/>
              <a:t>Load</a:t>
            </a:r>
            <a:r>
              <a:rPr lang="ja-JP" altLang="en-US" sz="2400" dirty="0"/>
              <a:t>みたいな感じ）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・プレイシーンに必要なものだけ移植しましょう。</a:t>
            </a:r>
            <a:endParaRPr lang="en-US" altLang="ja-JP" sz="2400" dirty="0"/>
          </a:p>
          <a:p>
            <a:r>
              <a:rPr lang="ja-JP" altLang="en-US" sz="2400" dirty="0"/>
              <a:t>　</a:t>
            </a:r>
            <a:r>
              <a:rPr lang="en-US" altLang="ja-JP" sz="2400" dirty="0">
                <a:solidFill>
                  <a:srgbClr val="0070C0"/>
                </a:solidFill>
              </a:rPr>
              <a:t>Input</a:t>
            </a:r>
            <a:r>
              <a:rPr lang="ja-JP" altLang="en-US" sz="2400" dirty="0"/>
              <a:t>や</a:t>
            </a:r>
            <a:r>
              <a:rPr lang="en-US" altLang="ja-JP" sz="2400" dirty="0">
                <a:solidFill>
                  <a:srgbClr val="0070C0"/>
                </a:solidFill>
              </a:rPr>
              <a:t>FPS</a:t>
            </a:r>
            <a:r>
              <a:rPr lang="ja-JP" altLang="en-US" sz="2400" dirty="0"/>
              <a:t>は</a:t>
            </a:r>
            <a:r>
              <a:rPr lang="en-US" altLang="ja-JP" sz="2400" dirty="0"/>
              <a:t>Play</a:t>
            </a:r>
            <a:r>
              <a:rPr lang="ja-JP" altLang="en-US" sz="2400" dirty="0"/>
              <a:t>シーン以外でも使用します。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b="1" dirty="0" err="1">
                <a:solidFill>
                  <a:srgbClr val="00B050"/>
                </a:solidFill>
              </a:rPr>
              <a:t>SceneManager</a:t>
            </a:r>
            <a:r>
              <a:rPr lang="en-US" altLang="ja-JP" sz="2400" b="1" dirty="0"/>
              <a:t>::</a:t>
            </a:r>
            <a:r>
              <a:rPr lang="en-US" altLang="ja-JP" sz="2400" b="1" dirty="0" err="1">
                <a:solidFill>
                  <a:srgbClr val="0070C0"/>
                </a:solidFill>
              </a:rPr>
              <a:t>SceneCreate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に</a:t>
            </a:r>
            <a:r>
              <a:rPr lang="en-US" altLang="ja-JP" sz="2400" dirty="0"/>
              <a:t>Play</a:t>
            </a:r>
            <a:r>
              <a:rPr lang="ja-JP" altLang="en-US" sz="2400" dirty="0"/>
              <a:t>シーンの分を追加しましょう。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正しく移植すれば、真っ暗なタイトルシーンが表示され、</a:t>
            </a:r>
            <a:endParaRPr lang="en-US" altLang="ja-JP" sz="2400" dirty="0"/>
          </a:p>
          <a:p>
            <a:r>
              <a:rPr lang="en-US" altLang="ja-JP" sz="2400" dirty="0"/>
              <a:t>Z</a:t>
            </a:r>
            <a:r>
              <a:rPr lang="ja-JP" altLang="en-US" sz="2400" dirty="0"/>
              <a:t>キーで</a:t>
            </a:r>
            <a:r>
              <a:rPr lang="en-US" altLang="ja-JP" sz="2400" dirty="0"/>
              <a:t>Play</a:t>
            </a:r>
            <a:r>
              <a:rPr lang="ja-JP" altLang="en-US" sz="2400" dirty="0"/>
              <a:t>シーンに切り替わり、これまで通りに動きます。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255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483</Words>
  <Application>Microsoft Office PowerPoint</Application>
  <PresentationFormat>ワイド画面</PresentationFormat>
  <Paragraphs>70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82</cp:revision>
  <dcterms:created xsi:type="dcterms:W3CDTF">2024-08-27T02:15:54Z</dcterms:created>
  <dcterms:modified xsi:type="dcterms:W3CDTF">2025-02-07T07:36:10Z</dcterms:modified>
</cp:coreProperties>
</file>