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変形で最もよく使用するのは、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カット</a:t>
            </a:r>
            <a:r>
              <a:rPr kumimoji="1" lang="ja-JP" altLang="en-US" sz="2400" dirty="0"/>
              <a:t>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押し出し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使いこなせば、様々な形に変形できます。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C3B216E-77DC-4DD2-BA06-7D7521820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515480" cy="390579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14173A-281D-486E-9AEA-AE5918196859}"/>
              </a:ext>
            </a:extLst>
          </p:cNvPr>
          <p:cNvSpPr txBox="1"/>
          <p:nvPr/>
        </p:nvSpPr>
        <p:spPr>
          <a:xfrm>
            <a:off x="567542" y="6232621"/>
            <a:ext cx="4790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※Edit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Mode</a:t>
            </a:r>
            <a:r>
              <a:rPr lang="ja-JP" altLang="en-US" sz="2400" b="1" dirty="0">
                <a:solidFill>
                  <a:srgbClr val="FF0000"/>
                </a:solidFill>
              </a:rPr>
              <a:t>で作業してください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55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カット</a:t>
            </a:r>
            <a:r>
              <a:rPr kumimoji="1" lang="ja-JP" altLang="en-US" sz="2400" dirty="0"/>
              <a:t>とは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画像に切れ目を入れて、新しい辺を作る</a:t>
            </a:r>
            <a:r>
              <a:rPr kumimoji="1" lang="ja-JP" altLang="en-US" sz="2400" dirty="0"/>
              <a:t>ことです。</a:t>
            </a:r>
            <a:endParaRPr kumimoji="1" lang="en-US" altLang="ja-JP" sz="2400" dirty="0"/>
          </a:p>
          <a:p>
            <a:r>
              <a:rPr lang="ja-JP" altLang="en-US" sz="2400" dirty="0"/>
              <a:t>もっとも手軽な方法はナイフを使います。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51E67FF-782F-45BE-B1CC-004E1290F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4115915" cy="3256941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E5A594D3-2197-4D10-8045-D8247A1DDAD0}"/>
              </a:ext>
            </a:extLst>
          </p:cNvPr>
          <p:cNvSpPr/>
          <p:nvPr/>
        </p:nvSpPr>
        <p:spPr>
          <a:xfrm rot="13654963">
            <a:off x="1202266" y="4013201"/>
            <a:ext cx="448734" cy="3302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616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カット</a:t>
            </a:r>
            <a:r>
              <a:rPr kumimoji="1" lang="ja-JP" altLang="en-US" sz="2400" dirty="0"/>
              <a:t>とは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画像に切れ目を入れて、新しい辺を作る</a:t>
            </a:r>
            <a:r>
              <a:rPr kumimoji="1" lang="ja-JP" altLang="en-US" sz="2400" dirty="0"/>
              <a:t>ことです。</a:t>
            </a:r>
            <a:endParaRPr kumimoji="1" lang="en-US" altLang="ja-JP" sz="2400" dirty="0"/>
          </a:p>
          <a:p>
            <a:r>
              <a:rPr lang="ja-JP" altLang="en-US" sz="2400" dirty="0"/>
              <a:t>もっとも手軽な方法はナイフを使います。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51E67FF-782F-45BE-B1CC-004E1290F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4115915" cy="3256941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E5A594D3-2197-4D10-8045-D8247A1DDAD0}"/>
              </a:ext>
            </a:extLst>
          </p:cNvPr>
          <p:cNvSpPr/>
          <p:nvPr/>
        </p:nvSpPr>
        <p:spPr>
          <a:xfrm rot="13654963">
            <a:off x="1202266" y="4013201"/>
            <a:ext cx="448734" cy="3302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42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ナイフは</a:t>
            </a:r>
            <a:r>
              <a:rPr lang="ja-JP" altLang="en-US" sz="2400" b="1" dirty="0">
                <a:solidFill>
                  <a:srgbClr val="FF0000"/>
                </a:solidFill>
              </a:rPr>
              <a:t>切り込みを入れる箇所をクリックで選択</a:t>
            </a:r>
            <a:r>
              <a:rPr lang="ja-JP" altLang="en-US" sz="2400" dirty="0"/>
              <a:t>していきます。</a:t>
            </a:r>
            <a:endParaRPr lang="en-US" altLang="ja-JP" sz="2400" dirty="0"/>
          </a:p>
          <a:p>
            <a:r>
              <a:rPr kumimoji="1" lang="ja-JP" altLang="en-US" sz="2400" dirty="0"/>
              <a:t>切り込み線をつけたら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Enter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キー</a:t>
            </a:r>
            <a:r>
              <a:rPr lang="ja-JP" altLang="en-US" sz="2400" b="1" dirty="0">
                <a:solidFill>
                  <a:srgbClr val="FF0000"/>
                </a:solidFill>
              </a:rPr>
              <a:t>で確定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kumimoji="1" lang="ja-JP" altLang="en-US" sz="2400" dirty="0"/>
              <a:t>下のように縦に切れ込みを入れてみましょう。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FFAFBCE-35F3-4151-81AE-C14E792FB3E6}"/>
              </a:ext>
            </a:extLst>
          </p:cNvPr>
          <p:cNvSpPr txBox="1"/>
          <p:nvPr/>
        </p:nvSpPr>
        <p:spPr>
          <a:xfrm>
            <a:off x="5122635" y="4946220"/>
            <a:ext cx="54168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後で位置調整はできるので、</a:t>
            </a:r>
            <a:endParaRPr lang="en-US" altLang="ja-JP" sz="2400" dirty="0"/>
          </a:p>
          <a:p>
            <a:r>
              <a:rPr kumimoji="1" lang="ja-JP" altLang="en-US" sz="2400" dirty="0"/>
              <a:t>切れ込みの位置は適当で大丈夫です。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B02B026-2A78-4AAD-B2C7-8DBBF8F91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699658" cy="359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2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押し出し</a:t>
            </a:r>
            <a:r>
              <a:rPr kumimoji="1" lang="ja-JP" altLang="en-US" sz="2400" dirty="0"/>
              <a:t>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選択した面を押し出すように新たな面を作成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カットした面を選択して、押し出しボタンをクリックしましょう。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625F63-F23D-46BD-9F4C-79BCDE19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3189207" cy="318920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0624288-42A2-4CB6-AF3D-D27D4B4AE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989" y="2187125"/>
            <a:ext cx="4107698" cy="318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3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＋のつまみをドラッグ＆ドロップすると面を押し出しします。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CAD21C-26E1-4C42-A13B-A350F13D1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4512458" cy="44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自由にカットと押し出しを使って練習しましょう。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8612DBD-A01A-4C6A-B145-1F2F2FDE0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030687" cy="460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1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ループカット機能を使えば、均等な幅でカットすることができます。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8CF579D-CB20-4072-B2EB-5C647ED3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84991" cy="464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5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ループカットボタンを選択して、マウスカーソルを辺に近づけましょう。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EAEA234-C649-4F47-8520-CC0BDA7B7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223397" cy="349927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ACA6EB5-BD46-4732-B8E3-B980291F3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435" y="1817794"/>
            <a:ext cx="3726765" cy="350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2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81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この状態でクリックすると、半分の位置で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周分カットされます。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D07E54C-510A-414C-8B85-471398AF8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4668576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2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カットと押し出し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以降も半分の位置で均等にカットすることができます。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84D97A0-10AD-4E37-B25F-E3BC1E0A3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84991" cy="464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274</Words>
  <Application>Microsoft Office PowerPoint</Application>
  <PresentationFormat>ワイド画面</PresentationFormat>
  <Paragraphs>32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</cp:revision>
  <dcterms:created xsi:type="dcterms:W3CDTF">2024-08-27T02:15:54Z</dcterms:created>
  <dcterms:modified xsi:type="dcterms:W3CDTF">2025-02-02T02:15:14Z</dcterms:modified>
</cp:coreProperties>
</file>