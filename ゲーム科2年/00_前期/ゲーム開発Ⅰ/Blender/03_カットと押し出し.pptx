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9" r:id="rId3"/>
    <p:sldId id="261" r:id="rId4"/>
    <p:sldId id="262" r:id="rId5"/>
    <p:sldId id="263" r:id="rId6"/>
    <p:sldId id="264" r:id="rId7"/>
    <p:sldId id="265" r:id="rId8"/>
    <p:sldId id="266" r:id="rId9"/>
    <p:sldId id="267" r:id="rId10"/>
    <p:sldId id="268" r:id="rId11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74" d="100"/>
          <a:sy n="74" d="100"/>
        </p:scale>
        <p:origin x="684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4676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カットと押し出し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87908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変形で最もよく使用するのは、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カット</a:t>
            </a:r>
            <a:r>
              <a:rPr kumimoji="1" lang="ja-JP" altLang="en-US" sz="2400" dirty="0"/>
              <a:t>と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押し出し</a:t>
            </a:r>
            <a:r>
              <a:rPr kumimoji="1" lang="ja-JP" altLang="en-US" sz="2400" dirty="0"/>
              <a:t>です。</a:t>
            </a:r>
            <a:endParaRPr kumimoji="1" lang="en-US" altLang="ja-JP" sz="2400" dirty="0"/>
          </a:p>
          <a:p>
            <a:r>
              <a:rPr lang="ja-JP" altLang="en-US" sz="2400" dirty="0"/>
              <a:t>使いこなせば、様々な形に変形できます。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7C3B216E-77DC-4DD2-BA06-7D75218205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4515480" cy="3905795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CA14173A-281D-486E-9AEA-AE5918196859}"/>
              </a:ext>
            </a:extLst>
          </p:cNvPr>
          <p:cNvSpPr txBox="1"/>
          <p:nvPr/>
        </p:nvSpPr>
        <p:spPr>
          <a:xfrm>
            <a:off x="567542" y="6232621"/>
            <a:ext cx="47900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FF0000"/>
                </a:solidFill>
              </a:rPr>
              <a:t>※Edit</a:t>
            </a:r>
            <a:r>
              <a:rPr lang="ja-JP" altLang="en-US" sz="2400" b="1" dirty="0">
                <a:solidFill>
                  <a:srgbClr val="FF0000"/>
                </a:solidFill>
              </a:rPr>
              <a:t> </a:t>
            </a:r>
            <a:r>
              <a:rPr lang="en-US" altLang="ja-JP" sz="2400" b="1" dirty="0">
                <a:solidFill>
                  <a:srgbClr val="FF0000"/>
                </a:solidFill>
              </a:rPr>
              <a:t>Mode</a:t>
            </a:r>
            <a:r>
              <a:rPr lang="ja-JP" altLang="en-US" sz="2400" b="1" dirty="0">
                <a:solidFill>
                  <a:srgbClr val="FF0000"/>
                </a:solidFill>
              </a:rPr>
              <a:t>で作業してください</a:t>
            </a:r>
            <a:endParaRPr kumimoji="1"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35512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4676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カットと押し出し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80241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</a:rPr>
              <a:t>カット</a:t>
            </a:r>
            <a:r>
              <a:rPr kumimoji="1" lang="ja-JP" altLang="en-US" sz="2400" dirty="0"/>
              <a:t>とは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画像に切れ目を入れて、新しい辺を作る</a:t>
            </a:r>
            <a:r>
              <a:rPr kumimoji="1" lang="ja-JP" altLang="en-US" sz="2400" dirty="0"/>
              <a:t>ことです。</a:t>
            </a:r>
            <a:endParaRPr kumimoji="1" lang="en-US" altLang="ja-JP" sz="2400" dirty="0"/>
          </a:p>
          <a:p>
            <a:r>
              <a:rPr lang="ja-JP" altLang="en-US" sz="2400" dirty="0"/>
              <a:t>もっとも手軽な方法はナイフを使います。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C51E67FF-782F-45BE-B1CC-004E1290F8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1" y="2187125"/>
            <a:ext cx="4115915" cy="3256941"/>
          </a:xfrm>
          <a:prstGeom prst="rect">
            <a:avLst/>
          </a:prstGeom>
        </p:spPr>
      </p:pic>
      <p:sp>
        <p:nvSpPr>
          <p:cNvPr id="5" name="矢印: 右 4">
            <a:extLst>
              <a:ext uri="{FF2B5EF4-FFF2-40B4-BE49-F238E27FC236}">
                <a16:creationId xmlns:a16="http://schemas.microsoft.com/office/drawing/2014/main" id="{E5A594D3-2197-4D10-8045-D8247A1DDAD0}"/>
              </a:ext>
            </a:extLst>
          </p:cNvPr>
          <p:cNvSpPr/>
          <p:nvPr/>
        </p:nvSpPr>
        <p:spPr>
          <a:xfrm rot="13654963">
            <a:off x="1202266" y="4013201"/>
            <a:ext cx="448734" cy="330200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461628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4676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カットと押し出し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11018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ナイフは</a:t>
            </a:r>
            <a:r>
              <a:rPr lang="ja-JP" altLang="en-US" sz="2400" b="1" dirty="0">
                <a:solidFill>
                  <a:srgbClr val="FF0000"/>
                </a:solidFill>
              </a:rPr>
              <a:t>切り込みを入れる箇所をクリックで選択</a:t>
            </a:r>
            <a:r>
              <a:rPr lang="ja-JP" altLang="en-US" sz="2400" dirty="0"/>
              <a:t>していきます。</a:t>
            </a:r>
            <a:endParaRPr lang="en-US" altLang="ja-JP" sz="2400" dirty="0"/>
          </a:p>
          <a:p>
            <a:r>
              <a:rPr kumimoji="1" lang="ja-JP" altLang="en-US" sz="2400" dirty="0"/>
              <a:t>切り込み線をつけたら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Enter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キー</a:t>
            </a:r>
            <a:r>
              <a:rPr lang="ja-JP" altLang="en-US" sz="2400" b="1" dirty="0">
                <a:solidFill>
                  <a:srgbClr val="FF0000"/>
                </a:solidFill>
              </a:rPr>
              <a:t>で確定</a:t>
            </a:r>
            <a:r>
              <a:rPr lang="ja-JP" altLang="en-US" sz="2400" dirty="0"/>
              <a:t>します。</a:t>
            </a:r>
            <a:endParaRPr lang="en-US" altLang="ja-JP" sz="2400" dirty="0"/>
          </a:p>
          <a:p>
            <a:r>
              <a:rPr kumimoji="1" lang="ja-JP" altLang="en-US" sz="2400" dirty="0"/>
              <a:t>下のように縦に切れ込みを入れてみましょう。</a:t>
            </a:r>
            <a:endParaRPr kumimoji="1" lang="en-US" altLang="ja-JP" sz="2400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4FFAFBCE-35F3-4151-81AE-C14E792FB3E6}"/>
              </a:ext>
            </a:extLst>
          </p:cNvPr>
          <p:cNvSpPr txBox="1"/>
          <p:nvPr/>
        </p:nvSpPr>
        <p:spPr>
          <a:xfrm>
            <a:off x="5122635" y="4946220"/>
            <a:ext cx="541686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00B050"/>
                </a:solidFill>
              </a:rPr>
              <a:t>MEMO</a:t>
            </a:r>
          </a:p>
          <a:p>
            <a:r>
              <a:rPr lang="ja-JP" altLang="en-US" sz="2400" dirty="0"/>
              <a:t>後で位置調整はできるので、</a:t>
            </a:r>
            <a:endParaRPr lang="en-US" altLang="ja-JP" sz="2400" dirty="0"/>
          </a:p>
          <a:p>
            <a:r>
              <a:rPr kumimoji="1" lang="ja-JP" altLang="en-US" sz="2400" dirty="0"/>
              <a:t>切れ込みの位置は適当で大丈夫です。</a:t>
            </a:r>
            <a:endParaRPr kumimoji="1" lang="en-US" altLang="ja-JP" sz="2400" dirty="0"/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3B02B026-2A78-4AAD-B2C7-8DBBF8F91C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556458"/>
            <a:ext cx="3699658" cy="35947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51285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4676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カットと押し出し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1796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</a:rPr>
              <a:t>押し出し</a:t>
            </a:r>
            <a:r>
              <a:rPr kumimoji="1" lang="ja-JP" altLang="en-US" sz="2400" dirty="0"/>
              <a:t>は、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選択した面を押し出すように新たな面を作成</a:t>
            </a:r>
            <a:r>
              <a:rPr kumimoji="1" lang="ja-JP" altLang="en-US" sz="2400" dirty="0"/>
              <a:t>します。</a:t>
            </a:r>
            <a:endParaRPr kumimoji="1" lang="en-US" altLang="ja-JP" sz="2400" dirty="0"/>
          </a:p>
          <a:p>
            <a:r>
              <a:rPr kumimoji="1" lang="ja-JP" altLang="en-US" sz="2400" dirty="0"/>
              <a:t>カットした面を選択して、押し出しボタンをクリックしましょう。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DB625F63-F23D-46BD-9F4C-79BCDE19B2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1" y="2187125"/>
            <a:ext cx="3189207" cy="3189207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A0624288-42A2-4CB6-AF3D-D27D4B4AE2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9989" y="2187125"/>
            <a:ext cx="4107698" cy="31892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47383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4676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カットと押し出し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1101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＋のつまみをドラッグ＆ドロップすると面を押し出しします。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E2CAD21C-26E1-4C42-A13B-A350F13D1C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5"/>
            <a:ext cx="4512458" cy="4488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6667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4676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カットと押し出し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2635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自由にカットと押し出しを使って練習しましょう。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F8612DBD-A01A-4C6A-B145-1F2F2FDE0F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5"/>
            <a:ext cx="3030687" cy="46084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45132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4676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カットと押し出し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7257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ループカット機能を使えば、均等な幅でカットすることができます。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98CF579D-CB20-4072-B2EB-5C647ED303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4884991" cy="46450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33505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4676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カットと押し出し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3412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ループカットボタンを選択して、マウスカーソルを辺に近づけましょう。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0EAEA234-C649-4F47-8520-CC0BDA7B76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3223397" cy="3499273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2ACA6EB5-BD46-4732-B8E3-B980291F3E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7435" y="1817794"/>
            <a:ext cx="3726765" cy="35013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84230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4676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カットと押し出し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2817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この状態でクリックすると、半分の位置で</a:t>
            </a:r>
            <a:r>
              <a:rPr kumimoji="1" lang="en-US" altLang="ja-JP" sz="2400" dirty="0"/>
              <a:t>1</a:t>
            </a:r>
            <a:r>
              <a:rPr kumimoji="1" lang="ja-JP" altLang="en-US" sz="2400" dirty="0"/>
              <a:t>周分カットされます。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8D07E54C-510A-414C-8B85-471398AF85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5"/>
            <a:ext cx="4668576" cy="4548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421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4676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カットと押し出し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87908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以降も半分の位置で均等にカットすることができます。</a:t>
            </a:r>
            <a:endParaRPr kumimoji="1"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E84D97A0-10AD-4E37-B25F-E3BC1E0A35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4884991" cy="46450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6587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247</TotalTime>
  <Words>246</Words>
  <Application>Microsoft Office PowerPoint</Application>
  <PresentationFormat>ワイド画面</PresentationFormat>
  <Paragraphs>29</Paragraphs>
  <Slides>10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10</vt:i4>
      </vt:variant>
    </vt:vector>
  </HeadingPairs>
  <TitlesOfParts>
    <vt:vector size="14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30</cp:revision>
  <dcterms:created xsi:type="dcterms:W3CDTF">2024-08-27T02:15:54Z</dcterms:created>
  <dcterms:modified xsi:type="dcterms:W3CDTF">2026-05-13T00:53:33Z</dcterms:modified>
</cp:coreProperties>
</file>