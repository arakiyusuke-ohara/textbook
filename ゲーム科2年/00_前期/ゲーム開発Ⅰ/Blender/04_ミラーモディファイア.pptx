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ミラーモディファイア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6490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ミラーモディファイア</a:t>
            </a:r>
            <a:r>
              <a:rPr kumimoji="1" lang="ja-JP" altLang="en-US" sz="2400" dirty="0"/>
              <a:t>を使うと、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左右対称</a:t>
            </a:r>
            <a:r>
              <a:rPr kumimoji="1" lang="ja-JP" altLang="en-US" sz="2400" dirty="0"/>
              <a:t>のモデリングが簡単に作れます。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26B94FA-357D-43B7-9006-80632D896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4681791" cy="4414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551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ミラーモディファイア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2453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右側のモディファイアメニューから「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Add Modifier</a:t>
            </a:r>
            <a:r>
              <a:rPr kumimoji="1" lang="ja-JP" altLang="en-US" sz="2400" dirty="0"/>
              <a:t>」ボタンをクリックします。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103117F-D3A6-47DD-A175-BC104A9EF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4468458" cy="4548252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A0373095-D395-4CFE-A4E2-3C88F1B73D8E}"/>
              </a:ext>
            </a:extLst>
          </p:cNvPr>
          <p:cNvSpPr/>
          <p:nvPr/>
        </p:nvSpPr>
        <p:spPr>
          <a:xfrm rot="13803691">
            <a:off x="761844" y="5955584"/>
            <a:ext cx="532623" cy="345146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矢印: 右 7">
            <a:extLst>
              <a:ext uri="{FF2B5EF4-FFF2-40B4-BE49-F238E27FC236}">
                <a16:creationId xmlns:a16="http://schemas.microsoft.com/office/drawing/2014/main" id="{32F7F8C0-E061-4961-85EF-A7E88EF032C6}"/>
              </a:ext>
            </a:extLst>
          </p:cNvPr>
          <p:cNvSpPr/>
          <p:nvPr/>
        </p:nvSpPr>
        <p:spPr>
          <a:xfrm rot="13803691">
            <a:off x="3623577" y="3076917"/>
            <a:ext cx="532623" cy="345146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5817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ミラーモディファイア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6717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「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Generate &gt; Mirror</a:t>
            </a:r>
            <a:r>
              <a:rPr kumimoji="1" lang="ja-JP" altLang="en-US" sz="2400" dirty="0"/>
              <a:t>」を選択します。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C008499-E8F6-4FCC-977C-3BA126AEE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028898" cy="4244339"/>
          </a:xfrm>
          <a:prstGeom prst="rect">
            <a:avLst/>
          </a:prstGeom>
        </p:spPr>
      </p:pic>
      <p:sp>
        <p:nvSpPr>
          <p:cNvPr id="9" name="矢印: 右 8">
            <a:extLst>
              <a:ext uri="{FF2B5EF4-FFF2-40B4-BE49-F238E27FC236}">
                <a16:creationId xmlns:a16="http://schemas.microsoft.com/office/drawing/2014/main" id="{7D345CCC-730D-406F-9B4A-1EE7D9405307}"/>
              </a:ext>
            </a:extLst>
          </p:cNvPr>
          <p:cNvSpPr/>
          <p:nvPr/>
        </p:nvSpPr>
        <p:spPr>
          <a:xfrm rot="13803691">
            <a:off x="3615110" y="5235917"/>
            <a:ext cx="532623" cy="345146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6208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ミラーモディファイア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4508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デフォルトでは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X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軸方向に対象</a:t>
            </a:r>
            <a:r>
              <a:rPr kumimoji="1" lang="ja-JP" altLang="en-US" sz="2400" dirty="0"/>
              <a:t>になります。</a:t>
            </a:r>
            <a:endParaRPr kumimoji="1" lang="en-US" altLang="ja-JP" sz="2400" dirty="0"/>
          </a:p>
          <a:p>
            <a:r>
              <a:rPr kumimoji="1" lang="en-US" altLang="ja-JP" sz="2400" dirty="0"/>
              <a:t>Edit Mode</a:t>
            </a:r>
            <a:r>
              <a:rPr kumimoji="1" lang="ja-JP" altLang="en-US" sz="2400" dirty="0"/>
              <a:t>で</a:t>
            </a:r>
            <a:r>
              <a:rPr kumimoji="1" lang="en-US" altLang="ja-JP" sz="2400" dirty="0"/>
              <a:t>X</a:t>
            </a:r>
            <a:r>
              <a:rPr kumimoji="1" lang="ja-JP" altLang="en-US" sz="2400" dirty="0"/>
              <a:t>軸方向に移動してみましょう。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0283ECC-41EA-462F-81A8-067A3D36D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6830378" cy="4096322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F8AD55CC-75C4-42DA-9F98-91A8463AB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4805" y="2187126"/>
            <a:ext cx="3277057" cy="3191320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30AFBEE-FEF6-4932-8C16-FD49DFB3BBB2}"/>
              </a:ext>
            </a:extLst>
          </p:cNvPr>
          <p:cNvSpPr txBox="1"/>
          <p:nvPr/>
        </p:nvSpPr>
        <p:spPr>
          <a:xfrm>
            <a:off x="7674805" y="5457866"/>
            <a:ext cx="357020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どの軸に対象にするかは</a:t>
            </a:r>
            <a:endParaRPr kumimoji="1" lang="en-US" altLang="ja-JP" sz="2400" dirty="0"/>
          </a:p>
          <a:p>
            <a:r>
              <a:rPr lang="en-US" altLang="ja-JP" sz="2400" dirty="0"/>
              <a:t>Axis</a:t>
            </a:r>
            <a:r>
              <a:rPr lang="ja-JP" altLang="en-US" sz="2400" dirty="0"/>
              <a:t>で設定できます</a:t>
            </a:r>
            <a:endParaRPr kumimoji="1" lang="en-US" altLang="ja-JP" sz="2400" dirty="0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56AB245-6CDA-4EF6-93F6-0479E67679CD}"/>
              </a:ext>
            </a:extLst>
          </p:cNvPr>
          <p:cNvSpPr/>
          <p:nvPr/>
        </p:nvSpPr>
        <p:spPr>
          <a:xfrm>
            <a:off x="8644467" y="3429000"/>
            <a:ext cx="2125133" cy="254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848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ミラーモディファイア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カットや押し出しなど、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すべて左右対称</a:t>
            </a:r>
            <a:r>
              <a:rPr kumimoji="1" lang="ja-JP" altLang="en-US" sz="2400" dirty="0"/>
              <a:t>に反映されます。</a:t>
            </a:r>
            <a:endParaRPr kumimoji="1" lang="en-US" altLang="ja-JP" sz="2400" dirty="0"/>
          </a:p>
          <a:p>
            <a:r>
              <a:rPr lang="ja-JP" altLang="en-US" sz="2400" dirty="0"/>
              <a:t>適当にモデリングしてみましょう。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1918ED2-E42E-467C-9F58-94F2A7BB4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3471058" cy="4156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720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ミラーモディファイア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291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モディファイアは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適用しないと実際に反映されません。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en-US" altLang="ja-JP" sz="2400" b="1" dirty="0">
                <a:solidFill>
                  <a:srgbClr val="FF0000"/>
                </a:solidFill>
              </a:rPr>
              <a:t>Object Mode</a:t>
            </a:r>
            <a:r>
              <a:rPr lang="ja-JP" altLang="en-US" sz="2400" dirty="0"/>
              <a:t>に切り替えて</a:t>
            </a:r>
            <a:r>
              <a:rPr lang="en-US" altLang="ja-JP" sz="2400" b="1" dirty="0">
                <a:solidFill>
                  <a:srgbClr val="FF0000"/>
                </a:solidFill>
              </a:rPr>
              <a:t>Apply</a:t>
            </a:r>
            <a:r>
              <a:rPr lang="ja-JP" altLang="en-US" sz="2400" dirty="0"/>
              <a:t>をクリックしましょう。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C839C09-9656-4834-9B61-699B60DD7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4760452" cy="4178920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DE726C86-2111-4041-ABDF-22D27935144B}"/>
              </a:ext>
            </a:extLst>
          </p:cNvPr>
          <p:cNvSpPr/>
          <p:nvPr/>
        </p:nvSpPr>
        <p:spPr>
          <a:xfrm rot="13803691">
            <a:off x="4365805" y="3399995"/>
            <a:ext cx="532623" cy="345146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矢印: 右 7">
            <a:extLst>
              <a:ext uri="{FF2B5EF4-FFF2-40B4-BE49-F238E27FC236}">
                <a16:creationId xmlns:a16="http://schemas.microsoft.com/office/drawing/2014/main" id="{FACF1CD8-239E-4B26-8815-F51E848F75BF}"/>
              </a:ext>
            </a:extLst>
          </p:cNvPr>
          <p:cNvSpPr/>
          <p:nvPr/>
        </p:nvSpPr>
        <p:spPr>
          <a:xfrm rot="13803691">
            <a:off x="3226154" y="3714971"/>
            <a:ext cx="532623" cy="345146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CB66C32C-D1B0-445C-891E-DE7E882BC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7779" y="2187127"/>
            <a:ext cx="4252822" cy="4175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370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</TotalTime>
  <Words>113</Words>
  <Application>Microsoft Office PowerPoint</Application>
  <PresentationFormat>ワイド画面</PresentationFormat>
  <Paragraphs>17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32</cp:revision>
  <dcterms:created xsi:type="dcterms:W3CDTF">2024-08-27T02:15:54Z</dcterms:created>
  <dcterms:modified xsi:type="dcterms:W3CDTF">2025-02-02T02:51:25Z</dcterms:modified>
</cp:coreProperties>
</file>