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モデルに</a:t>
            </a:r>
            <a:r>
              <a:rPr lang="ja-JP" altLang="en-US" sz="2400" b="1" dirty="0">
                <a:solidFill>
                  <a:srgbClr val="FF0000"/>
                </a:solidFill>
              </a:rPr>
              <a:t>色を塗ったり、画像を張ったり</a:t>
            </a:r>
            <a:r>
              <a:rPr lang="ja-JP" altLang="en-US" sz="2400" dirty="0"/>
              <a:t>するには、</a:t>
            </a:r>
            <a:r>
              <a:rPr lang="ja-JP" altLang="en-US" sz="2400" b="1" dirty="0">
                <a:solidFill>
                  <a:srgbClr val="FF0000"/>
                </a:solidFill>
              </a:rPr>
              <a:t>マテリアル</a:t>
            </a:r>
            <a:r>
              <a:rPr lang="ja-JP" altLang="en-US" sz="2400" dirty="0"/>
              <a:t>を使用します。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5CF2CE3-A051-467D-BE52-3C48D4259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4563705" cy="445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マテリアルを反映させて見た目にするには、</a:t>
            </a:r>
            <a:endParaRPr lang="en-US" altLang="ja-JP" sz="2400" dirty="0"/>
          </a:p>
          <a:p>
            <a:r>
              <a:rPr kumimoji="1" lang="ja-JP" altLang="en-US" sz="2400" dirty="0"/>
              <a:t>画面右上の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描画モードを切り替える</a:t>
            </a:r>
            <a:r>
              <a:rPr kumimoji="1" lang="ja-JP" altLang="en-US" sz="2400" dirty="0"/>
              <a:t>必要があります。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6EE3340-1C1C-43DC-B255-C92A81A5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578556" cy="2452607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9985FCA0-0322-4BFF-9520-4AD0C301E1AA}"/>
              </a:ext>
            </a:extLst>
          </p:cNvPr>
          <p:cNvSpPr/>
          <p:nvPr/>
        </p:nvSpPr>
        <p:spPr>
          <a:xfrm rot="13870976">
            <a:off x="6739465" y="3920066"/>
            <a:ext cx="516467" cy="33866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973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74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画面右側のマテリアルメニューから「</a:t>
            </a:r>
            <a:r>
              <a:rPr kumimoji="1" lang="en-US" altLang="ja-JP" sz="2400" dirty="0"/>
              <a:t>New</a:t>
            </a:r>
            <a:r>
              <a:rPr kumimoji="1" lang="ja-JP" altLang="en-US" sz="2400" dirty="0"/>
              <a:t>」ボタンをクリックしましょう。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2CD4AC7-6C2A-47BE-95F8-41D344C94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2869925" cy="4300526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B1361BAE-07A3-4898-B6D3-6611E4038DF8}"/>
              </a:ext>
            </a:extLst>
          </p:cNvPr>
          <p:cNvSpPr/>
          <p:nvPr/>
        </p:nvSpPr>
        <p:spPr>
          <a:xfrm rot="13870976">
            <a:off x="603115" y="6112931"/>
            <a:ext cx="516467" cy="33866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75FC85AC-711B-4ED5-8AAA-4F622E52A0D5}"/>
              </a:ext>
            </a:extLst>
          </p:cNvPr>
          <p:cNvSpPr/>
          <p:nvPr/>
        </p:nvSpPr>
        <p:spPr>
          <a:xfrm rot="13870976">
            <a:off x="2396064" y="3691465"/>
            <a:ext cx="516467" cy="33866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236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11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Base Color</a:t>
            </a:r>
            <a:r>
              <a:rPr kumimoji="1" lang="ja-JP" altLang="en-US" sz="2400" dirty="0"/>
              <a:t>で色を塗ることができます。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8ABB4FD-A506-492B-96D4-1FEB66467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345699" cy="3914139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8D018D37-E1F1-4AE5-847A-9D0836FE178A}"/>
              </a:ext>
            </a:extLst>
          </p:cNvPr>
          <p:cNvSpPr/>
          <p:nvPr/>
        </p:nvSpPr>
        <p:spPr>
          <a:xfrm rot="13870976">
            <a:off x="4080929" y="3298183"/>
            <a:ext cx="516467" cy="33866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04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9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Metallic</a:t>
            </a:r>
            <a:r>
              <a:rPr kumimoji="1" lang="ja-JP" altLang="en-US" sz="2400" dirty="0"/>
              <a:t>では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金属感</a:t>
            </a:r>
            <a:r>
              <a:rPr kumimoji="1" lang="ja-JP" altLang="en-US" sz="2400" dirty="0"/>
              <a:t>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Roughness</a:t>
            </a:r>
            <a:r>
              <a:rPr kumimoji="1" lang="ja-JP" altLang="en-US" sz="2400" dirty="0"/>
              <a:t>では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つや感</a:t>
            </a:r>
            <a:r>
              <a:rPr kumimoji="1" lang="ja-JP" altLang="en-US" sz="2400" dirty="0"/>
              <a:t>を調節できます。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528016-B9F7-48D9-A4CB-75D7BB3F4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674539" cy="40750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2A1A133-CF30-47C8-9727-7A3F420AB655}"/>
              </a:ext>
            </a:extLst>
          </p:cNvPr>
          <p:cNvSpPr/>
          <p:nvPr/>
        </p:nvSpPr>
        <p:spPr>
          <a:xfrm>
            <a:off x="1236133" y="3488267"/>
            <a:ext cx="4859867" cy="914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8520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色を複数使いたい場合</a:t>
            </a:r>
            <a:r>
              <a:rPr kumimoji="1" lang="ja-JP" altLang="en-US" sz="2400" dirty="0"/>
              <a:t>や、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模様を入れたい場合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テクスチャ</a:t>
            </a:r>
            <a:r>
              <a:rPr kumimoji="1" lang="ja-JP" altLang="en-US" sz="2400" dirty="0"/>
              <a:t>を使います。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7D52406-C703-422D-B717-61C542AF1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4871406" cy="46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88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</a:t>
            </a:r>
            <a:r>
              <a:rPr kumimoji="1" lang="en-US" altLang="ja-JP" sz="2400" dirty="0"/>
              <a:t>Blender</a:t>
            </a:r>
            <a:r>
              <a:rPr kumimoji="1" lang="ja-JP" altLang="en-US" sz="2400" dirty="0"/>
              <a:t>ファイルを保存します。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必ず保存フォルダを作って</a:t>
            </a:r>
            <a:r>
              <a:rPr lang="ja-JP" altLang="en-US" sz="2400" dirty="0"/>
              <a:t>、保存しましょう。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74A884B-CA4E-44F1-B045-D4757D32F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665854" cy="393427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2D9D7F3-502C-4670-A23B-BDA6983D7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854" y="2187126"/>
            <a:ext cx="5523880" cy="39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2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70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Blender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ファイルと同じ場所</a:t>
            </a:r>
            <a:r>
              <a:rPr kumimoji="1" lang="ja-JP" altLang="en-US" sz="2400" dirty="0"/>
              <a:t>に、使用する画像を保存します。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6CF493E-74B6-4AAA-B41B-AAC8EA162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545899" cy="313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23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010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マテリアルの</a:t>
            </a:r>
            <a:r>
              <a:rPr kumimoji="1" lang="en-US" altLang="ja-JP" sz="2400" dirty="0"/>
              <a:t>Base Color</a:t>
            </a:r>
            <a:r>
              <a:rPr kumimoji="1" lang="ja-JP" altLang="en-US" sz="2400" dirty="0"/>
              <a:t>の左側にあるポチボタンを押して、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Image Texture</a:t>
            </a:r>
            <a:r>
              <a:rPr lang="ja-JP" altLang="en-US" sz="2400" dirty="0"/>
              <a:t>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13E3B6C-8B34-42D0-B1E0-090FD3240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10279854" cy="4044341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B9E7AEA-7725-4BE6-B3F2-C238F5C38CC1}"/>
              </a:ext>
            </a:extLst>
          </p:cNvPr>
          <p:cNvSpPr/>
          <p:nvPr/>
        </p:nvSpPr>
        <p:spPr>
          <a:xfrm rot="13870976">
            <a:off x="8873064" y="2891783"/>
            <a:ext cx="516467" cy="33866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771FC079-1565-4FD4-9D9E-AE2C401E13C8}"/>
              </a:ext>
            </a:extLst>
          </p:cNvPr>
          <p:cNvSpPr/>
          <p:nvPr/>
        </p:nvSpPr>
        <p:spPr>
          <a:xfrm rot="13870976">
            <a:off x="3725329" y="4424249"/>
            <a:ext cx="516467" cy="33866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8389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32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Open</a:t>
            </a:r>
            <a:r>
              <a:rPr kumimoji="1" lang="ja-JP" altLang="en-US" sz="2400" dirty="0"/>
              <a:t>ボタンから使用するテクスチャ（画像）を選択します。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1E49A27-3676-40D1-BF8F-D1D0F70D5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549443" cy="3694006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29EC670-4445-406C-923C-41AB0EE6C011}"/>
              </a:ext>
            </a:extLst>
          </p:cNvPr>
          <p:cNvSpPr/>
          <p:nvPr/>
        </p:nvSpPr>
        <p:spPr>
          <a:xfrm rot="13870976">
            <a:off x="5020728" y="4161782"/>
            <a:ext cx="516467" cy="33866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8517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モデルにテクスチャーが貼られます。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C55DEEF-2401-4F56-A4F8-4E57F19C5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537858" cy="417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2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7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場所を指定して貼り付けるには</a:t>
            </a:r>
            <a:r>
              <a:rPr lang="en-US" altLang="ja-JP" sz="2400" b="1" dirty="0">
                <a:solidFill>
                  <a:srgbClr val="FF0000"/>
                </a:solidFill>
              </a:rPr>
              <a:t>UV Editing</a:t>
            </a:r>
            <a:r>
              <a:rPr lang="ja-JP" altLang="en-US" sz="2400" dirty="0"/>
              <a:t>画面に切り替えます。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07EEAEA-6B91-4FFE-91F7-6EFA293FC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25658" cy="4576043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B7748B34-DF62-4D78-B764-0722AB6CE816}"/>
              </a:ext>
            </a:extLst>
          </p:cNvPr>
          <p:cNvSpPr/>
          <p:nvPr/>
        </p:nvSpPr>
        <p:spPr>
          <a:xfrm rot="13870976">
            <a:off x="2692395" y="2078982"/>
            <a:ext cx="516467" cy="33866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541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右側の画面で貼りたい面を選択します。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CB528E7-FAB8-457C-B0CC-D070FA53E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84991" cy="418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5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左側の画面に選択された面の部分が浮き上がります。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B7894E0-E18C-48CF-91B0-E854D7784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25725" cy="439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15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このエリアを設定して貼り付け部分を設定します。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9FA5380-534A-4F6C-85BF-3642E3B32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258005" cy="348663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6EDC8BF-3A31-41E4-84B7-9C59179A6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305" y="1817794"/>
            <a:ext cx="3507227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94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色々試してみてテクスチャを貼ってみましょう。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BA6623A-3752-4E42-A3C2-0DE5B878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4226248" cy="42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83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マテリアル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顔や服の模様なども地道に張り付けていきます。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E4BA49-AC69-4AD3-8B6F-CEDF62C34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554426" cy="351620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729E5AC-AD35-44C2-9162-D4E919B64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774" y="1802460"/>
            <a:ext cx="4015093" cy="352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17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243</Words>
  <Application>Microsoft Office PowerPoint</Application>
  <PresentationFormat>ワイド画面</PresentationFormat>
  <Paragraphs>37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39</cp:revision>
  <dcterms:created xsi:type="dcterms:W3CDTF">2024-08-27T02:15:54Z</dcterms:created>
  <dcterms:modified xsi:type="dcterms:W3CDTF">2025-02-04T07:17:38Z</dcterms:modified>
</cp:coreProperties>
</file>