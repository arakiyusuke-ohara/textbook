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編集画面の基本操作を説明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1F053BC-4024-4774-B28A-09C0A87A8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8093858" cy="453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マウスホイールを回転すると、視点を寄せたり引いたりできます。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4B4401C-D56A-4994-BEA6-39281F45D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271658" cy="444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ホイールをドラッグ＆ドロップすると回り込むことができます。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81A6F59-0115-420E-AD32-82753F732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27258" cy="462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5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614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Shift</a:t>
            </a:r>
            <a:r>
              <a:rPr kumimoji="1" lang="ja-JP" altLang="en-US" sz="2400" dirty="0"/>
              <a:t>キーを押しながら、ホイールをドラッグ＆ドロップすると、</a:t>
            </a:r>
            <a:endParaRPr kumimoji="1" lang="en-US" altLang="ja-JP" sz="2400" dirty="0"/>
          </a:p>
          <a:p>
            <a:r>
              <a:rPr lang="ja-JP" altLang="en-US" sz="2400" dirty="0"/>
              <a:t>視界がスライドします。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0E9D85F-1A7D-4771-ACFE-ED5013CD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873725" cy="422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1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0875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Blender</a:t>
            </a:r>
            <a:r>
              <a:rPr kumimoji="1" lang="ja-JP" altLang="en-US" sz="2400" dirty="0"/>
              <a:t>にはいくつかのモードがあります。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■代表的なモード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・オブジェクトモード</a:t>
            </a:r>
            <a:endParaRPr lang="en-US" altLang="ja-JP" sz="2400" dirty="0"/>
          </a:p>
          <a:p>
            <a:r>
              <a:rPr kumimoji="1" lang="ja-JP" altLang="en-US" sz="2400" dirty="0"/>
              <a:t>　・オブジェクト単位で編集するモード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・編集モード</a:t>
            </a:r>
            <a:endParaRPr kumimoji="1" lang="en-US" altLang="ja-JP" sz="2400" dirty="0"/>
          </a:p>
          <a:p>
            <a:r>
              <a:rPr lang="ja-JP" altLang="en-US" sz="2400" dirty="0"/>
              <a:t>　・面、辺、頂点単位で編集するモード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3473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98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編集モードに切り替えます。</a:t>
            </a:r>
            <a:endParaRPr kumimoji="1" lang="en-US" altLang="ja-JP" sz="2400" dirty="0"/>
          </a:p>
          <a:p>
            <a:r>
              <a:rPr lang="ja-JP" altLang="en-US" sz="2400" dirty="0"/>
              <a:t>左上のタブボタンを「</a:t>
            </a:r>
            <a:r>
              <a:rPr lang="en-US" altLang="ja-JP" sz="2400" b="1" dirty="0">
                <a:solidFill>
                  <a:srgbClr val="FF0000"/>
                </a:solidFill>
              </a:rPr>
              <a:t>Edit Mode</a:t>
            </a:r>
            <a:r>
              <a:rPr lang="ja-JP" altLang="en-US" sz="2400" dirty="0"/>
              <a:t>」に切り替えましょう。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93A7BEB-76F2-4D19-AF61-34672E5ED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5923366" cy="3942741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29D5350B-2306-499C-964B-A38D2A555CCA}"/>
              </a:ext>
            </a:extLst>
          </p:cNvPr>
          <p:cNvSpPr/>
          <p:nvPr/>
        </p:nvSpPr>
        <p:spPr>
          <a:xfrm rot="13553562">
            <a:off x="2641600" y="3462866"/>
            <a:ext cx="516466" cy="4233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08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任意の頂点をクリックして選択しましょう。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796651C-5FF2-4724-9F4D-460C7212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3479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1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左側のボタンから移動ボタンを選択します。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19683B-2F97-40C4-83A2-046D25025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18062" cy="345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4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矢印を左クリックでドラッグ＆ドロップすると、頂点が移動します。</a:t>
            </a:r>
            <a:endParaRPr kumimoji="1" lang="en-US" altLang="ja-JP" sz="2400" dirty="0"/>
          </a:p>
          <a:p>
            <a:r>
              <a:rPr lang="ja-JP" altLang="en-US" sz="2400" dirty="0"/>
              <a:t>合わせて画像が変形します。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E697F9-DFDD-44A8-9F2F-F7233DC1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601482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1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左上のボタンから、頂点、辺、面の選択を切り替えられます。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9358ED8-BB05-4597-BB2A-32B496E8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464131" cy="324527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E9983A4-146B-4666-BC23-8DD5CF11606A}"/>
              </a:ext>
            </a:extLst>
          </p:cNvPr>
          <p:cNvSpPr/>
          <p:nvPr/>
        </p:nvSpPr>
        <p:spPr>
          <a:xfrm>
            <a:off x="3750733" y="2844800"/>
            <a:ext cx="1363134" cy="58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872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適当に変形させてみましょう。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60A19FA-27A3-459A-B087-F8ADE2F8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107171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90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190</Words>
  <Application>Microsoft Office PowerPoint</Application>
  <PresentationFormat>ワイド画面</PresentationFormat>
  <Paragraphs>32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24</cp:revision>
  <dcterms:created xsi:type="dcterms:W3CDTF">2024-08-27T02:15:54Z</dcterms:created>
  <dcterms:modified xsi:type="dcterms:W3CDTF">2025-01-31T07:43:25Z</dcterms:modified>
</cp:coreProperties>
</file>