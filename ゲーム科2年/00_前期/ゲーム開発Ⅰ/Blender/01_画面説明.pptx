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画面について説明します。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9FDB64-B759-4A27-82FA-D26E4BD54611}"/>
              </a:ext>
            </a:extLst>
          </p:cNvPr>
          <p:cNvGrpSpPr/>
          <p:nvPr/>
        </p:nvGrpSpPr>
        <p:grpSpPr>
          <a:xfrm>
            <a:off x="567542" y="2187125"/>
            <a:ext cx="8093858" cy="4535407"/>
            <a:chOff x="567542" y="1817795"/>
            <a:chExt cx="8765703" cy="465920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1F053BC-4024-4774-B28A-09C0A87A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1817795"/>
              <a:ext cx="8765703" cy="4659206"/>
            </a:xfrm>
            <a:prstGeom prst="rect">
              <a:avLst/>
            </a:prstGeom>
          </p:spPr>
        </p:pic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09BD6B7-8197-40E7-817A-A443CDAE4321}"/>
                </a:ext>
              </a:extLst>
            </p:cNvPr>
            <p:cNvSpPr/>
            <p:nvPr/>
          </p:nvSpPr>
          <p:spPr>
            <a:xfrm>
              <a:off x="567542" y="1913467"/>
              <a:ext cx="7238725" cy="3293533"/>
            </a:xfrm>
            <a:prstGeom prst="roundRect">
              <a:avLst/>
            </a:prstGeom>
            <a:solidFill>
              <a:srgbClr val="FF0000">
                <a:alpha val="3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23A05E70-6FDA-464E-9A39-DE95A09C2ED9}"/>
                </a:ext>
              </a:extLst>
            </p:cNvPr>
            <p:cNvSpPr/>
            <p:nvPr/>
          </p:nvSpPr>
          <p:spPr>
            <a:xfrm>
              <a:off x="7806267" y="1913467"/>
              <a:ext cx="1526978" cy="1515534"/>
            </a:xfrm>
            <a:prstGeom prst="roundRect">
              <a:avLst/>
            </a:prstGeom>
            <a:solidFill>
              <a:srgbClr val="00B050">
                <a:alpha val="38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4CB331A3-FB39-46CD-A269-95CDC7710EB7}"/>
                </a:ext>
              </a:extLst>
            </p:cNvPr>
            <p:cNvSpPr/>
            <p:nvPr/>
          </p:nvSpPr>
          <p:spPr>
            <a:xfrm>
              <a:off x="7806267" y="3437467"/>
              <a:ext cx="1526978" cy="3039534"/>
            </a:xfrm>
            <a:prstGeom prst="roundRect">
              <a:avLst/>
            </a:prstGeom>
            <a:solidFill>
              <a:srgbClr val="0070C0">
                <a:alpha val="38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B77CB027-9EA9-47D3-984B-F19249B8AABE}"/>
                </a:ext>
              </a:extLst>
            </p:cNvPr>
            <p:cNvSpPr/>
            <p:nvPr/>
          </p:nvSpPr>
          <p:spPr>
            <a:xfrm>
              <a:off x="567542" y="5207000"/>
              <a:ext cx="7238725" cy="1270001"/>
            </a:xfrm>
            <a:prstGeom prst="roundRect">
              <a:avLst/>
            </a:prstGeom>
            <a:solidFill>
              <a:srgbClr val="FFFF00">
                <a:alpha val="38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赤い部分はメインの編集画面です。</a:t>
            </a:r>
            <a:endParaRPr kumimoji="1" lang="en-US" altLang="ja-JP" sz="2400" dirty="0"/>
          </a:p>
          <a:p>
            <a:r>
              <a:rPr lang="ja-JP" altLang="en-US" sz="2400" dirty="0"/>
              <a:t>画像を変形したり、増やしたりします。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9FDB64-B759-4A27-82FA-D26E4BD54611}"/>
              </a:ext>
            </a:extLst>
          </p:cNvPr>
          <p:cNvGrpSpPr/>
          <p:nvPr/>
        </p:nvGrpSpPr>
        <p:grpSpPr>
          <a:xfrm>
            <a:off x="567542" y="2187125"/>
            <a:ext cx="8093858" cy="4535407"/>
            <a:chOff x="567542" y="1817795"/>
            <a:chExt cx="8765703" cy="465920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1F053BC-4024-4774-B28A-09C0A87A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1817795"/>
              <a:ext cx="8765703" cy="4659206"/>
            </a:xfrm>
            <a:prstGeom prst="rect">
              <a:avLst/>
            </a:prstGeom>
          </p:spPr>
        </p:pic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09BD6B7-8197-40E7-817A-A443CDAE4321}"/>
                </a:ext>
              </a:extLst>
            </p:cNvPr>
            <p:cNvSpPr/>
            <p:nvPr/>
          </p:nvSpPr>
          <p:spPr>
            <a:xfrm>
              <a:off x="567542" y="1913467"/>
              <a:ext cx="7238725" cy="3293533"/>
            </a:xfrm>
            <a:prstGeom prst="roundRect">
              <a:avLst/>
            </a:prstGeom>
            <a:solidFill>
              <a:srgbClr val="FF0000">
                <a:alpha val="3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緑の部分は配置されたオブジェクトの一覧になります。</a:t>
            </a:r>
            <a:endParaRPr kumimoji="1" lang="en-US" altLang="ja-JP" sz="2400" dirty="0"/>
          </a:p>
          <a:p>
            <a:r>
              <a:rPr lang="ja-JP" altLang="en-US" sz="2400" dirty="0"/>
              <a:t>画像だけでなくカメラやライトなども置いたりできます。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9FDB64-B759-4A27-82FA-D26E4BD54611}"/>
              </a:ext>
            </a:extLst>
          </p:cNvPr>
          <p:cNvGrpSpPr/>
          <p:nvPr/>
        </p:nvGrpSpPr>
        <p:grpSpPr>
          <a:xfrm>
            <a:off x="567542" y="2187125"/>
            <a:ext cx="8093858" cy="4535407"/>
            <a:chOff x="567542" y="1817795"/>
            <a:chExt cx="8765703" cy="465920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1F053BC-4024-4774-B28A-09C0A87A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1817795"/>
              <a:ext cx="8765703" cy="4659206"/>
            </a:xfrm>
            <a:prstGeom prst="rect">
              <a:avLst/>
            </a:prstGeom>
          </p:spPr>
        </p:pic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23A05E70-6FDA-464E-9A39-DE95A09C2ED9}"/>
                </a:ext>
              </a:extLst>
            </p:cNvPr>
            <p:cNvSpPr/>
            <p:nvPr/>
          </p:nvSpPr>
          <p:spPr>
            <a:xfrm>
              <a:off x="7806267" y="1913467"/>
              <a:ext cx="1526978" cy="1515534"/>
            </a:xfrm>
            <a:prstGeom prst="roundRect">
              <a:avLst/>
            </a:prstGeom>
            <a:solidFill>
              <a:srgbClr val="00B050">
                <a:alpha val="38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8575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青い部分は画像を詳細に加工するための設定をします。</a:t>
            </a:r>
            <a:endParaRPr kumimoji="1" lang="en-US" altLang="ja-JP" sz="2400" dirty="0"/>
          </a:p>
          <a:p>
            <a:r>
              <a:rPr lang="ja-JP" altLang="en-US" sz="2400" dirty="0"/>
              <a:t>左右対称にしたり、色をつけたりなど、様々なことができます。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9FDB64-B759-4A27-82FA-D26E4BD54611}"/>
              </a:ext>
            </a:extLst>
          </p:cNvPr>
          <p:cNvGrpSpPr/>
          <p:nvPr/>
        </p:nvGrpSpPr>
        <p:grpSpPr>
          <a:xfrm>
            <a:off x="567542" y="2187125"/>
            <a:ext cx="8093858" cy="4535407"/>
            <a:chOff x="567542" y="1817795"/>
            <a:chExt cx="8765703" cy="465920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1F053BC-4024-4774-B28A-09C0A87A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1817795"/>
              <a:ext cx="8765703" cy="4659206"/>
            </a:xfrm>
            <a:prstGeom prst="rect">
              <a:avLst/>
            </a:prstGeom>
          </p:spPr>
        </p:pic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4CB331A3-FB39-46CD-A269-95CDC7710EB7}"/>
                </a:ext>
              </a:extLst>
            </p:cNvPr>
            <p:cNvSpPr/>
            <p:nvPr/>
          </p:nvSpPr>
          <p:spPr>
            <a:xfrm>
              <a:off x="7806267" y="3437467"/>
              <a:ext cx="1526978" cy="3039534"/>
            </a:xfrm>
            <a:prstGeom prst="roundRect">
              <a:avLst/>
            </a:prstGeom>
            <a:solidFill>
              <a:srgbClr val="0070C0">
                <a:alpha val="38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8905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黄色の部分はアニメーション編集画面になります。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歩行やジャンプの動きを編集したりします。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9FDB64-B759-4A27-82FA-D26E4BD54611}"/>
              </a:ext>
            </a:extLst>
          </p:cNvPr>
          <p:cNvGrpSpPr/>
          <p:nvPr/>
        </p:nvGrpSpPr>
        <p:grpSpPr>
          <a:xfrm>
            <a:off x="567542" y="2187125"/>
            <a:ext cx="8093858" cy="4535407"/>
            <a:chOff x="567542" y="1817795"/>
            <a:chExt cx="8765703" cy="465920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1F053BC-4024-4774-B28A-09C0A87A8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1817795"/>
              <a:ext cx="8765703" cy="4659206"/>
            </a:xfrm>
            <a:prstGeom prst="rect">
              <a:avLst/>
            </a:prstGeom>
          </p:spPr>
        </p:pic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B77CB027-9EA9-47D3-984B-F19249B8AABE}"/>
                </a:ext>
              </a:extLst>
            </p:cNvPr>
            <p:cNvSpPr/>
            <p:nvPr/>
          </p:nvSpPr>
          <p:spPr>
            <a:xfrm>
              <a:off x="567542" y="5207000"/>
              <a:ext cx="7238725" cy="1270001"/>
            </a:xfrm>
            <a:prstGeom prst="roundRect">
              <a:avLst/>
            </a:prstGeom>
            <a:solidFill>
              <a:srgbClr val="FFFF00">
                <a:alpha val="38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22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108</Words>
  <Application>Microsoft Office PowerPoint</Application>
  <PresentationFormat>ワイド画面</PresentationFormat>
  <Paragraphs>14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2025-01-31T07:24:05Z</dcterms:modified>
</cp:coreProperties>
</file>