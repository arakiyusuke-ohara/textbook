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ender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65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Blender</a:t>
            </a:r>
            <a:r>
              <a:rPr kumimoji="1" lang="ja-JP" altLang="en-US" sz="3200" b="1" u="sng" dirty="0"/>
              <a:t>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7659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Blender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3D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モデルの制作ツール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無料ツールの中では機能が非常に豊富で、広く普及されています。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また、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Epic Games</a:t>
            </a:r>
            <a:r>
              <a:rPr kumimoji="1" lang="ja-JP" altLang="en-US" sz="2400" dirty="0"/>
              <a:t>からサポートもされており、</a:t>
            </a:r>
            <a:endParaRPr kumimoji="1" lang="en-US" altLang="ja-JP" sz="2400" dirty="0"/>
          </a:p>
          <a:p>
            <a:r>
              <a:rPr lang="ja-JP" altLang="en-US" sz="2400" dirty="0"/>
              <a:t>ゲーム制作との相性も非常に良いのでお勧めです。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Blender</a:t>
            </a:r>
            <a:r>
              <a:rPr lang="ja-JP" altLang="en-US" sz="2400" b="1" dirty="0">
                <a:solidFill>
                  <a:srgbClr val="FF0000"/>
                </a:solidFill>
              </a:rPr>
              <a:t>公式サイト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blender.org - Home of the Blender project - Free and Open 3D Creation Software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565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Blender</a:t>
            </a:r>
            <a:r>
              <a:rPr kumimoji="1" lang="ja-JP" altLang="en-US" sz="3200" b="1" u="sng" dirty="0"/>
              <a:t>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8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公式サイトからダウンロード</a:t>
            </a:r>
            <a:r>
              <a:rPr kumimoji="1" lang="en-US" altLang="ja-JP" sz="2400" dirty="0"/>
              <a:t>/</a:t>
            </a:r>
            <a:r>
              <a:rPr kumimoji="1" lang="ja-JP" altLang="en-US" sz="2400" dirty="0"/>
              <a:t>インストールしたらすぐに使用できます。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AB90AA-CCE6-4A08-9E6B-E24FF188E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82022"/>
            <a:ext cx="10718525" cy="403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3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90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15</cp:revision>
  <dcterms:created xsi:type="dcterms:W3CDTF">2024-08-27T02:15:54Z</dcterms:created>
  <dcterms:modified xsi:type="dcterms:W3CDTF">2025-01-24T07:23:41Z</dcterms:modified>
</cp:coreProperties>
</file>