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アニメーション</a:t>
            </a:r>
            <a:r>
              <a:rPr lang="ja-JP" altLang="en-US" sz="2400" dirty="0"/>
              <a:t>を作成します。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51F4A9D-2EC0-4E66-BBAD-303062E4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801270" cy="47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モデルにアニメーションさせるには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ボーン（骨）</a:t>
            </a:r>
            <a:r>
              <a:rPr kumimoji="1" lang="ja-JP" altLang="en-US" sz="2400" dirty="0"/>
              <a:t>を入れる必要があります。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A25CBD8-0B62-4F5D-BFC1-8120C9459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3660788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15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配布した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Human.brend</a:t>
            </a:r>
            <a:r>
              <a:rPr kumimoji="1" lang="ja-JP" altLang="en-US" sz="2400" dirty="0"/>
              <a:t>を開き、</a:t>
            </a:r>
            <a:endParaRPr kumimoji="1" lang="en-US" altLang="ja-JP" sz="2400" dirty="0"/>
          </a:p>
          <a:p>
            <a:r>
              <a:rPr kumimoji="1" lang="ja-JP" altLang="en-US" sz="2400" dirty="0"/>
              <a:t>オブジェクトモードの状態で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アーマチュア</a:t>
            </a:r>
            <a:r>
              <a:rPr kumimoji="1"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EEA1314-F7C5-47CF-8F76-3BE735818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26" y="2187126"/>
            <a:ext cx="6087325" cy="444879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0D7AD12-1023-444D-B58A-B5ADF0FED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949" y="2187126"/>
            <a:ext cx="3319560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439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825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ボーンは常に見えるようにします。</a:t>
            </a:r>
            <a:endParaRPr kumimoji="1" lang="en-US" altLang="ja-JP" sz="2400" dirty="0"/>
          </a:p>
          <a:p>
            <a:r>
              <a:rPr lang="ja-JP" altLang="en-US" sz="2400" dirty="0"/>
              <a:t>右側のメニューから「</a:t>
            </a:r>
            <a:r>
              <a:rPr lang="ja-JP" altLang="en-US" sz="2400" b="1" dirty="0">
                <a:solidFill>
                  <a:srgbClr val="FF0000"/>
                </a:solidFill>
              </a:rPr>
              <a:t>ビューポート表示　＞　最前面</a:t>
            </a:r>
            <a:r>
              <a:rPr lang="ja-JP" altLang="en-US" sz="2400" dirty="0"/>
              <a:t>」を</a:t>
            </a:r>
            <a:r>
              <a:rPr lang="en-US" altLang="ja-JP" sz="2400" dirty="0"/>
              <a:t>ON</a:t>
            </a:r>
            <a:r>
              <a:rPr lang="ja-JP" altLang="en-US" sz="2400" dirty="0"/>
              <a:t>にします。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0EE3FDC-0D96-49A1-A19A-1D6C30576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941705" cy="418806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33274B73-B65B-4554-834B-402ABB92FFC8}"/>
              </a:ext>
            </a:extLst>
          </p:cNvPr>
          <p:cNvSpPr/>
          <p:nvPr/>
        </p:nvSpPr>
        <p:spPr>
          <a:xfrm rot="13638340">
            <a:off x="2510118" y="5638799"/>
            <a:ext cx="502023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40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編集モードに切り替えてボーンを編集します。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2F5F460-9B22-4963-9C7A-1A7B9C612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398034" cy="4713264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75259959-1FEC-4E6A-BC7F-4308ED313371}"/>
              </a:ext>
            </a:extLst>
          </p:cNvPr>
          <p:cNvSpPr/>
          <p:nvPr/>
        </p:nvSpPr>
        <p:spPr>
          <a:xfrm rot="13638340">
            <a:off x="1237130" y="2142563"/>
            <a:ext cx="502023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766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ボーンは３つのパーツに分かれています。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7AAA293-72F4-4105-8F86-7755FA7F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28782"/>
            <a:ext cx="1924319" cy="3877216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B6CF510-A2BB-4351-95D7-5069F54EAAEC}"/>
              </a:ext>
            </a:extLst>
          </p:cNvPr>
          <p:cNvSpPr txBox="1"/>
          <p:nvPr/>
        </p:nvSpPr>
        <p:spPr>
          <a:xfrm>
            <a:off x="1529701" y="1913283"/>
            <a:ext cx="326243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ヘッド</a:t>
            </a:r>
            <a:endParaRPr lang="en-US" altLang="ja-JP" sz="2400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先端の関節となる部分</a:t>
            </a:r>
            <a:endParaRPr kumimoji="1"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2569AF-642F-4159-AEF5-CDF8E7AD6882}"/>
              </a:ext>
            </a:extLst>
          </p:cNvPr>
          <p:cNvSpPr txBox="1"/>
          <p:nvPr/>
        </p:nvSpPr>
        <p:spPr>
          <a:xfrm>
            <a:off x="1529701" y="5790500"/>
            <a:ext cx="326243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テール</a:t>
            </a:r>
            <a:endParaRPr lang="en-US" altLang="ja-JP" sz="2400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末尾の関節となる部分</a:t>
            </a:r>
            <a:endParaRPr kumimoji="1"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419C41B-6E46-4108-B1E7-623EFC783BDA}"/>
              </a:ext>
            </a:extLst>
          </p:cNvPr>
          <p:cNvSpPr txBox="1"/>
          <p:nvPr/>
        </p:nvSpPr>
        <p:spPr>
          <a:xfrm>
            <a:off x="1529701" y="3921072"/>
            <a:ext cx="264687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ボディ</a:t>
            </a:r>
            <a:endParaRPr lang="en-US" altLang="ja-JP" sz="2400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骨のメインの部分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835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ボーンの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位置を移動する場合はボディを選択</a:t>
            </a:r>
            <a:r>
              <a:rPr kumimoji="1" lang="ja-JP" altLang="en-US" sz="2400" dirty="0"/>
              <a:t>してから移動します。</a:t>
            </a:r>
            <a:endParaRPr kumimoji="1" lang="en-US" altLang="ja-JP" sz="2400" dirty="0"/>
          </a:p>
          <a:p>
            <a:r>
              <a:rPr lang="ja-JP" altLang="en-US" sz="2400" dirty="0"/>
              <a:t>以下の位置まで移動しましょう。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6BECF3-B57E-4377-A9D7-9F6F593F9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654694" cy="431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5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ボーンは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押し出し</a:t>
            </a:r>
            <a:r>
              <a:rPr kumimoji="1" lang="ja-JP" altLang="en-US" sz="2400" dirty="0"/>
              <a:t>を使うことで、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連結した骨を追加</a:t>
            </a:r>
            <a:r>
              <a:rPr kumimoji="1" lang="ja-JP" altLang="en-US" sz="2400" dirty="0"/>
              <a:t>できます。</a:t>
            </a:r>
            <a:endParaRPr kumimoji="1" lang="en-US" altLang="ja-JP" sz="2400" dirty="0"/>
          </a:p>
          <a:p>
            <a:r>
              <a:rPr lang="ja-JP" altLang="en-US" sz="2400" dirty="0"/>
              <a:t>ヘッドを選択して右側の押し出しボタンから押し出しましょう。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F04F86E-8F45-4AEF-93BC-E9944147E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8650875" cy="4043345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04D7D5ED-0A65-4320-AA39-3B2BF0C2CE66}"/>
              </a:ext>
            </a:extLst>
          </p:cNvPr>
          <p:cNvSpPr/>
          <p:nvPr/>
        </p:nvSpPr>
        <p:spPr>
          <a:xfrm rot="13638340">
            <a:off x="812447" y="5688098"/>
            <a:ext cx="502023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85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こんな感じにしてみましょう。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C850D88-BC37-48CE-B354-B11452BC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3551896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5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腕のボーンは新たに追加します。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ja-JP" altLang="en-US" sz="2400" b="1" dirty="0">
                <a:solidFill>
                  <a:srgbClr val="FF0000"/>
                </a:solidFill>
              </a:rPr>
              <a:t>追加　＞　単一ボーン</a:t>
            </a:r>
            <a:r>
              <a:rPr lang="ja-JP" altLang="en-US" sz="2400" dirty="0"/>
              <a:t>」から追加できます。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0FE58E-7B5D-451E-8133-E75F53C33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279459"/>
            <a:ext cx="7874261" cy="267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95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移動や押し出しを使って左腕のボーンを作りましょう。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A7260F7-6629-4BD4-BE1B-EBE46F5B5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220158" cy="462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03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左腕のボーンをすべて選択します。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599063C-7FA2-4303-8E9A-FD0F2D890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3311974" cy="447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85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アーマチュア　＞　名前　＞　自動ネーム（左右）</a:t>
            </a:r>
            <a:r>
              <a:rPr kumimoji="1"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3057C8D-6E62-4235-BEA6-75302AEBB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211694" cy="456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95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746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ボーンの名前に「</a:t>
            </a:r>
            <a:r>
              <a:rPr kumimoji="1" lang="en-US" altLang="ja-JP" sz="2400" dirty="0"/>
              <a:t>.R</a:t>
            </a:r>
            <a:r>
              <a:rPr kumimoji="1" lang="ja-JP" altLang="en-US" sz="2400" dirty="0"/>
              <a:t>」が追加されます。</a:t>
            </a:r>
            <a:endParaRPr lang="en-US" altLang="ja-JP" sz="2400" dirty="0"/>
          </a:p>
          <a:p>
            <a:r>
              <a:rPr kumimoji="1" lang="ja-JP" altLang="en-US" sz="2400" dirty="0"/>
              <a:t>今回は左腕なのでボーン名を反転させ、「</a:t>
            </a:r>
            <a:r>
              <a:rPr kumimoji="1" lang="en-US" altLang="ja-JP" sz="2400" dirty="0"/>
              <a:t>.L</a:t>
            </a:r>
            <a:r>
              <a:rPr kumimoji="1" lang="ja-JP" altLang="en-US" sz="2400" dirty="0"/>
              <a:t>」に反転しましょう。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7CC557D-6CB0-4D98-988F-AB53615F7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2794223" cy="273635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8C8FC85-631D-4AA6-B942-4B9C49FFB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789" y="2187126"/>
            <a:ext cx="3971268" cy="124187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748A34B-2BCE-4549-87C8-F47244E81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082" y="2187126"/>
            <a:ext cx="2728260" cy="273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35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この状態で「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アーマチュア　＞　対称化</a:t>
            </a:r>
            <a:r>
              <a:rPr kumimoji="1" lang="ja-JP" altLang="en-US" sz="2400" dirty="0"/>
              <a:t>」を選択すると、</a:t>
            </a:r>
            <a:endParaRPr kumimoji="1" lang="en-US" altLang="ja-JP" sz="2400" dirty="0"/>
          </a:p>
          <a:p>
            <a:r>
              <a:rPr lang="ja-JP" altLang="en-US" sz="2400" dirty="0"/>
              <a:t>左右対称のボーンが即座に作られます。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3FDD913-C5FB-4647-A12B-C4C5DB3FC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39857" cy="427642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ACC9192-14DE-4F79-9CB8-CACFCF6EC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783" y="2187127"/>
            <a:ext cx="3072135" cy="428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06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以上を踏まえて以下のようにボーンを入れましょう。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B7F62E4-14AB-443D-9447-E8EC82416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3403823" cy="443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56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オブジェクトモードに切り替えて、オブジェクトを選択します。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5BED88F-6C83-4849-ACE4-4266FF5B6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076918" cy="454825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4DCCB6BB-6886-4636-955C-A7EBB6F6B1B1}"/>
              </a:ext>
            </a:extLst>
          </p:cNvPr>
          <p:cNvSpPr/>
          <p:nvPr/>
        </p:nvSpPr>
        <p:spPr>
          <a:xfrm rot="13638340">
            <a:off x="1350330" y="2129109"/>
            <a:ext cx="502023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488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91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Shift+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クリック</a:t>
            </a:r>
            <a:r>
              <a:rPr kumimoji="1" lang="ja-JP" altLang="en-US" sz="2400" dirty="0"/>
              <a:t> でアーマチュアを同時選択します。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393E1DB-0BEB-4701-84D5-D4B927651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3202571" cy="454825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9205C25-CC07-48C4-B0C5-5E3147F14741}"/>
              </a:ext>
            </a:extLst>
          </p:cNvPr>
          <p:cNvSpPr txBox="1"/>
          <p:nvPr/>
        </p:nvSpPr>
        <p:spPr>
          <a:xfrm>
            <a:off x="4021125" y="5535050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必ずオブジェクト→アーマチュアの順番であること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27419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オブジェクト　＞　ペアレント　＞　自動ウェイトで</a:t>
            </a:r>
            <a:r>
              <a:rPr kumimoji="1" lang="ja-JP" altLang="en-US" sz="2400" dirty="0"/>
              <a:t>」を選択します。</a:t>
            </a:r>
            <a:endParaRPr kumimoji="1"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オブジェクトがボーンに合わせてついてくる</a:t>
            </a:r>
            <a:r>
              <a:rPr lang="ja-JP" altLang="en-US" sz="2400" dirty="0"/>
              <a:t>ようになります。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BE9AC08-BA55-4D11-A383-D84598D1A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772956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94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アーマチュアを選択してポーズモードに切り替えます。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3EE2FEF-3A1A-4BEE-B208-10CEAFADD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4786116" cy="454825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AEA03B3D-E4C6-4F62-B807-40D529841BAB}"/>
              </a:ext>
            </a:extLst>
          </p:cNvPr>
          <p:cNvSpPr/>
          <p:nvPr/>
        </p:nvSpPr>
        <p:spPr>
          <a:xfrm rot="13638340">
            <a:off x="1296542" y="2191862"/>
            <a:ext cx="502023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191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48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キー</a:t>
            </a:r>
            <a:r>
              <a:rPr kumimoji="1" lang="ja-JP" altLang="en-US" sz="2400" dirty="0"/>
              <a:t>を入力してすべてのボーンを選択します。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6ADFAEC-D790-4C81-AF45-A7D4BA6E6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457611" cy="440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26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99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I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キーを</a:t>
            </a:r>
            <a:r>
              <a:rPr kumimoji="1" lang="ja-JP" altLang="en-US" sz="2400" dirty="0"/>
              <a:t>入力すると現在のポーズがタイムラインに保存されます。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65236FC-B0C1-44A9-8807-CA29460F5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5069918" cy="3823777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373C42E3-B8CD-431B-ABFE-DB1EB7784CEB}"/>
              </a:ext>
            </a:extLst>
          </p:cNvPr>
          <p:cNvSpPr/>
          <p:nvPr/>
        </p:nvSpPr>
        <p:spPr>
          <a:xfrm rot="13638340">
            <a:off x="4774848" y="2882144"/>
            <a:ext cx="502023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8419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ドラッグ＆ドロップで時間を進めます。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F28C9B5-CE9A-4957-9877-2766259DC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848593" cy="2861782"/>
          </a:xfrm>
          <a:prstGeom prst="rect">
            <a:avLst/>
          </a:prstGeom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DCDF8BF0-DB83-4B0C-9ECF-45DB1E2A0C0F}"/>
              </a:ext>
            </a:extLst>
          </p:cNvPr>
          <p:cNvCxnSpPr>
            <a:cxnSpLocks/>
          </p:cNvCxnSpPr>
          <p:nvPr/>
        </p:nvCxnSpPr>
        <p:spPr>
          <a:xfrm>
            <a:off x="4383740" y="2357718"/>
            <a:ext cx="107576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909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ボーンを回転させたりしてポーズをとらせましょう。</a:t>
            </a:r>
            <a:endParaRPr lang="en-US" altLang="ja-JP" sz="2400" dirty="0"/>
          </a:p>
          <a:p>
            <a:r>
              <a:rPr kumimoji="1" lang="ja-JP" altLang="en-US" sz="2400" dirty="0"/>
              <a:t>ポーズが決まれば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I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キーで保存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42B7B09-24BA-4465-9F8D-0AD5CEF6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075852" cy="424953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E89D8CC-C854-49A5-9183-C43BDFCA7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791" y="2187126"/>
            <a:ext cx="5257519" cy="32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45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タイムラインの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●マーク（キーフレーム）</a:t>
            </a:r>
            <a:r>
              <a:rPr kumimoji="1" lang="ja-JP" altLang="en-US" sz="2400" dirty="0"/>
              <a:t>の間でアニメーションします。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5D7FCF5-D06C-4F86-8138-0F6F8B2D1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292068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40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キーフレームは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コピー＆ペースト</a:t>
            </a:r>
            <a:r>
              <a:rPr kumimoji="1" lang="ja-JP" altLang="en-US" sz="2400" dirty="0"/>
              <a:t>できます。</a:t>
            </a:r>
            <a:endParaRPr kumimoji="1" lang="en-US" altLang="ja-JP" sz="2400" dirty="0"/>
          </a:p>
          <a:p>
            <a:r>
              <a:rPr lang="ja-JP" altLang="en-US" sz="2400" dirty="0"/>
              <a:t>その時のポーズをもう一度再現したい場合に便利です。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1817E58-44D7-4C9A-949D-32B69C9DF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6150371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364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アニメーションの長さは右下の枠で設定できます。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2B516A9-84C6-438C-9591-2C7DBEBD2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233740" cy="206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73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アニメーションが完成したら名前を付けて保存します。</a:t>
            </a:r>
            <a:endParaRPr kumimoji="1" lang="en-US" altLang="ja-JP" sz="2400" dirty="0"/>
          </a:p>
          <a:p>
            <a:r>
              <a:rPr lang="ja-JP" altLang="en-US" sz="2400" dirty="0"/>
              <a:t>タイムラインのモードを「</a:t>
            </a:r>
            <a:r>
              <a:rPr lang="ja-JP" altLang="en-US" sz="2400" b="1" dirty="0">
                <a:solidFill>
                  <a:srgbClr val="FF0000"/>
                </a:solidFill>
              </a:rPr>
              <a:t>アクションエディター</a:t>
            </a:r>
            <a:r>
              <a:rPr lang="ja-JP" altLang="en-US" sz="2400" dirty="0"/>
              <a:t>」に切り替えます。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7F255B8-AD8E-41AC-A883-EEFF7FF40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373636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5918EA42-B4C8-4A7D-9389-B6CFFFEC163F}"/>
              </a:ext>
            </a:extLst>
          </p:cNvPr>
          <p:cNvSpPr/>
          <p:nvPr/>
        </p:nvSpPr>
        <p:spPr>
          <a:xfrm rot="13638340">
            <a:off x="2435060" y="2613203"/>
            <a:ext cx="502023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078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中央に名前を入力できるので入力します。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4F74DEA-5679-47AD-98E8-DB0B2413E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255470" cy="4285757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4C6EE5C4-F233-4964-9EA9-A5415201E262}"/>
              </a:ext>
            </a:extLst>
          </p:cNvPr>
          <p:cNvSpPr/>
          <p:nvPr/>
        </p:nvSpPr>
        <p:spPr>
          <a:xfrm rot="13638340">
            <a:off x="2829507" y="2191862"/>
            <a:ext cx="502023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B3E9EE6-A9E9-43C3-BD94-178A28756B30}"/>
              </a:ext>
            </a:extLst>
          </p:cNvPr>
          <p:cNvSpPr txBox="1"/>
          <p:nvPr/>
        </p:nvSpPr>
        <p:spPr>
          <a:xfrm>
            <a:off x="4888530" y="5641886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あとはいつも通りファイルを保存しましょう。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00075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追加でアニメーションを作る場合は、新規作成ボタンを押します。</a:t>
            </a:r>
            <a:endParaRPr kumimoji="1" lang="en-US" altLang="ja-JP" sz="2400" dirty="0"/>
          </a:p>
          <a:p>
            <a:r>
              <a:rPr lang="ja-JP" altLang="en-US" sz="2400" dirty="0"/>
              <a:t>これで１つのモデルに複数のアニメーションを入れることもできます。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4F74DEA-5679-47AD-98E8-DB0B2413E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255470" cy="4285757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4C6EE5C4-F233-4964-9EA9-A5415201E262}"/>
              </a:ext>
            </a:extLst>
          </p:cNvPr>
          <p:cNvSpPr/>
          <p:nvPr/>
        </p:nvSpPr>
        <p:spPr>
          <a:xfrm rot="13638340">
            <a:off x="4129390" y="2516370"/>
            <a:ext cx="502023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864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528</Words>
  <Application>Microsoft Office PowerPoint</Application>
  <PresentationFormat>ワイド画面</PresentationFormat>
  <Paragraphs>81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48</cp:revision>
  <dcterms:created xsi:type="dcterms:W3CDTF">2024-08-27T02:15:54Z</dcterms:created>
  <dcterms:modified xsi:type="dcterms:W3CDTF">2025-03-14T06:30:30Z</dcterms:modified>
</cp:coreProperties>
</file>