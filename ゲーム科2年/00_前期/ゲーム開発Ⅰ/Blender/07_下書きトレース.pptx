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2" r:id="rId3"/>
    <p:sldId id="263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2025/2/25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モデリングには下書きをトレースする方法もあります。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D890B07-0B76-403B-8D0D-BE352C574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42391" cy="431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5512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 準備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02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ギズモの</a:t>
            </a:r>
            <a:r>
              <a:rPr lang="en-US" altLang="ja-JP" sz="2400" dirty="0"/>
              <a:t>Y</a:t>
            </a:r>
            <a:r>
              <a:rPr lang="ja-JP" altLang="en-US" sz="2400" dirty="0"/>
              <a:t>軸をクリックして、座標系を以下のように整えます。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EA1B0A8-E6CA-4B36-AB63-B98F62C00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3415923" cy="3186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52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9950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 準備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4168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バックカリング</a:t>
            </a:r>
            <a:r>
              <a:rPr kumimoji="1" lang="ja-JP" altLang="en-US" sz="2400" dirty="0"/>
              <a:t>を</a:t>
            </a:r>
            <a:r>
              <a:rPr kumimoji="1" lang="en-US" altLang="ja-JP" sz="2400" dirty="0"/>
              <a:t>ON</a:t>
            </a:r>
            <a:r>
              <a:rPr kumimoji="1" lang="ja-JP" altLang="en-US" sz="2400" dirty="0"/>
              <a:t>にします。</a:t>
            </a:r>
            <a:endParaRPr kumimoji="1" lang="en-US" altLang="ja-JP" sz="2400" dirty="0"/>
          </a:p>
          <a:p>
            <a:r>
              <a:rPr lang="ja-JP" altLang="en-US" sz="2400" dirty="0"/>
              <a:t>これで</a:t>
            </a:r>
            <a:r>
              <a:rPr lang="ja-JP" altLang="en-US" sz="2400" b="1" dirty="0">
                <a:solidFill>
                  <a:srgbClr val="FF0000"/>
                </a:solidFill>
              </a:rPr>
              <a:t>裏面が表示されなくなります。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A1BF884D-0344-4EBE-83B5-F75135D97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2683658" cy="4289626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8FC324CE-4C38-4575-9E4F-1A42FEEE78C0}"/>
              </a:ext>
            </a:extLst>
          </p:cNvPr>
          <p:cNvSpPr/>
          <p:nvPr/>
        </p:nvSpPr>
        <p:spPr>
          <a:xfrm rot="13954713">
            <a:off x="1498601" y="5494867"/>
            <a:ext cx="558800" cy="42333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939A39-DF6E-4719-B267-0D4B68C2405E}"/>
              </a:ext>
            </a:extLst>
          </p:cNvPr>
          <p:cNvSpPr txBox="1"/>
          <p:nvPr/>
        </p:nvSpPr>
        <p:spPr>
          <a:xfrm>
            <a:off x="3403875" y="5641556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b="1" dirty="0">
                <a:solidFill>
                  <a:srgbClr val="FF0000"/>
                </a:solidFill>
              </a:rPr>
              <a:t>ゲームでは特別理由がなければ裏面は描画されません。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5488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645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Object Mode</a:t>
            </a:r>
            <a:r>
              <a:rPr lang="ja-JP" altLang="en-US" sz="2400" dirty="0"/>
              <a:t>の</a:t>
            </a:r>
            <a:r>
              <a:rPr lang="en-US" altLang="ja-JP" sz="2400" dirty="0"/>
              <a:t>Add</a:t>
            </a:r>
            <a:r>
              <a:rPr lang="ja-JP" altLang="en-US" sz="2400" dirty="0"/>
              <a:t>メニューから、下書き用の画像を追加できます。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7CCB7A7-3B52-41FE-9674-FB73688A4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478169" cy="4591691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6B4D69E-9319-46A6-85BC-4A7186FC5235}"/>
              </a:ext>
            </a:extLst>
          </p:cNvPr>
          <p:cNvSpPr txBox="1"/>
          <p:nvPr/>
        </p:nvSpPr>
        <p:spPr>
          <a:xfrm>
            <a:off x="8045711" y="5393822"/>
            <a:ext cx="364875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b="1" dirty="0">
                <a:solidFill>
                  <a:srgbClr val="00B050"/>
                </a:solidFill>
              </a:rPr>
              <a:t>MEMO</a:t>
            </a:r>
          </a:p>
          <a:p>
            <a:r>
              <a:rPr kumimoji="1" lang="ja-JP" altLang="en-US" sz="2000" dirty="0"/>
              <a:t>下書きの場合は</a:t>
            </a:r>
            <a:endParaRPr kumimoji="1" lang="en-US" altLang="ja-JP" sz="2000" dirty="0"/>
          </a:p>
          <a:p>
            <a:r>
              <a:rPr kumimoji="1" lang="en-US" altLang="ja-JP" sz="2000" dirty="0"/>
              <a:t>Background</a:t>
            </a:r>
            <a:r>
              <a:rPr kumimoji="1" lang="ja-JP" altLang="en-US" sz="2000" dirty="0"/>
              <a:t>を選択しましょう</a:t>
            </a:r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3397265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725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選択した画像が表示されます。</a:t>
            </a:r>
            <a:r>
              <a:rPr kumimoji="1" lang="ja-JP" altLang="en-US" sz="2400" dirty="0"/>
              <a:t>まずはこれを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面でなぞっていきます。</a:t>
            </a:r>
            <a:endParaRPr kumimoji="1" lang="en-US" altLang="ja-JP" sz="2400" b="1" dirty="0">
              <a:solidFill>
                <a:srgbClr val="FF0000"/>
              </a:solidFill>
            </a:endParaRP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137FD1E-435A-48E8-A307-A3C90DA0F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6942391" cy="4319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145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662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Edit Mode</a:t>
            </a:r>
            <a:r>
              <a:rPr lang="ja-JP" altLang="en-US" sz="2400" dirty="0"/>
              <a:t>に切り替えて</a:t>
            </a:r>
            <a:r>
              <a:rPr lang="en-US" altLang="ja-JP" sz="2400" dirty="0"/>
              <a:t>Plane</a:t>
            </a:r>
            <a:r>
              <a:rPr lang="ja-JP" altLang="en-US" sz="2400" dirty="0"/>
              <a:t>を追加します。</a:t>
            </a:r>
            <a:endParaRPr lang="en-US" altLang="ja-JP" sz="2400" dirty="0"/>
          </a:p>
          <a:p>
            <a:r>
              <a:rPr kumimoji="1" lang="en-US" altLang="ja-JP" sz="2400" dirty="0"/>
              <a:t>90</a:t>
            </a:r>
            <a:r>
              <a:rPr kumimoji="1" lang="ja-JP" altLang="en-US" sz="2400" dirty="0"/>
              <a:t>度</a:t>
            </a:r>
            <a:r>
              <a:rPr lang="ja-JP" altLang="en-US" sz="2400" dirty="0"/>
              <a:t>回転させて以下のようにしましょう。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A0E8B6-AD4A-49E8-A7CE-7CCFF445F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87126"/>
            <a:ext cx="6573146" cy="411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42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頂点を魚の頭部に合わせて設定します。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68ACE6-E6A6-464A-8E74-1275D0C6C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3"/>
            <a:ext cx="5296674" cy="421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69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231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右側の辺を選択して</a:t>
            </a:r>
            <a:r>
              <a:rPr kumimoji="1" lang="en-US" altLang="ja-JP" sz="2400" dirty="0"/>
              <a:t>E</a:t>
            </a:r>
            <a:r>
              <a:rPr kumimoji="1" lang="ja-JP" altLang="en-US" sz="2400" dirty="0"/>
              <a:t>キーで押し出します。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255EEC0-10E2-4AE8-B1BC-28D7D4F3C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3"/>
            <a:ext cx="5845265" cy="429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044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押し出した頂点を位置調整します。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A8EEA97-14B4-4264-BC7D-47C8E194F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10" y="1678094"/>
            <a:ext cx="4616768" cy="44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0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これを繰り返すと下書きに沿った板が完成します。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8F490F9-C700-47F7-BA1D-CA0012D32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10640283" cy="2864273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B54D4402-F5AE-4154-91E3-988175212D0D}"/>
              </a:ext>
            </a:extLst>
          </p:cNvPr>
          <p:cNvSpPr txBox="1"/>
          <p:nvPr/>
        </p:nvSpPr>
        <p:spPr>
          <a:xfrm>
            <a:off x="567541" y="4821767"/>
            <a:ext cx="69557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ヒレやしっぽなど外付けパーツのようなものは、</a:t>
            </a:r>
            <a:endParaRPr kumimoji="1" lang="en-US" altLang="ja-JP" sz="2400" dirty="0"/>
          </a:p>
          <a:p>
            <a:r>
              <a:rPr lang="ja-JP" altLang="en-US" sz="2400" dirty="0"/>
              <a:t>別途作った方が違和感が少ないです。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930671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8387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立体的にするにはミラーを使います。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Z</a:t>
            </a:r>
            <a:r>
              <a:rPr lang="ja-JP" altLang="en-US" sz="2400" b="1" dirty="0">
                <a:solidFill>
                  <a:srgbClr val="FF0000"/>
                </a:solidFill>
              </a:rPr>
              <a:t>軸ミラー</a:t>
            </a:r>
            <a:r>
              <a:rPr lang="ja-JP" altLang="en-US" sz="2400" dirty="0"/>
              <a:t>を使って対照的な平面を作成します。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6366FD-4B69-41F6-A3EF-7D746029C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3057247" cy="451351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D733092-236F-49E7-AC7E-831A78129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322" y="2181308"/>
            <a:ext cx="4336345" cy="451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460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3583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2</a:t>
            </a:r>
            <a:r>
              <a:rPr kumimoji="1" lang="ja-JP" altLang="en-US" sz="2400" dirty="0"/>
              <a:t>つの板を面張りして繋げます。</a:t>
            </a:r>
            <a:r>
              <a:rPr lang="ja-JP" altLang="en-US" sz="2400" dirty="0"/>
              <a:t>口部分の４頂点を選択し、</a:t>
            </a:r>
            <a:endParaRPr lang="en-US" altLang="ja-JP" sz="2400" dirty="0"/>
          </a:p>
          <a:p>
            <a:r>
              <a:rPr kumimoji="1" lang="en-US" altLang="ja-JP" sz="2400" dirty="0"/>
              <a:t>F</a:t>
            </a:r>
            <a:r>
              <a:rPr kumimoji="1" lang="ja-JP" altLang="en-US" sz="2400" dirty="0"/>
              <a:t>キーを押しましょう。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28E76B6-B1C0-48F2-A4CF-6A3F58B21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038105" cy="3908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下書きトレース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４つずつ頂点を選択しながら面をつなげていきます。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441577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258</Words>
  <Application>Microsoft Office PowerPoint</Application>
  <PresentationFormat>ワイド画面</PresentationFormat>
  <Paragraphs>37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45</cp:revision>
  <dcterms:created xsi:type="dcterms:W3CDTF">2024-08-27T02:15:54Z</dcterms:created>
  <dcterms:modified xsi:type="dcterms:W3CDTF">2025-02-25T08:10:20Z</dcterms:modified>
</cp:coreProperties>
</file>