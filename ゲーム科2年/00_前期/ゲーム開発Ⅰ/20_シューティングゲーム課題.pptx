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荒木 優介" initials="荒木" lastIdx="1" clrIdx="0">
    <p:extLst>
      <p:ext uri="{19B8F6BF-5375-455C-9EA6-DF929625EA0E}">
        <p15:presenceInfo xmlns:p15="http://schemas.microsoft.com/office/powerpoint/2012/main" userId="S::yusuke.araki@mail.o-hara.ac.jp::8e6d17bf-8fa4-4ec7-9082-0d2d1afc5a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シューティングゲーム課題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70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これまで学習したことを使って３</a:t>
            </a:r>
            <a:r>
              <a:rPr lang="en-US" altLang="ja-JP" sz="2400" dirty="0"/>
              <a:t>D</a:t>
            </a:r>
            <a:r>
              <a:rPr lang="ja-JP" altLang="en-US" sz="2400" dirty="0"/>
              <a:t>シューティングゲームを作りましょう。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0560E5E-C8F8-444D-B383-F86EE3C31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9101391" cy="466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2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シューティングゲーム課題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詳細は以下の通りです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■最低限守ること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・画面比率は</a:t>
            </a:r>
            <a:r>
              <a:rPr lang="en-US" altLang="ja-JP" sz="2400" dirty="0"/>
              <a:t>16</a:t>
            </a:r>
            <a:r>
              <a:rPr lang="ja-JP" altLang="en-US" sz="2400" dirty="0"/>
              <a:t>：</a:t>
            </a:r>
            <a:r>
              <a:rPr lang="en-US" altLang="ja-JP" sz="2400" dirty="0"/>
              <a:t>9</a:t>
            </a:r>
          </a:p>
          <a:p>
            <a:r>
              <a:rPr lang="ja-JP" altLang="en-US" sz="2400" dirty="0"/>
              <a:t>・フルスクリーンに対応すること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後は特に問いません。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完成すれば就活のポートフォリオに掲載できます。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035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シューティングゲーム課題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77204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以下のようなものでも減点対象にはなりません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・画像は３</a:t>
            </a:r>
            <a:r>
              <a:rPr lang="en-US" altLang="ja-JP" sz="2400" dirty="0"/>
              <a:t>D</a:t>
            </a:r>
            <a:r>
              <a:rPr lang="ja-JP" altLang="en-US" sz="2400" dirty="0"/>
              <a:t>だけど横スクロール</a:t>
            </a:r>
            <a:endParaRPr lang="en-US" altLang="ja-JP" sz="2400" dirty="0"/>
          </a:p>
          <a:p>
            <a:r>
              <a:rPr lang="ja-JP" altLang="en-US" sz="2400" dirty="0"/>
              <a:t>・発想を飛ばして祭りの射的ゲームをつくる</a:t>
            </a:r>
            <a:endParaRPr lang="en-US" altLang="ja-JP" sz="2400" dirty="0"/>
          </a:p>
          <a:p>
            <a:r>
              <a:rPr lang="ja-JP" altLang="en-US" sz="2400" dirty="0"/>
              <a:t>・タイトル画面などゲーム画面以外は２</a:t>
            </a:r>
            <a:r>
              <a:rPr lang="en-US" altLang="ja-JP" sz="2400" dirty="0"/>
              <a:t>D</a:t>
            </a:r>
            <a:r>
              <a:rPr lang="ja-JP" altLang="en-US" sz="2400" dirty="0"/>
              <a:t>で</a:t>
            </a:r>
            <a:r>
              <a:rPr lang="en-US" altLang="ja-JP" sz="2400" dirty="0"/>
              <a:t>OK</a:t>
            </a:r>
          </a:p>
          <a:p>
            <a:endParaRPr lang="en-US" altLang="ja-JP" sz="2400" dirty="0"/>
          </a:p>
          <a:p>
            <a:r>
              <a:rPr lang="ja-JP" altLang="en-US" sz="2400" dirty="0"/>
              <a:t>以下のようなものはだめです。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・シューティングとは程遠いもの</a:t>
            </a:r>
            <a:endParaRPr lang="en-US" altLang="ja-JP" sz="2400" dirty="0"/>
          </a:p>
          <a:p>
            <a:r>
              <a:rPr lang="ja-JP" altLang="en-US" sz="2400" dirty="0"/>
              <a:t>　・ジャンプして障害物をよけるだけ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シューティングかどうか判断できない場合は、</a:t>
            </a:r>
            <a:endParaRPr lang="en-US" altLang="ja-JP" sz="2400" dirty="0"/>
          </a:p>
          <a:p>
            <a:r>
              <a:rPr lang="ja-JP" altLang="en-US" sz="2400" dirty="0"/>
              <a:t>必ず作業前に先生に質問すること。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0871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シューティングゲーム課題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61884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以下のゲームが参考となります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・ガンバレット（アーケード、</a:t>
            </a:r>
            <a:r>
              <a:rPr lang="en-US" altLang="ja-JP" sz="2400" dirty="0"/>
              <a:t>PS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lang="ja-JP" altLang="en-US" sz="2400" dirty="0"/>
              <a:t>・タイムクライシス（アーケード）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House Of the Dead</a:t>
            </a:r>
            <a:r>
              <a:rPr lang="ja-JP" altLang="en-US" sz="2400" dirty="0"/>
              <a:t>（アーケード）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R-TYPE Dimensions </a:t>
            </a:r>
            <a:r>
              <a:rPr lang="ja-JP" altLang="en-US" sz="2400" dirty="0"/>
              <a:t>（</a:t>
            </a:r>
            <a:r>
              <a:rPr lang="en-US" altLang="ja-JP" sz="2400" dirty="0"/>
              <a:t>PS</a:t>
            </a:r>
            <a:r>
              <a:rPr lang="ja-JP" altLang="en-US" sz="2400" dirty="0"/>
              <a:t>、</a:t>
            </a:r>
            <a:r>
              <a:rPr lang="en-US" altLang="ja-JP" sz="2400" dirty="0"/>
              <a:t>XBOX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lang="ja-JP" altLang="en-US" sz="2400" dirty="0"/>
              <a:t>・スターフォックス</a:t>
            </a:r>
            <a:r>
              <a:rPr lang="en-US" altLang="ja-JP" sz="2400" dirty="0"/>
              <a:t>64</a:t>
            </a:r>
            <a:r>
              <a:rPr lang="ja-JP" altLang="en-US" sz="2400" dirty="0"/>
              <a:t>（</a:t>
            </a:r>
            <a:r>
              <a:rPr lang="en-US" altLang="ja-JP" sz="2400" dirty="0"/>
              <a:t>Nintendo64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8450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シューティングゲーム課題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以下は注意点です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・期間は短いです。期間と理解度に見合った作品を作りましょう。</a:t>
            </a:r>
            <a:endParaRPr lang="en-US" altLang="ja-JP" sz="2400" dirty="0"/>
          </a:p>
          <a:p>
            <a:r>
              <a:rPr lang="ja-JP" altLang="en-US" sz="2400" dirty="0"/>
              <a:t>・３</a:t>
            </a:r>
            <a:r>
              <a:rPr lang="en-US" altLang="ja-JP" sz="2400" dirty="0"/>
              <a:t>D</a:t>
            </a:r>
            <a:r>
              <a:rPr lang="ja-JP" altLang="en-US" sz="2400" dirty="0"/>
              <a:t>モデルは</a:t>
            </a:r>
            <a:r>
              <a:rPr lang="en-US" altLang="ja-JP" sz="2400" dirty="0"/>
              <a:t>Blender</a:t>
            </a:r>
            <a:r>
              <a:rPr lang="ja-JP" altLang="en-US" sz="2400" dirty="0"/>
              <a:t>で作りましょう。</a:t>
            </a:r>
            <a:endParaRPr lang="en-US" altLang="ja-JP" sz="2400" dirty="0"/>
          </a:p>
          <a:p>
            <a:r>
              <a:rPr lang="ja-JP" altLang="en-US" sz="2400" dirty="0"/>
              <a:t>　・３</a:t>
            </a:r>
            <a:r>
              <a:rPr lang="en-US" altLang="ja-JP" sz="2400" dirty="0"/>
              <a:t>D</a:t>
            </a:r>
            <a:r>
              <a:rPr lang="ja-JP" altLang="en-US" sz="2400" dirty="0"/>
              <a:t>のフリー素材は使いにくいものが多いです</a:t>
            </a:r>
            <a:endParaRPr lang="en-US" altLang="ja-JP" sz="2400" dirty="0"/>
          </a:p>
          <a:p>
            <a:r>
              <a:rPr lang="ja-JP" altLang="en-US" sz="2400" dirty="0"/>
              <a:t>・画像はキューブ、球、コーン、ドーナッツなど</a:t>
            </a:r>
            <a:endParaRPr lang="en-US" altLang="ja-JP" sz="2400" dirty="0"/>
          </a:p>
          <a:p>
            <a:r>
              <a:rPr lang="ja-JP" altLang="en-US" sz="2400" dirty="0"/>
              <a:t>　基本図形のものを組み合わせて作ると効率良いです。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51193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248</Words>
  <Application>Microsoft Office PowerPoint</Application>
  <PresentationFormat>ワイド画面</PresentationFormat>
  <Paragraphs>42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116</cp:revision>
  <dcterms:created xsi:type="dcterms:W3CDTF">2024-08-27T02:15:54Z</dcterms:created>
  <dcterms:modified xsi:type="dcterms:W3CDTF">2026-02-04T06:02:22Z</dcterms:modified>
</cp:coreProperties>
</file>