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就職作品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就職活動で企業に提出するメインとなる作品を作ります。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１年生の時と同様に、</a:t>
            </a:r>
            <a:endParaRPr lang="en-US" altLang="ja-JP" sz="2400" dirty="0"/>
          </a:p>
          <a:p>
            <a:r>
              <a:rPr lang="ja-JP" altLang="en-US" sz="2400" b="1" dirty="0"/>
              <a:t>企画書　→　仕様書　→　スケジュール　→　制作開始</a:t>
            </a:r>
            <a:endParaRPr lang="en-US" altLang="ja-JP" sz="2400" b="1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この流れで制作します。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就職作品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基本情報を以下にまとめます。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開発環境：</a:t>
            </a:r>
            <a:r>
              <a:rPr lang="en-US" altLang="ja-JP" sz="2400" dirty="0"/>
              <a:t>C++ </a:t>
            </a:r>
            <a:r>
              <a:rPr lang="ja-JP" altLang="en-US" sz="2400" dirty="0"/>
              <a:t>＆ </a:t>
            </a:r>
            <a:r>
              <a:rPr lang="en-US" altLang="ja-JP" sz="2400" dirty="0"/>
              <a:t>DX</a:t>
            </a:r>
            <a:r>
              <a:rPr lang="ja-JP" altLang="en-US" sz="2400" dirty="0"/>
              <a:t>ライブラリ</a:t>
            </a:r>
            <a:endParaRPr lang="en-US" altLang="ja-JP" sz="2400" dirty="0"/>
          </a:p>
          <a:p>
            <a:r>
              <a:rPr lang="ja-JP" altLang="en-US" sz="2400" dirty="0"/>
              <a:t>ジャンル：アクションゲーム（推奨）</a:t>
            </a:r>
            <a:endParaRPr lang="en-US" altLang="ja-JP" sz="2400" dirty="0"/>
          </a:p>
          <a:p>
            <a:r>
              <a:rPr lang="ja-JP" altLang="en-US" sz="2400" dirty="0"/>
              <a:t>締め切り：１月実施予定の作品展示会３日前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変更したい場合は担任に必ず相談しましょう。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540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就職作品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以下の科目の終了時に進捗確認用の提出をします。</a:t>
            </a:r>
            <a:endParaRPr lang="en-US" altLang="ja-JP" sz="2400" dirty="0"/>
          </a:p>
          <a:p>
            <a:r>
              <a:rPr lang="ja-JP" altLang="en-US" sz="2400" dirty="0"/>
              <a:t>進捗内容から成績が決まります。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■対象科目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・ゲーム開発</a:t>
            </a:r>
            <a:r>
              <a:rPr lang="en-US" altLang="ja-JP" sz="2400" dirty="0"/>
              <a:t>Ⅱ</a:t>
            </a:r>
          </a:p>
          <a:p>
            <a:r>
              <a:rPr lang="ja-JP" altLang="en-US" sz="2400" dirty="0"/>
              <a:t>・ゲーム開発</a:t>
            </a:r>
            <a:r>
              <a:rPr lang="en-US" altLang="ja-JP" sz="2400" dirty="0"/>
              <a:t>Ⅲ</a:t>
            </a:r>
          </a:p>
          <a:p>
            <a:r>
              <a:rPr lang="ja-JP" altLang="en-US" sz="2400" dirty="0"/>
              <a:t>・制作実習</a:t>
            </a:r>
            <a:r>
              <a:rPr lang="en-US" altLang="ja-JP" sz="2400" dirty="0"/>
              <a:t>Ⅰ</a:t>
            </a:r>
          </a:p>
          <a:p>
            <a:r>
              <a:rPr lang="ja-JP" altLang="en-US" sz="2400" dirty="0"/>
              <a:t>・制作実習</a:t>
            </a:r>
            <a:r>
              <a:rPr lang="en-US" altLang="ja-JP" sz="2400" dirty="0"/>
              <a:t>Ⅱ</a:t>
            </a:r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ゲーム開発</a:t>
            </a:r>
            <a:r>
              <a:rPr lang="en-US" altLang="ja-JP" sz="2400" dirty="0"/>
              <a:t>Ⅲ</a:t>
            </a:r>
            <a:r>
              <a:rPr lang="ja-JP" altLang="en-US" sz="2400" dirty="0"/>
              <a:t>の成績にはゲーム物理学も含まれます。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保護者の方に、これら４科目の成績が悪い場合、</a:t>
            </a:r>
            <a:endParaRPr lang="en-US" altLang="ja-JP" sz="2400" dirty="0"/>
          </a:p>
          <a:p>
            <a:r>
              <a:rPr lang="ja-JP" altLang="en-US" sz="2400" dirty="0"/>
              <a:t>業界就職が厳しくなると伝えてください。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99238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就職作品 制作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最新の</a:t>
            </a:r>
            <a:r>
              <a:rPr lang="en-US" altLang="ja-JP" sz="2400" dirty="0"/>
              <a:t>C++</a:t>
            </a:r>
            <a:r>
              <a:rPr lang="ja-JP" altLang="en-US" sz="2400" dirty="0"/>
              <a:t>授業資料をお配りします。</a:t>
            </a:r>
            <a:endParaRPr lang="en-US" altLang="ja-JP" sz="2400" dirty="0"/>
          </a:p>
          <a:p>
            <a:r>
              <a:rPr lang="ja-JP" altLang="en-US" sz="2400" dirty="0"/>
              <a:t>これらのテクニックを十分に使って制作してください。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■使ってほしい技術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・スマートポインタ</a:t>
            </a:r>
            <a:endParaRPr lang="en-US" altLang="ja-JP" sz="2400" dirty="0"/>
          </a:p>
          <a:p>
            <a:r>
              <a:rPr lang="ja-JP" altLang="en-US" sz="2400" dirty="0"/>
              <a:t>・マルチスレッド</a:t>
            </a:r>
            <a:endParaRPr lang="en-US" altLang="ja-JP" sz="2400" dirty="0"/>
          </a:p>
          <a:p>
            <a:r>
              <a:rPr lang="ja-JP" altLang="en-US" sz="2400" dirty="0"/>
              <a:t>・ファイル操作</a:t>
            </a:r>
            <a:endParaRPr lang="en-US" altLang="ja-JP" sz="2400" dirty="0"/>
          </a:p>
          <a:p>
            <a:r>
              <a:rPr lang="ja-JP" altLang="en-US" sz="2400" dirty="0"/>
              <a:t>・動的配列クラス</a:t>
            </a:r>
            <a:endParaRPr lang="en-US" altLang="ja-JP" sz="2400" dirty="0"/>
          </a:p>
          <a:p>
            <a:r>
              <a:rPr lang="ja-JP" altLang="en-US" sz="2400" dirty="0"/>
              <a:t>・リストクラス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難しいと思うものを無理に使う必要はありませんが、</a:t>
            </a:r>
            <a:endParaRPr lang="en-US" altLang="ja-JP" sz="2400" dirty="0"/>
          </a:p>
          <a:p>
            <a:r>
              <a:rPr lang="ja-JP" altLang="en-US" sz="2400" dirty="0"/>
              <a:t>これらが使われている作品は高く評価されますし、</a:t>
            </a:r>
            <a:endParaRPr lang="en-US" altLang="ja-JP" sz="2400" dirty="0"/>
          </a:p>
          <a:p>
            <a:r>
              <a:rPr lang="ja-JP" altLang="en-US" sz="2400" dirty="0"/>
              <a:t>ポートフォリオにも載せることができます。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8732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就職作品 制作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授業で大量の時間を確保していますが、</a:t>
            </a:r>
            <a:endParaRPr lang="en-US" altLang="ja-JP" sz="2400" dirty="0"/>
          </a:p>
          <a:p>
            <a:r>
              <a:rPr lang="ja-JP" altLang="en-US" sz="2400" dirty="0"/>
              <a:t>授業時間のみで作品を完成させた学生は見たことがありません。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ゲームは時間をかけるほど良い作品になりますので、</a:t>
            </a:r>
            <a:endParaRPr lang="en-US" altLang="ja-JP" sz="2400" dirty="0"/>
          </a:p>
          <a:p>
            <a:r>
              <a:rPr lang="ja-JP" altLang="en-US" sz="2400" dirty="0"/>
              <a:t>可能な限り放課後も残って作業しましょう。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33034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3849231" y="3013502"/>
            <a:ext cx="44935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800" b="1" dirty="0"/>
              <a:t>内定者作品動画</a:t>
            </a:r>
            <a:endParaRPr lang="en-US" altLang="ja-JP" sz="4800" b="1" dirty="0"/>
          </a:p>
        </p:txBody>
      </p:sp>
    </p:spTree>
    <p:extLst>
      <p:ext uri="{BB962C8B-B14F-4D97-AF65-F5344CB8AC3E}">
        <p14:creationId xmlns:p14="http://schemas.microsoft.com/office/powerpoint/2010/main" val="212597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282</Words>
  <Application>Microsoft Office PowerPoint</Application>
  <PresentationFormat>ワイド画面</PresentationFormat>
  <Paragraphs>49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39</cp:revision>
  <dcterms:created xsi:type="dcterms:W3CDTF">2024-08-27T02:15:54Z</dcterms:created>
  <dcterms:modified xsi:type="dcterms:W3CDTF">2026-03-12T05:28:05Z</dcterms:modified>
</cp:coreProperties>
</file>