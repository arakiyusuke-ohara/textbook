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1" r:id="rId3"/>
    <p:sldId id="262" r:id="rId4"/>
    <p:sldId id="259" r:id="rId5"/>
    <p:sldId id="260" r:id="rId6"/>
    <p:sldId id="263" r:id="rId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3" d="100"/>
          <a:sy n="113" d="100"/>
        </p:scale>
        <p:origin x="45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2026/4/27</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2026/4/27</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2026/4/27</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2026/4/27</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2026/4/27</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2026/4/27</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2026/4/27</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2026/4/27</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2026/4/27</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2026/4/27</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2026/4/27</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2026/4/27</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kumimoji="1" lang="ja-JP" altLang="en-US" sz="3200" b="1" u="sng" dirty="0"/>
              <a:t>就職作品</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186857" cy="2308324"/>
          </a:xfrm>
          <a:prstGeom prst="rect">
            <a:avLst/>
          </a:prstGeom>
          <a:noFill/>
        </p:spPr>
        <p:txBody>
          <a:bodyPr wrap="none" rtlCol="0">
            <a:spAutoFit/>
          </a:bodyPr>
          <a:lstStyle/>
          <a:p>
            <a:r>
              <a:rPr kumimoji="1" lang="ja-JP" altLang="en-US" sz="2400" dirty="0"/>
              <a:t>就職活動で企業に提出するメインとなる作品を作ります。</a:t>
            </a:r>
            <a:endParaRPr kumimoji="1" lang="en-US" altLang="ja-JP" sz="2400" dirty="0"/>
          </a:p>
          <a:p>
            <a:endParaRPr lang="en-US" altLang="ja-JP" sz="2400" b="1" dirty="0">
              <a:solidFill>
                <a:srgbClr val="FF0000"/>
              </a:solidFill>
            </a:endParaRPr>
          </a:p>
          <a:p>
            <a:r>
              <a:rPr lang="ja-JP" altLang="en-US" sz="2400" dirty="0"/>
              <a:t>１年生の時と同様に、</a:t>
            </a:r>
            <a:endParaRPr lang="en-US" altLang="ja-JP" sz="2400" dirty="0"/>
          </a:p>
          <a:p>
            <a:r>
              <a:rPr lang="ja-JP" altLang="en-US" sz="2400" b="1" dirty="0"/>
              <a:t>企画書　→　仕様書　→　スケジュール　→　制作開始</a:t>
            </a:r>
            <a:endParaRPr lang="en-US" altLang="ja-JP" sz="2400" b="1" dirty="0"/>
          </a:p>
          <a:p>
            <a:endParaRPr lang="en-US" altLang="ja-JP" sz="2400" b="1" dirty="0">
              <a:solidFill>
                <a:srgbClr val="FF0000"/>
              </a:solidFill>
            </a:endParaRPr>
          </a:p>
          <a:p>
            <a:r>
              <a:rPr lang="ja-JP" altLang="en-US" sz="2400" dirty="0"/>
              <a:t>この流れで制作します。</a:t>
            </a:r>
            <a:endParaRPr lang="en-US" altLang="ja-JP" sz="2400" dirty="0"/>
          </a:p>
        </p:txBody>
      </p:sp>
    </p:spTree>
    <p:extLst>
      <p:ext uri="{BB962C8B-B14F-4D97-AF65-F5344CB8AC3E}">
        <p14:creationId xmlns:p14="http://schemas.microsoft.com/office/powerpoint/2010/main" val="387928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584636" cy="584775"/>
          </a:xfrm>
          <a:prstGeom prst="rect">
            <a:avLst/>
          </a:prstGeom>
          <a:noFill/>
        </p:spPr>
        <p:txBody>
          <a:bodyPr wrap="none" rtlCol="0">
            <a:spAutoFit/>
          </a:bodyPr>
          <a:lstStyle/>
          <a:p>
            <a:r>
              <a:rPr kumimoji="1" lang="ja-JP" altLang="en-US" sz="3200" b="1" u="sng" dirty="0"/>
              <a:t>就職作品 基本情報</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512814" cy="4154984"/>
          </a:xfrm>
          <a:prstGeom prst="rect">
            <a:avLst/>
          </a:prstGeom>
          <a:noFill/>
        </p:spPr>
        <p:txBody>
          <a:bodyPr wrap="none" rtlCol="0">
            <a:spAutoFit/>
          </a:bodyPr>
          <a:lstStyle/>
          <a:p>
            <a:r>
              <a:rPr lang="ja-JP" altLang="en-US" sz="2400" dirty="0"/>
              <a:t>開発環境：</a:t>
            </a:r>
            <a:r>
              <a:rPr lang="en-US" altLang="ja-JP" sz="2400" dirty="0"/>
              <a:t>C++ </a:t>
            </a:r>
            <a:r>
              <a:rPr lang="ja-JP" altLang="en-US" sz="2400" dirty="0"/>
              <a:t>＆ </a:t>
            </a:r>
            <a:r>
              <a:rPr lang="en-US" altLang="ja-JP" sz="2400" dirty="0"/>
              <a:t>DX</a:t>
            </a:r>
            <a:r>
              <a:rPr lang="ja-JP" altLang="en-US" sz="2400" dirty="0"/>
              <a:t>ライブラリ</a:t>
            </a:r>
            <a:endParaRPr lang="en-US" altLang="ja-JP" sz="2400" dirty="0"/>
          </a:p>
          <a:p>
            <a:r>
              <a:rPr lang="ja-JP" altLang="en-US" sz="2400" dirty="0"/>
              <a:t>ジャンル：アクションゲーム（推奨）</a:t>
            </a:r>
            <a:endParaRPr lang="en-US" altLang="ja-JP" sz="2400" dirty="0"/>
          </a:p>
          <a:p>
            <a:r>
              <a:rPr lang="ja-JP" altLang="en-US" sz="2400" dirty="0"/>
              <a:t>開発期間：～</a:t>
            </a:r>
            <a:r>
              <a:rPr lang="en-US" altLang="ja-JP" sz="2400" dirty="0"/>
              <a:t>1/19</a:t>
            </a:r>
            <a:r>
              <a:rPr lang="ja-JP" altLang="en-US" sz="2400" dirty="0"/>
              <a:t>（火）</a:t>
            </a:r>
            <a:endParaRPr lang="en-US" altLang="ja-JP" sz="2400" dirty="0"/>
          </a:p>
          <a:p>
            <a:r>
              <a:rPr lang="en-US" altLang="ja-JP" sz="2400" dirty="0"/>
              <a:t>※</a:t>
            </a:r>
            <a:r>
              <a:rPr lang="ja-JP" altLang="en-US" sz="2400" dirty="0"/>
              <a:t>授業として時間を確保する期間です</a:t>
            </a:r>
            <a:endParaRPr lang="en-US" altLang="ja-JP" sz="2400" dirty="0"/>
          </a:p>
          <a:p>
            <a:endParaRPr lang="en-US" altLang="ja-JP" sz="2400" dirty="0"/>
          </a:p>
          <a:p>
            <a:r>
              <a:rPr lang="ja-JP" altLang="en-US" sz="2400" b="1" dirty="0">
                <a:solidFill>
                  <a:srgbClr val="FF0000"/>
                </a:solidFill>
              </a:rPr>
              <a:t>■目標</a:t>
            </a:r>
            <a:endParaRPr lang="en-US" altLang="ja-JP" sz="2400" b="1" dirty="0">
              <a:solidFill>
                <a:srgbClr val="FF0000"/>
              </a:solidFill>
            </a:endParaRPr>
          </a:p>
          <a:p>
            <a:r>
              <a:rPr lang="ja-JP" altLang="en-US" sz="2400" dirty="0"/>
              <a:t>・</a:t>
            </a:r>
            <a:r>
              <a:rPr lang="en-US" altLang="ja-JP" sz="2400" dirty="0"/>
              <a:t>11</a:t>
            </a:r>
            <a:r>
              <a:rPr lang="ja-JP" altLang="en-US" sz="2400" dirty="0"/>
              <a:t>月から始まる企業の早期採用に応募する</a:t>
            </a:r>
            <a:endParaRPr lang="en-US" altLang="ja-JP" sz="2400" dirty="0"/>
          </a:p>
          <a:p>
            <a:r>
              <a:rPr lang="ja-JP" altLang="en-US" sz="2400" b="1" dirty="0">
                <a:solidFill>
                  <a:srgbClr val="FF0000"/>
                </a:solidFill>
              </a:rPr>
              <a:t>・</a:t>
            </a:r>
            <a:r>
              <a:rPr lang="en-US" altLang="ja-JP" sz="2400" b="1" dirty="0">
                <a:solidFill>
                  <a:srgbClr val="FF0000"/>
                </a:solidFill>
              </a:rPr>
              <a:t>1</a:t>
            </a:r>
            <a:r>
              <a:rPr lang="ja-JP" altLang="en-US" sz="2400" b="1" dirty="0">
                <a:solidFill>
                  <a:srgbClr val="FF0000"/>
                </a:solidFill>
              </a:rPr>
              <a:t>月にある作品展示会に展示して、企業からスカウトされる</a:t>
            </a:r>
            <a:endParaRPr lang="en-US" altLang="ja-JP" sz="2400" b="1" dirty="0">
              <a:solidFill>
                <a:srgbClr val="FF0000"/>
              </a:solidFill>
            </a:endParaRPr>
          </a:p>
          <a:p>
            <a:r>
              <a:rPr lang="ja-JP" altLang="en-US" sz="2400" dirty="0"/>
              <a:t>・</a:t>
            </a:r>
            <a:r>
              <a:rPr lang="en-US" altLang="ja-JP" sz="2400" dirty="0"/>
              <a:t>4</a:t>
            </a:r>
            <a:r>
              <a:rPr lang="ja-JP" altLang="en-US" sz="2400" dirty="0"/>
              <a:t>月から一斉に始まる書類選考へ応募する</a:t>
            </a:r>
            <a:endParaRPr lang="en-US" altLang="ja-JP" sz="2400" dirty="0"/>
          </a:p>
          <a:p>
            <a:endParaRPr lang="en-US" altLang="ja-JP" sz="2400" dirty="0"/>
          </a:p>
          <a:p>
            <a:r>
              <a:rPr lang="en-US" altLang="ja-JP" sz="2400" dirty="0"/>
              <a:t>1</a:t>
            </a:r>
            <a:r>
              <a:rPr lang="ja-JP" altLang="en-US" sz="2400" dirty="0"/>
              <a:t>月の展示会に出せない場合は業界就職自体を諦める可能性が出てきます。</a:t>
            </a:r>
            <a:endParaRPr lang="en-US" altLang="ja-JP" sz="2400" dirty="0"/>
          </a:p>
        </p:txBody>
      </p:sp>
    </p:spTree>
    <p:extLst>
      <p:ext uri="{BB962C8B-B14F-4D97-AF65-F5344CB8AC3E}">
        <p14:creationId xmlns:p14="http://schemas.microsoft.com/office/powerpoint/2010/main" val="965409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kumimoji="1" lang="ja-JP" altLang="en-US" sz="3200" b="1" u="sng" dirty="0"/>
              <a:t>就職作品</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879080" cy="4524315"/>
          </a:xfrm>
          <a:prstGeom prst="rect">
            <a:avLst/>
          </a:prstGeom>
          <a:noFill/>
        </p:spPr>
        <p:txBody>
          <a:bodyPr wrap="none" rtlCol="0">
            <a:spAutoFit/>
          </a:bodyPr>
          <a:lstStyle/>
          <a:p>
            <a:r>
              <a:rPr lang="ja-JP" altLang="en-US" sz="2400" dirty="0"/>
              <a:t>以下の科目の終了時に進捗確認用の提出をします。</a:t>
            </a:r>
            <a:endParaRPr lang="en-US" altLang="ja-JP" sz="2400" dirty="0"/>
          </a:p>
          <a:p>
            <a:r>
              <a:rPr lang="ja-JP" altLang="en-US" sz="2400" dirty="0"/>
              <a:t>進捗内容から成績が決まります。</a:t>
            </a:r>
            <a:endParaRPr lang="en-US" altLang="ja-JP" sz="2400" dirty="0"/>
          </a:p>
          <a:p>
            <a:endParaRPr lang="en-US" altLang="ja-JP" sz="2400" dirty="0"/>
          </a:p>
          <a:p>
            <a:r>
              <a:rPr lang="ja-JP" altLang="en-US" sz="2400" b="1" dirty="0">
                <a:solidFill>
                  <a:srgbClr val="FF0000"/>
                </a:solidFill>
              </a:rPr>
              <a:t>■対象科目</a:t>
            </a:r>
            <a:endParaRPr lang="en-US" altLang="ja-JP" sz="2400" b="1" dirty="0">
              <a:solidFill>
                <a:srgbClr val="FF0000"/>
              </a:solidFill>
            </a:endParaRPr>
          </a:p>
          <a:p>
            <a:r>
              <a:rPr lang="ja-JP" altLang="en-US" sz="2400" dirty="0"/>
              <a:t>・ゲーム開発</a:t>
            </a:r>
            <a:r>
              <a:rPr lang="en-US" altLang="ja-JP" sz="2400" dirty="0"/>
              <a:t>Ⅱ</a:t>
            </a:r>
          </a:p>
          <a:p>
            <a:r>
              <a:rPr lang="ja-JP" altLang="en-US" sz="2400" dirty="0"/>
              <a:t>・ゲーム開発</a:t>
            </a:r>
            <a:r>
              <a:rPr lang="en-US" altLang="ja-JP" sz="2400" dirty="0"/>
              <a:t>Ⅲ</a:t>
            </a:r>
          </a:p>
          <a:p>
            <a:r>
              <a:rPr lang="ja-JP" altLang="en-US" sz="2400" dirty="0"/>
              <a:t>・制作実習</a:t>
            </a:r>
            <a:r>
              <a:rPr lang="en-US" altLang="ja-JP" sz="2400" dirty="0"/>
              <a:t>Ⅰ</a:t>
            </a:r>
          </a:p>
          <a:p>
            <a:r>
              <a:rPr lang="ja-JP" altLang="en-US" sz="2400" dirty="0"/>
              <a:t>・制作実習</a:t>
            </a:r>
            <a:r>
              <a:rPr lang="en-US" altLang="ja-JP" sz="2400" dirty="0"/>
              <a:t>Ⅱ</a:t>
            </a:r>
          </a:p>
          <a:p>
            <a:r>
              <a:rPr lang="en-US" altLang="ja-JP" sz="2400" dirty="0"/>
              <a:t>※</a:t>
            </a:r>
            <a:r>
              <a:rPr lang="ja-JP" altLang="en-US" sz="2400" dirty="0"/>
              <a:t>ゲーム開発</a:t>
            </a:r>
            <a:r>
              <a:rPr lang="en-US" altLang="ja-JP" sz="2400" dirty="0"/>
              <a:t>Ⅲ</a:t>
            </a:r>
            <a:r>
              <a:rPr lang="ja-JP" altLang="en-US" sz="2400" dirty="0"/>
              <a:t>の成績にはゲーム物理学も含まれます。</a:t>
            </a:r>
            <a:endParaRPr lang="en-US" altLang="ja-JP" sz="2400" dirty="0"/>
          </a:p>
          <a:p>
            <a:endParaRPr lang="en-US" altLang="ja-JP" sz="2400" dirty="0"/>
          </a:p>
          <a:p>
            <a:r>
              <a:rPr lang="ja-JP" altLang="en-US" sz="2400" dirty="0"/>
              <a:t>保護者の方に、これら４科目の成績が悪い場合、</a:t>
            </a:r>
            <a:endParaRPr lang="en-US" altLang="ja-JP" sz="2400" dirty="0"/>
          </a:p>
          <a:p>
            <a:r>
              <a:rPr lang="ja-JP" altLang="en-US" sz="2400" dirty="0"/>
              <a:t>業界就職が厳しくなると伝えてください。</a:t>
            </a:r>
            <a:endParaRPr lang="en-US" altLang="ja-JP" sz="2400" dirty="0"/>
          </a:p>
        </p:txBody>
      </p:sp>
    </p:spTree>
    <p:extLst>
      <p:ext uri="{BB962C8B-B14F-4D97-AF65-F5344CB8AC3E}">
        <p14:creationId xmlns:p14="http://schemas.microsoft.com/office/powerpoint/2010/main" val="32992382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763898" cy="584775"/>
          </a:xfrm>
          <a:prstGeom prst="rect">
            <a:avLst/>
          </a:prstGeom>
          <a:noFill/>
        </p:spPr>
        <p:txBody>
          <a:bodyPr wrap="none" rtlCol="0">
            <a:spAutoFit/>
          </a:bodyPr>
          <a:lstStyle/>
          <a:p>
            <a:r>
              <a:rPr kumimoji="1" lang="ja-JP" altLang="en-US" sz="3200" b="1" u="sng" dirty="0"/>
              <a:t>就職作品 制作</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802410" cy="4893647"/>
          </a:xfrm>
          <a:prstGeom prst="rect">
            <a:avLst/>
          </a:prstGeom>
          <a:noFill/>
        </p:spPr>
        <p:txBody>
          <a:bodyPr wrap="none" rtlCol="0">
            <a:spAutoFit/>
          </a:bodyPr>
          <a:lstStyle/>
          <a:p>
            <a:r>
              <a:rPr lang="ja-JP" altLang="en-US" sz="2400" dirty="0"/>
              <a:t>最新の</a:t>
            </a:r>
            <a:r>
              <a:rPr lang="en-US" altLang="ja-JP" sz="2400" dirty="0"/>
              <a:t>C++</a:t>
            </a:r>
            <a:r>
              <a:rPr lang="ja-JP" altLang="en-US" sz="2400" dirty="0"/>
              <a:t>授業資料をお配りします。</a:t>
            </a:r>
            <a:endParaRPr lang="en-US" altLang="ja-JP" sz="2400" dirty="0"/>
          </a:p>
          <a:p>
            <a:r>
              <a:rPr lang="ja-JP" altLang="en-US" sz="2400" dirty="0"/>
              <a:t>これらのテクニックを十分に使って制作してください。</a:t>
            </a:r>
            <a:endParaRPr lang="en-US" altLang="ja-JP" sz="2400" dirty="0"/>
          </a:p>
          <a:p>
            <a:endParaRPr lang="en-US" altLang="ja-JP" sz="2400" dirty="0"/>
          </a:p>
          <a:p>
            <a:r>
              <a:rPr lang="ja-JP" altLang="en-US" sz="2400" b="1" dirty="0">
                <a:solidFill>
                  <a:srgbClr val="FF0000"/>
                </a:solidFill>
              </a:rPr>
              <a:t>■使ってほしい技術</a:t>
            </a:r>
            <a:endParaRPr lang="en-US" altLang="ja-JP" sz="2400" b="1" dirty="0">
              <a:solidFill>
                <a:srgbClr val="FF0000"/>
              </a:solidFill>
            </a:endParaRPr>
          </a:p>
          <a:p>
            <a:r>
              <a:rPr lang="ja-JP" altLang="en-US" sz="2400" dirty="0"/>
              <a:t>・スマートポインタ</a:t>
            </a:r>
            <a:endParaRPr lang="en-US" altLang="ja-JP" sz="2400" dirty="0"/>
          </a:p>
          <a:p>
            <a:r>
              <a:rPr lang="ja-JP" altLang="en-US" sz="2400" dirty="0"/>
              <a:t>・マルチスレッド</a:t>
            </a:r>
            <a:endParaRPr lang="en-US" altLang="ja-JP" sz="2400" dirty="0"/>
          </a:p>
          <a:p>
            <a:r>
              <a:rPr lang="ja-JP" altLang="en-US" sz="2400" dirty="0"/>
              <a:t>・ファイル操作</a:t>
            </a:r>
            <a:endParaRPr lang="en-US" altLang="ja-JP" sz="2400" dirty="0"/>
          </a:p>
          <a:p>
            <a:r>
              <a:rPr lang="ja-JP" altLang="en-US" sz="2400" dirty="0"/>
              <a:t>・動的配列クラス</a:t>
            </a:r>
            <a:endParaRPr lang="en-US" altLang="ja-JP" sz="2400" dirty="0"/>
          </a:p>
          <a:p>
            <a:r>
              <a:rPr lang="ja-JP" altLang="en-US" sz="2400" dirty="0"/>
              <a:t>・リストクラス</a:t>
            </a:r>
            <a:endParaRPr lang="en-US" altLang="ja-JP" sz="2400" dirty="0"/>
          </a:p>
          <a:p>
            <a:endParaRPr lang="en-US" altLang="ja-JP" sz="2400" dirty="0"/>
          </a:p>
          <a:p>
            <a:r>
              <a:rPr lang="ja-JP" altLang="en-US" sz="2400" b="1" dirty="0">
                <a:solidFill>
                  <a:srgbClr val="FF0000"/>
                </a:solidFill>
              </a:rPr>
              <a:t>難しいと思うものを無理に使う必要はありません</a:t>
            </a:r>
            <a:r>
              <a:rPr lang="ja-JP" altLang="en-US" sz="2400" dirty="0"/>
              <a:t>が、</a:t>
            </a:r>
            <a:endParaRPr lang="en-US" altLang="ja-JP" sz="2400" dirty="0"/>
          </a:p>
          <a:p>
            <a:r>
              <a:rPr lang="ja-JP" altLang="en-US" sz="2400" dirty="0"/>
              <a:t>これらが使われている作品は高く評価されますし、</a:t>
            </a:r>
            <a:endParaRPr lang="en-US" altLang="ja-JP" sz="2400" dirty="0"/>
          </a:p>
          <a:p>
            <a:r>
              <a:rPr lang="ja-JP" altLang="en-US" sz="2400" dirty="0"/>
              <a:t>ポートフォリオのアピール点として載せることができます。</a:t>
            </a:r>
            <a:endParaRPr lang="en-US" altLang="ja-JP" sz="2400" dirty="0"/>
          </a:p>
        </p:txBody>
      </p:sp>
    </p:spTree>
    <p:extLst>
      <p:ext uri="{BB962C8B-B14F-4D97-AF65-F5344CB8AC3E}">
        <p14:creationId xmlns:p14="http://schemas.microsoft.com/office/powerpoint/2010/main" val="2487329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763898" cy="584775"/>
          </a:xfrm>
          <a:prstGeom prst="rect">
            <a:avLst/>
          </a:prstGeom>
          <a:noFill/>
        </p:spPr>
        <p:txBody>
          <a:bodyPr wrap="none" rtlCol="0">
            <a:spAutoFit/>
          </a:bodyPr>
          <a:lstStyle/>
          <a:p>
            <a:r>
              <a:rPr kumimoji="1" lang="ja-JP" altLang="en-US" sz="3200" b="1" u="sng" dirty="0"/>
              <a:t>就職作品 制作</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110186" cy="3046988"/>
          </a:xfrm>
          <a:prstGeom prst="rect">
            <a:avLst/>
          </a:prstGeom>
          <a:noFill/>
        </p:spPr>
        <p:txBody>
          <a:bodyPr wrap="none" rtlCol="0">
            <a:spAutoFit/>
          </a:bodyPr>
          <a:lstStyle/>
          <a:p>
            <a:r>
              <a:rPr lang="ja-JP" altLang="en-US" sz="2400" dirty="0"/>
              <a:t>授業で大量の時間を確保していますが、</a:t>
            </a:r>
            <a:endParaRPr lang="en-US" altLang="ja-JP" sz="2400" dirty="0"/>
          </a:p>
          <a:p>
            <a:r>
              <a:rPr lang="ja-JP" altLang="en-US" sz="2400" dirty="0"/>
              <a:t>授業時間のみで作品を完成させた学生は見たことがありません。</a:t>
            </a:r>
            <a:endParaRPr lang="en-US" altLang="ja-JP" sz="2400" dirty="0"/>
          </a:p>
          <a:p>
            <a:endParaRPr lang="en-US" altLang="ja-JP" sz="2400" dirty="0"/>
          </a:p>
          <a:p>
            <a:r>
              <a:rPr lang="ja-JP" altLang="en-US" sz="2400" dirty="0"/>
              <a:t>ゲームは時間をかけるほど良い作品になりますので、</a:t>
            </a:r>
            <a:endParaRPr lang="en-US" altLang="ja-JP" sz="2400" dirty="0"/>
          </a:p>
          <a:p>
            <a:r>
              <a:rPr lang="ja-JP" altLang="en-US" sz="2400" dirty="0"/>
              <a:t>可能な限り放課後も残って作業しましょう。</a:t>
            </a:r>
            <a:endParaRPr lang="en-US" altLang="ja-JP" sz="2400" dirty="0"/>
          </a:p>
          <a:p>
            <a:endParaRPr lang="en-US" altLang="ja-JP" sz="2400" dirty="0"/>
          </a:p>
          <a:p>
            <a:r>
              <a:rPr lang="ja-JP" altLang="en-US" sz="2400" dirty="0"/>
              <a:t>また、当面はゲームエンジンの授業もあるので、</a:t>
            </a:r>
            <a:endParaRPr lang="en-US" altLang="ja-JP" sz="2400" dirty="0"/>
          </a:p>
          <a:p>
            <a:r>
              <a:rPr lang="ja-JP" altLang="en-US" sz="2400" dirty="0"/>
              <a:t>就職作品を作る授業は</a:t>
            </a:r>
            <a:r>
              <a:rPr lang="en-US" altLang="ja-JP" sz="2400" dirty="0"/>
              <a:t>2</a:t>
            </a:r>
            <a:r>
              <a:rPr lang="ja-JP" altLang="en-US" sz="2400" dirty="0"/>
              <a:t>限目までになります。</a:t>
            </a:r>
            <a:endParaRPr lang="en-US" altLang="ja-JP" sz="2400" dirty="0"/>
          </a:p>
        </p:txBody>
      </p:sp>
    </p:spTree>
    <p:extLst>
      <p:ext uri="{BB962C8B-B14F-4D97-AF65-F5344CB8AC3E}">
        <p14:creationId xmlns:p14="http://schemas.microsoft.com/office/powerpoint/2010/main" val="37330345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55830AD6-028B-4C4E-80BF-B70DFC1C3A46}"/>
              </a:ext>
            </a:extLst>
          </p:cNvPr>
          <p:cNvSpPr txBox="1"/>
          <p:nvPr/>
        </p:nvSpPr>
        <p:spPr>
          <a:xfrm>
            <a:off x="3849231" y="3013502"/>
            <a:ext cx="4493538" cy="830997"/>
          </a:xfrm>
          <a:prstGeom prst="rect">
            <a:avLst/>
          </a:prstGeom>
          <a:noFill/>
        </p:spPr>
        <p:txBody>
          <a:bodyPr wrap="none" rtlCol="0">
            <a:spAutoFit/>
          </a:bodyPr>
          <a:lstStyle/>
          <a:p>
            <a:r>
              <a:rPr lang="ja-JP" altLang="en-US" sz="4800" b="1" dirty="0"/>
              <a:t>内定者作品動画</a:t>
            </a:r>
            <a:endParaRPr lang="en-US" altLang="ja-JP" sz="4800" b="1" dirty="0"/>
          </a:p>
        </p:txBody>
      </p:sp>
    </p:spTree>
    <p:extLst>
      <p:ext uri="{BB962C8B-B14F-4D97-AF65-F5344CB8AC3E}">
        <p14:creationId xmlns:p14="http://schemas.microsoft.com/office/powerpoint/2010/main" val="2125978809"/>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402</TotalTime>
  <Words>359</Words>
  <Application>Microsoft Office PowerPoint</Application>
  <PresentationFormat>ワイド画面</PresentationFormat>
  <Paragraphs>56</Paragraphs>
  <Slides>6</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6</vt:i4>
      </vt:variant>
    </vt:vector>
  </HeadingPairs>
  <TitlesOfParts>
    <vt:vector size="10"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荒木 優介</cp:lastModifiedBy>
  <cp:revision>42</cp:revision>
  <dcterms:created xsi:type="dcterms:W3CDTF">2024-08-27T02:15:54Z</dcterms:created>
  <dcterms:modified xsi:type="dcterms:W3CDTF">2026-04-27T03:15:57Z</dcterms:modified>
</cp:coreProperties>
</file>