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6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xlib.xsrv.jp/program/dxprogram_3DAction_CollObj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広いステージを作成するとなると、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ステージの形状に合わせて当たり判定</a:t>
            </a:r>
            <a:r>
              <a:rPr lang="ja-JP" altLang="en-US" sz="2400" dirty="0"/>
              <a:t>を取らなければいけません。</a:t>
            </a:r>
            <a:endParaRPr lang="en-US" altLang="ja-JP" sz="2400" dirty="0"/>
          </a:p>
          <a:p>
            <a:r>
              <a:rPr kumimoji="1" lang="en-US" altLang="ja-JP" sz="2400" dirty="0" err="1"/>
              <a:t>DxLib</a:t>
            </a:r>
            <a:r>
              <a:rPr lang="ja-JP" altLang="en-US" sz="2400" dirty="0"/>
              <a:t>を使って、モデルの形状で当たり判定を取ってみます。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255DDAC-7AC1-4620-A292-46A596300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6974209" cy="39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ステージなど大きなモデルと当たり判定を取る場合は、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当たり判定専用のモデル</a:t>
            </a:r>
            <a:r>
              <a:rPr lang="ja-JP" altLang="en-US" sz="2400" dirty="0"/>
              <a:t>を用意したほうが良いです。</a:t>
            </a:r>
            <a:endParaRPr lang="en-US" altLang="ja-JP" sz="2400" dirty="0"/>
          </a:p>
          <a:p>
            <a:r>
              <a:rPr kumimoji="1" lang="ja-JP" altLang="en-US" sz="2400" dirty="0"/>
              <a:t>当たり判定専用のモデルを最低限のポリゴン数で作成することで、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処理を軽くする</a:t>
            </a:r>
            <a:r>
              <a:rPr lang="ja-JP" altLang="en-US" sz="2400" dirty="0"/>
              <a:t>ことができたり、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通り抜けられる壁</a:t>
            </a:r>
            <a:r>
              <a:rPr lang="ja-JP" altLang="en-US" sz="2400" dirty="0"/>
              <a:t>なども簡単に作ることができます。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40658A-D968-40B3-AD30-FBBBE4FEC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3716591" cy="251353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EADA53E-BEBC-49F5-B252-13ED092BA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06" y="3300408"/>
            <a:ext cx="3658310" cy="251353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7A8F64A-FE1D-4456-9F2F-BAED7A15FC58}"/>
              </a:ext>
            </a:extLst>
          </p:cNvPr>
          <p:cNvSpPr txBox="1"/>
          <p:nvPr/>
        </p:nvSpPr>
        <p:spPr>
          <a:xfrm>
            <a:off x="995908" y="5948354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↑描画するモデル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A68A118-FB12-401C-875A-9C9B6E74B840}"/>
              </a:ext>
            </a:extLst>
          </p:cNvPr>
          <p:cNvSpPr txBox="1"/>
          <p:nvPr/>
        </p:nvSpPr>
        <p:spPr>
          <a:xfrm>
            <a:off x="5088845" y="5948353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↑当たり判定用モデル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458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51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プログラムを書いていきます。</a:t>
            </a:r>
            <a:r>
              <a:rPr lang="en-US" altLang="ja-JP" sz="2400" b="1" dirty="0">
                <a:solidFill>
                  <a:srgbClr val="FF0000"/>
                </a:solidFill>
              </a:rPr>
              <a:t>Stage.cpp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4189C0F-635F-48C1-9E5E-B83F0B3E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737988" cy="438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8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まずは当たり判定用のモデルをいつも通りロードします。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93D90B3-E3E6-4197-983C-60473E9CA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0352201" cy="233087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E3CB2DF-9C2D-4C48-B5AF-298FC4379166}"/>
              </a:ext>
            </a:extLst>
          </p:cNvPr>
          <p:cNvSpPr/>
          <p:nvPr/>
        </p:nvSpPr>
        <p:spPr>
          <a:xfrm>
            <a:off x="2099733" y="2963333"/>
            <a:ext cx="8820009" cy="677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34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次に当たり判定データの構築を行います。</a:t>
            </a:r>
            <a:endParaRPr lang="en-US" altLang="ja-JP" sz="2400" dirty="0"/>
          </a:p>
          <a:p>
            <a:r>
              <a:rPr kumimoji="1" lang="ja-JP" altLang="en-US" sz="2400" dirty="0"/>
              <a:t>当たり判定を取る前の準備になります。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ADBE11A-22F9-4550-8F1A-DDA1F0BA9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731686" cy="2054674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99AB681-42EB-4E98-8AB3-46AFF92D0BEA}"/>
              </a:ext>
            </a:extLst>
          </p:cNvPr>
          <p:cNvSpPr/>
          <p:nvPr/>
        </p:nvSpPr>
        <p:spPr>
          <a:xfrm>
            <a:off x="2853267" y="2963333"/>
            <a:ext cx="8066475" cy="982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2601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構築した当たり判定データは使い終わったら削除</a:t>
            </a:r>
            <a:r>
              <a:rPr lang="ja-JP" altLang="en-US" sz="2400" dirty="0"/>
              <a:t>しなければいけません。</a:t>
            </a:r>
            <a:endParaRPr lang="en-US" altLang="ja-JP" sz="2400" dirty="0"/>
          </a:p>
          <a:p>
            <a:r>
              <a:rPr lang="ja-JP" altLang="en-US" sz="2400" dirty="0"/>
              <a:t>また、当たり判定用のモデルの削除処理も忘れないようにしましょう。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5A9E45-98AF-4C28-B866-7CA520AD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91598"/>
            <a:ext cx="7031083" cy="252560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FDAADD2-4CA6-4697-A917-4D331BBFF890}"/>
              </a:ext>
            </a:extLst>
          </p:cNvPr>
          <p:cNvSpPr/>
          <p:nvPr/>
        </p:nvSpPr>
        <p:spPr>
          <a:xfrm>
            <a:off x="2150533" y="2624667"/>
            <a:ext cx="5723467" cy="7281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70049B-60AA-485C-B973-D3B1B5B0BECA}"/>
              </a:ext>
            </a:extLst>
          </p:cNvPr>
          <p:cNvSpPr/>
          <p:nvPr/>
        </p:nvSpPr>
        <p:spPr>
          <a:xfrm>
            <a:off x="2150532" y="3785868"/>
            <a:ext cx="5723467" cy="7281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21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749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今回はステージと球で当たり判定を取ります。</a:t>
            </a:r>
            <a:endParaRPr lang="en-US" altLang="ja-JP" sz="2400" dirty="0"/>
          </a:p>
          <a:p>
            <a:r>
              <a:rPr kumimoji="1" lang="ja-JP" altLang="en-US" sz="2400" dirty="0"/>
              <a:t>モデルと球の当たり判定には、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MV1CollCheck_Sphere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を使います。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900A70-036B-439A-97A9-930AC4BFA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834507" cy="2469541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279520F-F88C-435A-9CD0-55E6B2E99B42}"/>
              </a:ext>
            </a:extLst>
          </p:cNvPr>
          <p:cNvSpPr/>
          <p:nvPr/>
        </p:nvSpPr>
        <p:spPr>
          <a:xfrm>
            <a:off x="1938867" y="2624667"/>
            <a:ext cx="9203266" cy="1507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1F850A5-24CF-429F-8B06-17C5B7FBE138}"/>
              </a:ext>
            </a:extLst>
          </p:cNvPr>
          <p:cNvSpPr txBox="1"/>
          <p:nvPr/>
        </p:nvSpPr>
        <p:spPr>
          <a:xfrm>
            <a:off x="567542" y="4796367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非常に重要な関数なので詳しく見ていきます。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8152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MV1CollCheck_Sphere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の仕様は以下の通りです。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■引数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第１引数：当たり判定を取るモデルのハンドル</a:t>
            </a:r>
            <a:endParaRPr lang="en-US" altLang="ja-JP" sz="2400" dirty="0"/>
          </a:p>
          <a:p>
            <a:r>
              <a:rPr kumimoji="1" lang="ja-JP" altLang="en-US" sz="2400" dirty="0"/>
              <a:t>第２引数：フレーム番号（ー１でモデル全体と当たり判定）</a:t>
            </a:r>
            <a:endParaRPr kumimoji="1" lang="en-US" altLang="ja-JP" sz="2400" dirty="0"/>
          </a:p>
          <a:p>
            <a:r>
              <a:rPr lang="ja-JP" altLang="en-US" sz="2400" dirty="0"/>
              <a:t>第３引数：球の中心座標</a:t>
            </a:r>
            <a:endParaRPr lang="en-US" altLang="ja-JP" sz="2400" dirty="0"/>
          </a:p>
          <a:p>
            <a:r>
              <a:rPr lang="ja-JP" altLang="en-US" sz="2400" dirty="0"/>
              <a:t>第４引数：球の半径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■戻り値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衝突情報の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MV1_COLL_RESULT_POLY_DIM</a:t>
            </a:r>
          </a:p>
        </p:txBody>
      </p:sp>
    </p:spTree>
    <p:extLst>
      <p:ext uri="{BB962C8B-B14F-4D97-AF65-F5344CB8AC3E}">
        <p14:creationId xmlns:p14="http://schemas.microsoft.com/office/powerpoint/2010/main" val="149130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94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MV1_COLL_RESULT_POLY_DIM</a:t>
            </a:r>
            <a:r>
              <a:rPr lang="ja-JP" altLang="en-US" sz="2400" dirty="0"/>
              <a:t>には以下の情報が格納されています。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82D3A78-FBE2-4CD7-BFB7-B203DCA9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871723" cy="18398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F49A427-910A-4CB7-B6BD-5FFB419D1EE8}"/>
              </a:ext>
            </a:extLst>
          </p:cNvPr>
          <p:cNvSpPr txBox="1"/>
          <p:nvPr/>
        </p:nvSpPr>
        <p:spPr>
          <a:xfrm>
            <a:off x="567541" y="3797300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HitNum</a:t>
            </a:r>
            <a:r>
              <a:rPr lang="en-US" altLang="ja-JP" sz="2400" dirty="0"/>
              <a:t>	</a:t>
            </a:r>
            <a:r>
              <a:rPr lang="ja-JP" altLang="en-US" sz="2400" dirty="0"/>
              <a:t>・・・球と衝突したポリゴンの数</a:t>
            </a:r>
            <a:endParaRPr lang="en-US" altLang="ja-JP" sz="2400" dirty="0"/>
          </a:p>
          <a:p>
            <a:r>
              <a:rPr lang="en-US" altLang="ja-JP" sz="2400" dirty="0"/>
              <a:t>Dim		</a:t>
            </a:r>
            <a:r>
              <a:rPr lang="ja-JP" altLang="en-US" sz="2400" dirty="0"/>
              <a:t>・・・球と衝突したポリゴンの情報配列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C93B87-7B07-4FE0-B034-881BC6156E87}"/>
              </a:ext>
            </a:extLst>
          </p:cNvPr>
          <p:cNvSpPr txBox="1"/>
          <p:nvPr/>
        </p:nvSpPr>
        <p:spPr>
          <a:xfrm>
            <a:off x="567542" y="4767997"/>
            <a:ext cx="6870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Dim</a:t>
            </a:r>
            <a:r>
              <a:rPr lang="ja-JP" altLang="en-US" sz="2400" b="1" dirty="0">
                <a:solidFill>
                  <a:srgbClr val="FF0000"/>
                </a:solidFill>
              </a:rPr>
              <a:t>配列の件数は</a:t>
            </a:r>
            <a:r>
              <a:rPr lang="en-US" altLang="ja-JP" sz="2400" b="1" dirty="0" err="1">
                <a:solidFill>
                  <a:srgbClr val="FF0000"/>
                </a:solidFill>
              </a:rPr>
              <a:t>HitNum</a:t>
            </a:r>
            <a:r>
              <a:rPr lang="ja-JP" altLang="en-US" sz="2400" b="1" dirty="0">
                <a:solidFill>
                  <a:srgbClr val="FF0000"/>
                </a:solidFill>
              </a:rPr>
              <a:t>と同じ数になります。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2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0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MV1_COLL_RESULT_POLY</a:t>
            </a:r>
            <a:r>
              <a:rPr lang="ja-JP" altLang="en-US" sz="2400" dirty="0"/>
              <a:t>には以下の情報が格納されています。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6900CB1-076D-4AE7-A1D5-93BD8ECDC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668166" cy="325800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C13FA2E-E822-4D55-8ED7-ADFEF21F06F3}"/>
              </a:ext>
            </a:extLst>
          </p:cNvPr>
          <p:cNvSpPr txBox="1"/>
          <p:nvPr/>
        </p:nvSpPr>
        <p:spPr>
          <a:xfrm>
            <a:off x="567542" y="5215499"/>
            <a:ext cx="69557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■特に重要なデータ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Position[3]	</a:t>
            </a:r>
            <a:r>
              <a:rPr lang="ja-JP" altLang="en-US" sz="2400" dirty="0"/>
              <a:t>・・・ポリゴンの３つの頂点の座標</a:t>
            </a:r>
            <a:endParaRPr lang="en-US" altLang="ja-JP" sz="2400" dirty="0"/>
          </a:p>
          <a:p>
            <a:r>
              <a:rPr kumimoji="1" lang="en-US" altLang="ja-JP" sz="2400" dirty="0"/>
              <a:t>Normal	</a:t>
            </a:r>
            <a:r>
              <a:rPr kumimoji="1" lang="ja-JP" altLang="en-US" sz="2400" dirty="0"/>
              <a:t>・・・ポリゴンの面法線ベクトル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51775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以上の情報を使って</a:t>
            </a:r>
            <a:r>
              <a:rPr lang="ja-JP" altLang="en-US" sz="2400" b="1" dirty="0">
                <a:solidFill>
                  <a:srgbClr val="FF0000"/>
                </a:solidFill>
              </a:rPr>
              <a:t>床のポリゴンの押し出し処理</a:t>
            </a:r>
            <a:r>
              <a:rPr lang="ja-JP" altLang="en-US" sz="2400" dirty="0"/>
              <a:t>を作ります。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Player.cpp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0070C0"/>
                </a:solidFill>
              </a:rPr>
              <a:t>HitStage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を書いていきます。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42B4C35-4B7A-4AD2-B3E8-B8F1138F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53391" cy="432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83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857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衝突したポリゴンを１つずつ見ていきます。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このように</a:t>
            </a:r>
            <a:r>
              <a:rPr lang="en-US" altLang="ja-JP" sz="2400" b="1" dirty="0">
                <a:solidFill>
                  <a:srgbClr val="7030A0"/>
                </a:solidFill>
              </a:rPr>
              <a:t>for</a:t>
            </a:r>
            <a:r>
              <a:rPr lang="ja-JP" altLang="en-US" sz="2400" b="1" dirty="0">
                <a:solidFill>
                  <a:srgbClr val="7030A0"/>
                </a:solidFill>
              </a:rPr>
              <a:t>文</a:t>
            </a:r>
            <a:r>
              <a:rPr lang="ja-JP" altLang="en-US" sz="2400" dirty="0"/>
              <a:t>を回しながらポリゴンの情報を取りましょう。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CB80FB5-2863-463D-BB43-27C17F098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7166600" cy="135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5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ポリゴンの</a:t>
            </a:r>
            <a:r>
              <a:rPr lang="ja-JP" altLang="en-US" sz="2400" b="1" dirty="0">
                <a:solidFill>
                  <a:srgbClr val="FF0000"/>
                </a:solidFill>
              </a:rPr>
              <a:t>法線</a:t>
            </a:r>
            <a:r>
              <a:rPr lang="ja-JP" altLang="en-US" sz="2400" dirty="0"/>
              <a:t>から</a:t>
            </a:r>
            <a:r>
              <a:rPr lang="ja-JP" altLang="en-US" sz="2400" b="1" dirty="0">
                <a:solidFill>
                  <a:srgbClr val="FF0000"/>
                </a:solidFill>
              </a:rPr>
              <a:t>床かどうかを判定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1793686-2DF0-4345-91F3-570B38664AAC}"/>
              </a:ext>
            </a:extLst>
          </p:cNvPr>
          <p:cNvSpPr txBox="1"/>
          <p:nvPr/>
        </p:nvSpPr>
        <p:spPr>
          <a:xfrm>
            <a:off x="491341" y="2538600"/>
            <a:ext cx="83872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法線は面に対して垂直なベクトル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ja-JP" altLang="en-US" sz="2400" dirty="0"/>
              <a:t>その</a:t>
            </a:r>
            <a:r>
              <a:rPr lang="ja-JP" altLang="en-US" sz="2400" b="1" dirty="0">
                <a:solidFill>
                  <a:srgbClr val="FF0000"/>
                </a:solidFill>
              </a:rPr>
              <a:t>法線の</a:t>
            </a:r>
            <a:r>
              <a:rPr lang="en-US" altLang="ja-JP" sz="2400" b="1" dirty="0">
                <a:solidFill>
                  <a:srgbClr val="FF0000"/>
                </a:solidFill>
              </a:rPr>
              <a:t>Y</a:t>
            </a:r>
            <a:r>
              <a:rPr lang="ja-JP" altLang="en-US" sz="2400" b="1" dirty="0">
                <a:solidFill>
                  <a:srgbClr val="FF0000"/>
                </a:solidFill>
              </a:rPr>
              <a:t>成分が小さいということは壁</a:t>
            </a:r>
            <a:r>
              <a:rPr lang="ja-JP" altLang="en-US" sz="2400" dirty="0"/>
              <a:t>と判断しています</a:t>
            </a:r>
            <a:endParaRPr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1A49571C-0AE3-410C-876B-909C0B8E54DE}"/>
              </a:ext>
            </a:extLst>
          </p:cNvPr>
          <p:cNvGrpSpPr/>
          <p:nvPr/>
        </p:nvGrpSpPr>
        <p:grpSpPr>
          <a:xfrm>
            <a:off x="1583960" y="3697444"/>
            <a:ext cx="2277534" cy="1684867"/>
            <a:chOff x="855133" y="4227637"/>
            <a:chExt cx="2277534" cy="168486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2C4BA63-CE8B-47D4-B3D7-CF2EE2871CBF}"/>
                </a:ext>
              </a:extLst>
            </p:cNvPr>
            <p:cNvSpPr/>
            <p:nvPr/>
          </p:nvSpPr>
          <p:spPr>
            <a:xfrm>
              <a:off x="855133" y="5641571"/>
              <a:ext cx="2277534" cy="2709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ポリゴン</a:t>
              </a:r>
            </a:p>
          </p:txBody>
        </p:sp>
        <p:sp>
          <p:nvSpPr>
            <p:cNvPr id="14" name="矢印: 上 13">
              <a:extLst>
                <a:ext uri="{FF2B5EF4-FFF2-40B4-BE49-F238E27FC236}">
                  <a16:creationId xmlns:a16="http://schemas.microsoft.com/office/drawing/2014/main" id="{B51BB53D-3529-4E32-A322-6FA89C81FE6D}"/>
                </a:ext>
              </a:extLst>
            </p:cNvPr>
            <p:cNvSpPr/>
            <p:nvPr/>
          </p:nvSpPr>
          <p:spPr>
            <a:xfrm>
              <a:off x="1667933" y="4227637"/>
              <a:ext cx="651934" cy="1413934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法線</a:t>
              </a:r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8A17723-411A-49F5-978A-03828BA28D47}"/>
              </a:ext>
            </a:extLst>
          </p:cNvPr>
          <p:cNvSpPr txBox="1"/>
          <p:nvPr/>
        </p:nvSpPr>
        <p:spPr>
          <a:xfrm>
            <a:off x="375770" y="5546980"/>
            <a:ext cx="4693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床の法線は</a:t>
            </a:r>
            <a:r>
              <a:rPr lang="en-US" altLang="ja-JP" sz="2400" dirty="0"/>
              <a:t>Y</a:t>
            </a:r>
            <a:r>
              <a:rPr lang="ja-JP" altLang="en-US" sz="2400" dirty="0"/>
              <a:t>（縦）成分が大きい</a:t>
            </a:r>
            <a:endParaRPr lang="en-US" altLang="ja-JP" sz="2400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0835160-FECA-4228-BD8C-C3A0035A25A5}"/>
              </a:ext>
            </a:extLst>
          </p:cNvPr>
          <p:cNvGrpSpPr/>
          <p:nvPr/>
        </p:nvGrpSpPr>
        <p:grpSpPr>
          <a:xfrm rot="5400000">
            <a:off x="7335673" y="3733849"/>
            <a:ext cx="1684868" cy="1684867"/>
            <a:chOff x="855133" y="4227637"/>
            <a:chExt cx="1684868" cy="1684867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E14E4C88-3859-4301-BA3A-7852F4629BB4}"/>
                </a:ext>
              </a:extLst>
            </p:cNvPr>
            <p:cNvSpPr/>
            <p:nvPr/>
          </p:nvSpPr>
          <p:spPr>
            <a:xfrm>
              <a:off x="855133" y="5641571"/>
              <a:ext cx="1684868" cy="2709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ポリゴン</a:t>
              </a:r>
            </a:p>
          </p:txBody>
        </p:sp>
        <p:sp>
          <p:nvSpPr>
            <p:cNvPr id="19" name="矢印: 上 18">
              <a:extLst>
                <a:ext uri="{FF2B5EF4-FFF2-40B4-BE49-F238E27FC236}">
                  <a16:creationId xmlns:a16="http://schemas.microsoft.com/office/drawing/2014/main" id="{6FB8FCD5-CFB5-4E8D-8786-A4E8046E4ADC}"/>
                </a:ext>
              </a:extLst>
            </p:cNvPr>
            <p:cNvSpPr/>
            <p:nvPr/>
          </p:nvSpPr>
          <p:spPr>
            <a:xfrm>
              <a:off x="1371599" y="4227637"/>
              <a:ext cx="651934" cy="1413934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法線</a:t>
              </a:r>
            </a:p>
          </p:txBody>
        </p: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2F6BC1F-7046-4AA4-9D44-26206C7E9CBB}"/>
              </a:ext>
            </a:extLst>
          </p:cNvPr>
          <p:cNvSpPr txBox="1"/>
          <p:nvPr/>
        </p:nvSpPr>
        <p:spPr>
          <a:xfrm>
            <a:off x="5455770" y="5546979"/>
            <a:ext cx="4693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壁の法線は</a:t>
            </a:r>
            <a:r>
              <a:rPr lang="en-US" altLang="ja-JP" sz="2400" dirty="0"/>
              <a:t>Y</a:t>
            </a:r>
            <a:r>
              <a:rPr lang="ja-JP" altLang="en-US" sz="2400" dirty="0"/>
              <a:t>（縦）成分が小さい</a:t>
            </a:r>
            <a:endParaRPr lang="en-US" altLang="ja-JP" sz="2400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2883B4C1-0E01-4F3F-8405-2A775B1E4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4734586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66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床であれば</a:t>
            </a:r>
            <a:r>
              <a:rPr lang="ja-JP" altLang="en-US" sz="2400" b="1" dirty="0">
                <a:solidFill>
                  <a:srgbClr val="FF0000"/>
                </a:solidFill>
              </a:rPr>
              <a:t>プレイヤーの足部分に床が当たっているか判定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判定には</a:t>
            </a:r>
            <a:r>
              <a:rPr lang="en-US" altLang="ja-JP" sz="2400" b="1" dirty="0" err="1">
                <a:solidFill>
                  <a:srgbClr val="0070C0"/>
                </a:solidFill>
              </a:rPr>
              <a:t>HitCheck_Line_Triangle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99C32ED-0DE0-48C2-A03C-FE1FE90F6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329935" cy="1766807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E3D6D0C-EE68-4A1C-AF04-80BCC8E1B9D9}"/>
              </a:ext>
            </a:extLst>
          </p:cNvPr>
          <p:cNvSpPr txBox="1"/>
          <p:nvPr/>
        </p:nvSpPr>
        <p:spPr>
          <a:xfrm>
            <a:off x="567542" y="4093633"/>
            <a:ext cx="105272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HitCheck_Line_Triangle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は線と三角形の当たり判定をする関数です。</a:t>
            </a:r>
            <a:endParaRPr lang="en-US" altLang="ja-JP" sz="2400" dirty="0"/>
          </a:p>
          <a:p>
            <a:r>
              <a:rPr lang="ja-JP" altLang="en-US" sz="2400" dirty="0"/>
              <a:t>この関数も衝突情報を返してくれます。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77955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ラインに当たっている場合は衝突情報から、床の高さまで押し出してあげます。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373961-14DB-43F2-925C-9DFC2117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622436" cy="142493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417FBE2-791C-492C-9BBA-875F97618BAF}"/>
              </a:ext>
            </a:extLst>
          </p:cNvPr>
          <p:cNvSpPr txBox="1"/>
          <p:nvPr/>
        </p:nvSpPr>
        <p:spPr>
          <a:xfrm>
            <a:off x="567542" y="35278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動作確認して、床に乗れるか確認しましょう。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47801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ステージとの当たり判定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今回授業で行うのは床の判定までです。</a:t>
            </a:r>
            <a:endParaRPr lang="en-US" altLang="ja-JP" sz="2400" dirty="0"/>
          </a:p>
          <a:p>
            <a:r>
              <a:rPr lang="ja-JP" altLang="en-US" sz="2400" dirty="0"/>
              <a:t>というのも、</a:t>
            </a:r>
            <a:r>
              <a:rPr lang="ja-JP" altLang="en-US" sz="2400" b="1" dirty="0">
                <a:solidFill>
                  <a:srgbClr val="FF0000"/>
                </a:solidFill>
              </a:rPr>
              <a:t>当たり判定処理には明確な答えはありません。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ステージの形状次第では今回の処理がうまくいかない場合もあります。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今回の床の判定をベースに考えて、</a:t>
            </a:r>
            <a:endParaRPr lang="en-US" altLang="ja-JP" sz="2400" dirty="0"/>
          </a:p>
          <a:p>
            <a:r>
              <a:rPr lang="ja-JP" altLang="en-US" sz="2400" dirty="0"/>
              <a:t>作品に合った当たり判定処理を作りましょう。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■参考資料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 err="1"/>
              <a:t>Dxlib</a:t>
            </a:r>
            <a:r>
              <a:rPr lang="ja-JP" altLang="en-US" sz="2400" dirty="0"/>
              <a:t>サンプルアクションゲームのプログラム</a:t>
            </a:r>
            <a:endParaRPr lang="en-US" altLang="ja-JP" sz="2400" dirty="0"/>
          </a:p>
          <a:p>
            <a:r>
              <a:rPr lang="ja-JP" altLang="en-US" sz="2400" dirty="0">
                <a:hlinkClick r:id="rId2"/>
              </a:rPr>
              <a:t>ＤＸライブラリ置き場　３Ｄアクション基本＋追加コリジョンモデル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86587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729</Words>
  <Application>Microsoft Office PowerPoint</Application>
  <PresentationFormat>ワイド画面</PresentationFormat>
  <Paragraphs>82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21</cp:revision>
  <dcterms:created xsi:type="dcterms:W3CDTF">2024-08-27T02:15:54Z</dcterms:created>
  <dcterms:modified xsi:type="dcterms:W3CDTF">2024-12-19T01:30:49Z</dcterms:modified>
</cp:coreProperties>
</file>