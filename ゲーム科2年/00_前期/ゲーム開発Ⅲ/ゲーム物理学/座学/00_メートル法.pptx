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メートル法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物理学を学習することで最も大切なのは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単位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>
                <a:solidFill>
                  <a:schemeClr val="tx1"/>
                </a:solidFill>
              </a:rPr>
              <a:t>まずは単位について詳しく学習していきます。</a:t>
            </a:r>
            <a:endParaRPr lang="en-US" altLang="ja-JP" sz="2400" dirty="0">
              <a:solidFill>
                <a:schemeClr val="tx1"/>
              </a:solidFill>
            </a:endParaRPr>
          </a:p>
          <a:p>
            <a:endParaRPr kumimoji="1" lang="en-US" altLang="ja-JP" sz="2400" dirty="0"/>
          </a:p>
          <a:p>
            <a:r>
              <a:rPr lang="ja-JP" altLang="en-US" sz="2400" dirty="0">
                <a:solidFill>
                  <a:schemeClr val="tx1"/>
                </a:solidFill>
              </a:rPr>
              <a:t>最も身近な単位として</a:t>
            </a:r>
            <a:r>
              <a:rPr lang="ja-JP" altLang="en-US" sz="2400" b="1" dirty="0">
                <a:solidFill>
                  <a:srgbClr val="FF0000"/>
                </a:solidFill>
              </a:rPr>
              <a:t>メートル法</a:t>
            </a:r>
            <a:r>
              <a:rPr lang="ja-JP" altLang="en-US" sz="2400" dirty="0">
                <a:solidFill>
                  <a:schemeClr val="tx1"/>
                </a:solidFill>
              </a:rPr>
              <a:t>というものがあります。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距離や重さで使われる</a:t>
            </a:r>
            <a:r>
              <a:rPr kumimoji="1" lang="ja-JP" altLang="en-US" sz="2400" dirty="0"/>
              <a:t>単位です。</a:t>
            </a:r>
            <a:endParaRPr kumimoji="1" lang="en-US" altLang="ja-JP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メートル法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tx1"/>
                </a:solidFill>
              </a:rPr>
              <a:t>メートル法とは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１桁ごとに接頭語を割り当てる単位</a:t>
            </a:r>
            <a:r>
              <a:rPr kumimoji="1" lang="ja-JP" altLang="en-US" sz="2400" dirty="0">
                <a:solidFill>
                  <a:schemeClr val="tx1"/>
                </a:solidFill>
              </a:rPr>
              <a:t>のことです。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■メートル法の接頭語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FFB668B-AD84-419E-A4DA-2622B3310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014582"/>
              </p:ext>
            </p:extLst>
          </p:nvPr>
        </p:nvGraphicFramePr>
        <p:xfrm>
          <a:off x="567542" y="2415249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729819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891069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7036481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342161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374227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960944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43213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ヘクト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メートル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センチ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ミリ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162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0.001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86242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DE234D-7C76-4817-950E-D8D47EADC276}"/>
              </a:ext>
            </a:extLst>
          </p:cNvPr>
          <p:cNvSpPr txBox="1"/>
          <p:nvPr/>
        </p:nvSpPr>
        <p:spPr>
          <a:xfrm>
            <a:off x="567542" y="3429000"/>
            <a:ext cx="100335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tx1"/>
                </a:solidFill>
              </a:rPr>
              <a:t>上の表は接頭語の名前と、メートルに置き換えた際の数値になります。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■例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</a:t>
            </a:r>
            <a:r>
              <a:rPr lang="ja-JP" altLang="en-US" sz="2400" dirty="0"/>
              <a:t>キロメートルは</a:t>
            </a:r>
            <a:r>
              <a:rPr lang="en-US" altLang="ja-JP" sz="2400" dirty="0"/>
              <a:t>1000</a:t>
            </a:r>
            <a:r>
              <a:rPr lang="ja-JP" altLang="en-US" sz="2400" dirty="0"/>
              <a:t>メートル</a:t>
            </a:r>
            <a:endParaRPr lang="en-US" altLang="ja-JP" sz="2400" dirty="0"/>
          </a:p>
          <a:p>
            <a:r>
              <a:rPr kumimoji="1" lang="ja-JP" altLang="en-US" sz="2400" dirty="0"/>
              <a:t>・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センチメートルは</a:t>
            </a:r>
            <a:r>
              <a:rPr kumimoji="1" lang="en-US" altLang="ja-JP" sz="2400" dirty="0"/>
              <a:t>0.01</a:t>
            </a:r>
            <a:r>
              <a:rPr kumimoji="1" lang="ja-JP" altLang="en-US" sz="2400" dirty="0"/>
              <a:t>メートル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</a:t>
            </a:r>
            <a:r>
              <a:rPr lang="ja-JP" altLang="en-US" sz="2400" dirty="0"/>
              <a:t>ヘクトメートルは</a:t>
            </a:r>
            <a:r>
              <a:rPr lang="en-US" altLang="ja-JP" sz="2400" dirty="0"/>
              <a:t>100</a:t>
            </a:r>
            <a:r>
              <a:rPr lang="ja-JP" altLang="en-US" sz="2400" dirty="0"/>
              <a:t>メートル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895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メートル法 例題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67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30</a:t>
            </a:r>
            <a:r>
              <a:rPr lang="ja-JP" altLang="en-US" sz="2400" dirty="0"/>
              <a:t>ミリメートルは何メートルか答えなさい</a:t>
            </a:r>
            <a:endParaRPr lang="en-US" altLang="ja-JP" sz="2400" dirty="0"/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FFB668B-AD84-419E-A4DA-2622B3310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040046"/>
              </p:ext>
            </p:extLst>
          </p:nvPr>
        </p:nvGraphicFramePr>
        <p:xfrm>
          <a:off x="567542" y="1817794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729819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891069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7036481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342161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374227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960944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43213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ヘクト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メートル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センチ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ミリ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162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0.001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8624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DDE234D-7C76-4817-950E-D8D47EADC276}"/>
                  </a:ext>
                </a:extLst>
              </p:cNvPr>
              <p:cNvSpPr txBox="1"/>
              <p:nvPr/>
            </p:nvSpPr>
            <p:spPr>
              <a:xfrm>
                <a:off x="567542" y="2754353"/>
                <a:ext cx="8802410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dirty="0"/>
                  <a:t>メートル法の変換は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上の表に合わせて小数点を移動</a:t>
                </a:r>
                <a:r>
                  <a:rPr kumimoji="1" lang="ja-JP" altLang="en-US" sz="2400" dirty="0"/>
                  <a:t>させます。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今回の場合、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ミリからメートルまでは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3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マス左</a:t>
                </a:r>
                <a:r>
                  <a:rPr lang="ja-JP" altLang="en-US" sz="2400" dirty="0"/>
                  <a:t>になるので、</a:t>
                </a:r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小数点を左に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3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桁移動</a:t>
                </a:r>
                <a:r>
                  <a:rPr kumimoji="1" lang="ja-JP" altLang="en-US" sz="2400" dirty="0"/>
                  <a:t>させます。よって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30.00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ミリ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0.03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メートル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となります。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DDE234D-7C76-4817-950E-D8D47EADC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2754353"/>
                <a:ext cx="8802410" cy="1938992"/>
              </a:xfrm>
              <a:prstGeom prst="rect">
                <a:avLst/>
              </a:prstGeom>
              <a:blipFill>
                <a:blip r:embed="rId2"/>
                <a:stretch>
                  <a:fillRect l="-1039" t="-2516" r="-139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65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メートル法 例題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91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68</a:t>
            </a:r>
            <a:r>
              <a:rPr lang="ja-JP" altLang="en-US" sz="2400" dirty="0"/>
              <a:t>ヘクトメートルは何デシメートルか答えなさい</a:t>
            </a:r>
            <a:endParaRPr lang="en-US" altLang="ja-JP" sz="2400" dirty="0"/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9FFB668B-AD84-419E-A4DA-2622B3310F03}"/>
              </a:ext>
            </a:extLst>
          </p:cNvPr>
          <p:cNvGraphicFramePr>
            <a:graphicFrameLocks noGrp="1"/>
          </p:cNvGraphicFramePr>
          <p:nvPr/>
        </p:nvGraphicFramePr>
        <p:xfrm>
          <a:off x="567542" y="1817794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729819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891069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7036481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342161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374227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960944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43213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ヘクト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メートル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センチ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ミリ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162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0.001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86242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DE234D-7C76-4817-950E-D8D47EADC276}"/>
              </a:ext>
            </a:extLst>
          </p:cNvPr>
          <p:cNvSpPr txBox="1"/>
          <p:nvPr/>
        </p:nvSpPr>
        <p:spPr>
          <a:xfrm>
            <a:off x="567542" y="2754353"/>
            <a:ext cx="84946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■解答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ヘクトからデシまで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3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マス右側</a:t>
            </a:r>
            <a:r>
              <a:rPr kumimoji="1" lang="ja-JP" altLang="en-US" sz="2400" dirty="0"/>
              <a:t>なので</a:t>
            </a:r>
            <a:endParaRPr kumimoji="1" lang="en-US" altLang="ja-JP" sz="2400" dirty="0"/>
          </a:p>
          <a:p>
            <a:r>
              <a:rPr lang="en-US" altLang="ja-JP" sz="2400" dirty="0"/>
              <a:t>68.000</a:t>
            </a:r>
            <a:r>
              <a:rPr lang="ja-JP" altLang="en-US" sz="2400" dirty="0"/>
              <a:t>ヘクトメートル</a:t>
            </a:r>
            <a:r>
              <a:rPr lang="en-US" altLang="ja-JP" sz="2400" dirty="0"/>
              <a:t>=68000</a:t>
            </a:r>
            <a:r>
              <a:rPr lang="ja-JP" altLang="en-US" sz="2400" dirty="0"/>
              <a:t>デシメートル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このように、あまり身近でない単位も簡単に変換できます。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7568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メートル法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1032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次の単位をカッコ内の単位に変換しなさい</a:t>
            </a:r>
            <a:endParaRPr lang="en-US" altLang="ja-JP" sz="2400" dirty="0"/>
          </a:p>
          <a:p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① </a:t>
            </a:r>
            <a:r>
              <a:rPr lang="en-US" altLang="ja-JP" sz="2400" dirty="0"/>
              <a:t>3</a:t>
            </a:r>
            <a:r>
              <a:rPr lang="ja-JP" altLang="en-US" sz="2400" dirty="0"/>
              <a:t>キロメートル（メートル）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② </a:t>
            </a:r>
            <a:r>
              <a:rPr lang="en-US" altLang="ja-JP" sz="2400" dirty="0"/>
              <a:t>50</a:t>
            </a:r>
            <a:r>
              <a:rPr lang="ja-JP" altLang="en-US" sz="2400" dirty="0"/>
              <a:t>センチメートル（ミリメートル）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③ </a:t>
            </a:r>
            <a:r>
              <a:rPr lang="en-US" altLang="ja-JP" sz="2400" dirty="0"/>
              <a:t>372</a:t>
            </a:r>
            <a:r>
              <a:rPr lang="ja-JP" altLang="en-US" sz="2400" dirty="0"/>
              <a:t>デカメートル（センチメートル）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④ </a:t>
            </a:r>
            <a:r>
              <a:rPr lang="en-US" altLang="ja-JP" sz="2400" dirty="0"/>
              <a:t>511</a:t>
            </a:r>
            <a:r>
              <a:rPr lang="ja-JP" altLang="en-US" sz="2400" dirty="0"/>
              <a:t>ヘクトメートル（ミリメートル）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⑤ </a:t>
            </a:r>
            <a:r>
              <a:rPr lang="en-US" altLang="ja-JP" sz="2400" dirty="0"/>
              <a:t>0.4</a:t>
            </a:r>
            <a:r>
              <a:rPr lang="ja-JP" altLang="en-US" sz="2400" dirty="0"/>
              <a:t>キロメートル（ヘクトメートル）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⑥ </a:t>
            </a:r>
            <a:r>
              <a:rPr lang="en-US" altLang="ja-JP" sz="2400" dirty="0"/>
              <a:t>100</a:t>
            </a:r>
            <a:r>
              <a:rPr lang="ja-JP" altLang="en-US" sz="2400" dirty="0"/>
              <a:t>キロメートル（ミリメートル）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17702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293</Words>
  <Application>Microsoft Office PowerPoint</Application>
  <PresentationFormat>ワイド画面</PresentationFormat>
  <Paragraphs>81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18</cp:revision>
  <dcterms:created xsi:type="dcterms:W3CDTF">2024-08-27T02:15:54Z</dcterms:created>
  <dcterms:modified xsi:type="dcterms:W3CDTF">2024-11-20T01:49:15Z</dcterms:modified>
</cp:coreProperties>
</file>