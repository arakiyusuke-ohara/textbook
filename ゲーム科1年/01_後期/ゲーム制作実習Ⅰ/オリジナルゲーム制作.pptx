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オリジナルゲーム制作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１年生の集大成となるオリジナルゲームを制作します。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■目的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・就職活動で使用するポートフォリオに載せるゲームを作る</a:t>
            </a:r>
            <a:endParaRPr kumimoji="1" lang="en-US" altLang="ja-JP" sz="2400" dirty="0"/>
          </a:p>
          <a:p>
            <a:r>
              <a:rPr lang="ja-JP" altLang="en-US" sz="2400" dirty="0"/>
              <a:t>・制作を通してプログラミングスキルを上達させる</a:t>
            </a:r>
            <a:endParaRPr lang="en-US" altLang="ja-JP" sz="2400" dirty="0"/>
          </a:p>
          <a:p>
            <a:r>
              <a:rPr kumimoji="1" lang="ja-JP" altLang="en-US" sz="2400" dirty="0"/>
              <a:t>・知らないことを１から調べる練習をする</a:t>
            </a:r>
            <a:endParaRPr kumimoji="1" lang="en-US" altLang="ja-JP" sz="2400" dirty="0"/>
          </a:p>
          <a:p>
            <a:r>
              <a:rPr lang="ja-JP" altLang="en-US" sz="2400" dirty="0"/>
              <a:t>・わからないところを質問する練習をする</a:t>
            </a:r>
            <a:endParaRPr kumimoji="1" lang="en-US" altLang="ja-JP" sz="2400" dirty="0"/>
          </a:p>
          <a:p>
            <a:r>
              <a:rPr lang="ja-JP" altLang="en-US" sz="2400" dirty="0"/>
              <a:t>・みんなの前で発表する練習をする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オリジナルゲーム制作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32527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また、今回から以下の仕様を満たしてください。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■満たすべき仕様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・フルスクリーンで動作すること</a:t>
            </a:r>
            <a:endParaRPr lang="en-US" altLang="ja-JP" sz="2400" dirty="0"/>
          </a:p>
          <a:p>
            <a:r>
              <a:rPr lang="ja-JP" altLang="en-US" sz="2400" dirty="0"/>
              <a:t>　・開発中はウィンドウでないとデバッグできません</a:t>
            </a:r>
            <a:endParaRPr lang="en-US" altLang="ja-JP" sz="2400" dirty="0"/>
          </a:p>
          <a:p>
            <a:r>
              <a:rPr lang="ja-JP" altLang="en-US" sz="2400" dirty="0"/>
              <a:t>・画面解像度は</a:t>
            </a:r>
            <a:r>
              <a:rPr lang="en-US" altLang="ja-JP" sz="2400" dirty="0"/>
              <a:t>16</a:t>
            </a:r>
            <a:r>
              <a:rPr lang="ja-JP" altLang="en-US" sz="2400" dirty="0"/>
              <a:t>：</a:t>
            </a:r>
            <a:r>
              <a:rPr lang="en-US" altLang="ja-JP" sz="2400" dirty="0"/>
              <a:t>9</a:t>
            </a:r>
            <a:r>
              <a:rPr lang="ja-JP" altLang="en-US" sz="2400" dirty="0"/>
              <a:t>であること</a:t>
            </a:r>
            <a:endParaRPr lang="en-US" altLang="ja-JP" sz="2400" dirty="0"/>
          </a:p>
          <a:p>
            <a:r>
              <a:rPr lang="ja-JP" altLang="en-US" sz="2400" dirty="0"/>
              <a:t>　・どうしても変えたい場合は要相談</a:t>
            </a:r>
            <a:endParaRPr lang="en-US" altLang="ja-JP" sz="2400" dirty="0"/>
          </a:p>
          <a:p>
            <a:r>
              <a:rPr lang="ja-JP" altLang="en-US" sz="2400" dirty="0"/>
              <a:t>・ゲームパッド（コントローラー）とキーボード両対応にすること</a:t>
            </a:r>
            <a:endParaRPr lang="en-US" altLang="ja-JP" sz="2400" dirty="0"/>
          </a:p>
          <a:p>
            <a:r>
              <a:rPr lang="ja-JP" altLang="en-US" sz="2400" dirty="0"/>
              <a:t>　・ゲームパッドの実装方法は</a:t>
            </a:r>
            <a:r>
              <a:rPr lang="en-US" altLang="ja-JP" sz="2400" dirty="0" err="1"/>
              <a:t>DxLib</a:t>
            </a:r>
            <a:r>
              <a:rPr lang="ja-JP" altLang="en-US" sz="2400" dirty="0"/>
              <a:t>のリファレンスを確認しましょう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　・難しい場合は個別で聞いて下さい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718783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オリジナルゲーム制作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今回から以下のデータも用意しましょう。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・ゲームの説明書</a:t>
            </a:r>
            <a:endParaRPr kumimoji="1" lang="en-US" altLang="ja-JP" sz="2400" dirty="0"/>
          </a:p>
          <a:p>
            <a:r>
              <a:rPr lang="ja-JP" altLang="en-US" sz="2400" dirty="0"/>
              <a:t>・企業向け解説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ゲームの説明書は形式は問いません。</a:t>
            </a:r>
            <a:endParaRPr lang="en-US" altLang="ja-JP" sz="2400" dirty="0"/>
          </a:p>
          <a:p>
            <a:r>
              <a:rPr lang="ja-JP" altLang="en-US" sz="2400" dirty="0"/>
              <a:t>遊んでくれる人を意識して作成しましょう。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企業向け解説は次ページで説明します。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1941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オリジナルゲーム制作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企業向け解説はポートフォリオに載せるための下書きのようなものを作ります。</a:t>
            </a:r>
            <a:endParaRPr lang="en-US" altLang="ja-JP" sz="2400" dirty="0"/>
          </a:p>
          <a:p>
            <a:r>
              <a:rPr lang="ja-JP" altLang="en-US" sz="2400" dirty="0"/>
              <a:t>以下の情報をまとめましょう。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・タイトル</a:t>
            </a:r>
            <a:endParaRPr lang="en-US" altLang="ja-JP" sz="2400" dirty="0"/>
          </a:p>
          <a:p>
            <a:r>
              <a:rPr lang="ja-JP" altLang="en-US" sz="2400" dirty="0"/>
              <a:t>・制作期間</a:t>
            </a:r>
            <a:endParaRPr lang="en-US" altLang="ja-JP" sz="2400" dirty="0"/>
          </a:p>
          <a:p>
            <a:r>
              <a:rPr lang="ja-JP" altLang="en-US" sz="2400" dirty="0"/>
              <a:t>・開発環境</a:t>
            </a:r>
            <a:endParaRPr lang="en-US" altLang="ja-JP" sz="2400" dirty="0"/>
          </a:p>
          <a:p>
            <a:r>
              <a:rPr lang="ja-JP" altLang="en-US" sz="2400" dirty="0"/>
              <a:t>・ゲームとしてのアピールポイント</a:t>
            </a:r>
            <a:endParaRPr lang="en-US" altLang="ja-JP" sz="2400" dirty="0"/>
          </a:p>
          <a:p>
            <a:r>
              <a:rPr lang="ja-JP" altLang="en-US" sz="2400" dirty="0"/>
              <a:t>・プログラムとしてのアピールポイント</a:t>
            </a:r>
            <a:endParaRPr lang="en-US" altLang="ja-JP" sz="2400" dirty="0"/>
          </a:p>
          <a:p>
            <a:r>
              <a:rPr lang="ja-JP" altLang="en-US" sz="2400" dirty="0"/>
              <a:t>・今後の課題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95994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オリジナルゲーム制作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以下のスケジュールを守り、完成させましょう。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データ提出</a:t>
            </a:r>
            <a:r>
              <a:rPr lang="ja-JP" altLang="en-US" sz="2400" dirty="0"/>
              <a:t>：</a:t>
            </a:r>
            <a:r>
              <a:rPr lang="en-US" altLang="ja-JP" sz="2400" dirty="0"/>
              <a:t>2025/3/18</a:t>
            </a:r>
            <a:r>
              <a:rPr lang="ja-JP" altLang="en-US" sz="2400" dirty="0"/>
              <a:t>（火）</a:t>
            </a:r>
            <a:r>
              <a:rPr lang="en-US" altLang="ja-JP" sz="2400" dirty="0"/>
              <a:t>17</a:t>
            </a:r>
            <a:r>
              <a:rPr lang="ja-JP" altLang="en-US" sz="2400" dirty="0"/>
              <a:t>：</a:t>
            </a:r>
            <a:r>
              <a:rPr lang="en-US" altLang="ja-JP" sz="2400" dirty="0"/>
              <a:t>00 </a:t>
            </a:r>
            <a:r>
              <a:rPr lang="ja-JP" altLang="en-US" sz="2400" b="1" dirty="0">
                <a:solidFill>
                  <a:srgbClr val="FF0000"/>
                </a:solidFill>
              </a:rPr>
              <a:t>完全提出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　</a:t>
            </a:r>
            <a:r>
              <a:rPr lang="en-US" altLang="ja-JP" sz="2400" dirty="0"/>
              <a:t>※</a:t>
            </a:r>
            <a:r>
              <a:rPr lang="ja-JP" altLang="en-US" sz="2400" dirty="0"/>
              <a:t>説明書や解説書もすべて提出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発表会</a:t>
            </a:r>
            <a:r>
              <a:rPr lang="ja-JP" altLang="en-US" sz="2400" dirty="0"/>
              <a:t>：</a:t>
            </a:r>
            <a:r>
              <a:rPr lang="en-US" altLang="ja-JP" sz="2400" dirty="0"/>
              <a:t>2025/3/19</a:t>
            </a:r>
            <a:r>
              <a:rPr lang="ja-JP" altLang="en-US" sz="2400" dirty="0"/>
              <a:t>（水）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68756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オリジナルゲーム制作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発表会は以下の通りに行います。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・一人の持ち時間</a:t>
            </a:r>
            <a:r>
              <a:rPr lang="en-US" altLang="ja-JP" sz="2400" dirty="0"/>
              <a:t>15</a:t>
            </a:r>
            <a:r>
              <a:rPr lang="ja-JP" altLang="en-US" sz="2400" dirty="0"/>
              <a:t>～</a:t>
            </a:r>
            <a:r>
              <a:rPr lang="en-US" altLang="ja-JP" sz="2400" dirty="0"/>
              <a:t>20</a:t>
            </a:r>
            <a:r>
              <a:rPr lang="ja-JP" altLang="en-US" sz="2400" dirty="0"/>
              <a:t>分ほど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Teams</a:t>
            </a:r>
            <a:r>
              <a:rPr lang="ja-JP" altLang="en-US" sz="2400" dirty="0"/>
              <a:t>で画面共有しながら発表</a:t>
            </a:r>
            <a:endParaRPr lang="en-US" altLang="ja-JP" sz="2400" dirty="0"/>
          </a:p>
          <a:p>
            <a:r>
              <a:rPr lang="ja-JP" altLang="en-US" sz="2400" dirty="0"/>
              <a:t>・全員の発表が終わったら、作品で遊ぶ時間を取ります</a:t>
            </a:r>
            <a:endParaRPr lang="en-US" altLang="ja-JP" sz="2400" dirty="0"/>
          </a:p>
          <a:p>
            <a:r>
              <a:rPr lang="ja-JP" altLang="en-US" sz="2400" dirty="0"/>
              <a:t>・北九州校と大分校それぞれで、一番おもしろかったゲームを投票で決めます</a:t>
            </a:r>
            <a:endParaRPr lang="en-US" altLang="ja-JP" sz="2400" dirty="0"/>
          </a:p>
          <a:p>
            <a:r>
              <a:rPr lang="ja-JP" altLang="en-US" sz="2400" dirty="0"/>
              <a:t>・お時間の空いている先生を招待するかも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36891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オリジナルゲーム制作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9692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クラスや継承など</a:t>
            </a:r>
            <a:r>
              <a:rPr lang="en-US" altLang="ja-JP" sz="2400" dirty="0"/>
              <a:t>C++</a:t>
            </a:r>
            <a:r>
              <a:rPr lang="ja-JP" altLang="en-US" sz="2400" dirty="0"/>
              <a:t>要素が難しいと思う方は無理に使わなくて大丈夫です。</a:t>
            </a:r>
            <a:endParaRPr lang="en-US" altLang="ja-JP" sz="2400" dirty="0"/>
          </a:p>
          <a:p>
            <a:r>
              <a:rPr lang="ja-JP" altLang="en-US" sz="2400" dirty="0"/>
              <a:t>まずはゲームを完成させることを目標に作りましょう。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※C++</a:t>
            </a:r>
            <a:r>
              <a:rPr lang="ja-JP" altLang="en-US" sz="2400" dirty="0"/>
              <a:t>で作りたい方は全然使ってもらって大丈夫です</a:t>
            </a:r>
            <a:endParaRPr lang="en-US" altLang="ja-JP" sz="2400" dirty="0"/>
          </a:p>
          <a:p>
            <a:r>
              <a:rPr lang="en-US" altLang="ja-JP" sz="2400" dirty="0"/>
              <a:t>※C++</a:t>
            </a:r>
            <a:r>
              <a:rPr lang="ja-JP" altLang="en-US" sz="2400"/>
              <a:t>を使った設計は２年生の授業でも実施します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89130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399</Words>
  <Application>Microsoft Office PowerPoint</Application>
  <PresentationFormat>ワイド画面</PresentationFormat>
  <Paragraphs>61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45</cp:revision>
  <dcterms:created xsi:type="dcterms:W3CDTF">2024-08-27T02:15:54Z</dcterms:created>
  <dcterms:modified xsi:type="dcterms:W3CDTF">2025-02-14T08:06:46Z</dcterms:modified>
</cp:coreProperties>
</file>