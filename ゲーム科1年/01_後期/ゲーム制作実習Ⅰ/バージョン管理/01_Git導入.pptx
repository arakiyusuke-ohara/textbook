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lfs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ortoisegit.org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.jp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itbucket.org/product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バージョン管理には以下のツールやサービスを使用します。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■使用するツール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Git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Git LFS	</a:t>
            </a:r>
            <a:r>
              <a:rPr kumimoji="1" lang="en-US" altLang="ja-JP" sz="2400" dirty="0"/>
              <a:t>	</a:t>
            </a:r>
            <a:r>
              <a:rPr kumimoji="1" lang="ja-JP" altLang="en-US" sz="2400" dirty="0"/>
              <a:t>（ゲームエンジンでの開発の場合は特に必要）</a:t>
            </a:r>
            <a:endParaRPr lang="en-US" altLang="ja-JP" sz="2400" dirty="0"/>
          </a:p>
          <a:p>
            <a:r>
              <a:rPr kumimoji="1" lang="ja-JP" altLang="en-US" sz="2400" dirty="0"/>
              <a:t>・</a:t>
            </a:r>
            <a:r>
              <a:rPr kumimoji="1" lang="en-US" altLang="ja-JP" sz="2400" dirty="0"/>
              <a:t>Tortoise Git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Git Hub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Bit Bucket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バージョン管理ツールの本体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これをインストールしないとバージョン管理できません。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Git</a:t>
            </a:r>
            <a:r>
              <a:rPr lang="ja-JP" altLang="en-US" sz="2400" b="1" dirty="0">
                <a:solidFill>
                  <a:srgbClr val="FF0000"/>
                </a:solidFill>
              </a:rPr>
              <a:t>インストールページ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Git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935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 LFS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容量の大きなデータを管理する場合</a:t>
            </a:r>
            <a:r>
              <a:rPr lang="ja-JP" altLang="en-US" sz="2400" dirty="0"/>
              <a:t>に必要になります。</a:t>
            </a:r>
            <a:endParaRPr lang="en-US" altLang="ja-JP" sz="2400" dirty="0"/>
          </a:p>
          <a:p>
            <a:r>
              <a:rPr lang="ja-JP" altLang="en-US" sz="2400" dirty="0"/>
              <a:t>特にゲームエンジンでの開発は、容量の大きなデータを管理する場合があるので、</a:t>
            </a:r>
            <a:endParaRPr lang="en-US" altLang="ja-JP" sz="2400" dirty="0"/>
          </a:p>
          <a:p>
            <a:r>
              <a:rPr lang="ja-JP" altLang="en-US" sz="2400" dirty="0"/>
              <a:t>その場合はインストールしておきましょう。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Git LFS</a:t>
            </a:r>
            <a:r>
              <a:rPr lang="ja-JP" altLang="en-US" sz="2400" b="1" dirty="0">
                <a:solidFill>
                  <a:srgbClr val="FF0000"/>
                </a:solidFill>
              </a:rPr>
              <a:t>インストールページ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Git Large File Storage (LFS)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6393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980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Tortoise Git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Git</a:t>
            </a:r>
            <a:r>
              <a:rPr lang="ja-JP" altLang="en-US" sz="2400" b="1" dirty="0">
                <a:solidFill>
                  <a:srgbClr val="FF0000"/>
                </a:solidFill>
              </a:rPr>
              <a:t>を簡単に使えるようにサポートしてくれるツール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ゲーム会社でもよく使われます。</a:t>
            </a:r>
            <a:endParaRPr lang="en-US" altLang="ja-JP" sz="2400" dirty="0"/>
          </a:p>
          <a:p>
            <a:r>
              <a:rPr lang="ja-JP" altLang="en-US" sz="2400" dirty="0"/>
              <a:t>授業でも</a:t>
            </a:r>
            <a:r>
              <a:rPr lang="en-US" altLang="ja-JP" sz="2400" dirty="0"/>
              <a:t>Tortoise Git </a:t>
            </a:r>
            <a:r>
              <a:rPr lang="ja-JP" altLang="en-US" sz="2400" dirty="0"/>
              <a:t>を使って進めていきます。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Tortoise Git </a:t>
            </a:r>
            <a:r>
              <a:rPr lang="ja-JP" altLang="en-US" sz="2400" b="1" dirty="0">
                <a:solidFill>
                  <a:srgbClr val="FF0000"/>
                </a:solidFill>
              </a:rPr>
              <a:t>インストールページ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 err="1">
                <a:hlinkClick r:id="rId2"/>
              </a:rPr>
              <a:t>TortoiseGit</a:t>
            </a:r>
            <a:r>
              <a:rPr lang="en-US" altLang="ja-JP" sz="2400" dirty="0">
                <a:hlinkClick r:id="rId2"/>
              </a:rPr>
              <a:t> – Windows Shell Interface to Git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9981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736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 Hub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プロジェクト全体の管理をサポートするサービス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主に個人で作業するプロジェクトで使用されます。</a:t>
            </a:r>
            <a:endParaRPr lang="en-US" altLang="ja-JP" sz="2400" dirty="0"/>
          </a:p>
          <a:p>
            <a:r>
              <a:rPr lang="ja-JP" altLang="en-US" sz="2400" dirty="0"/>
              <a:t>まずはアカウントを作っておきましょう。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Git Hub</a:t>
            </a:r>
            <a:r>
              <a:rPr lang="ja-JP" altLang="en-US" sz="2400" b="1" dirty="0">
                <a:solidFill>
                  <a:srgbClr val="FF0000"/>
                </a:solidFill>
              </a:rPr>
              <a:t>ホームページ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GitHub Japan | GitHub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お気に入りに入れておきましょう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/>
              <a:t>当面はこちらを使います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3970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5916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Bit Bucket</a:t>
            </a:r>
            <a:r>
              <a:rPr lang="ja-JP" altLang="en-US" sz="2400" dirty="0"/>
              <a:t>は</a:t>
            </a:r>
            <a:r>
              <a:rPr lang="en-US" altLang="ja-JP" sz="2400" dirty="0"/>
              <a:t>Atlassian</a:t>
            </a:r>
            <a:r>
              <a:rPr lang="ja-JP" altLang="en-US" sz="2400" dirty="0"/>
              <a:t>社が運営する、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プロジェクト全体の管理をサポートするサービス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主にチームで作業するプロジェクトで使用されます。</a:t>
            </a:r>
            <a:endParaRPr lang="en-US" altLang="ja-JP" sz="2400" dirty="0"/>
          </a:p>
          <a:p>
            <a:r>
              <a:rPr lang="ja-JP" altLang="en-US" sz="2400" dirty="0"/>
              <a:t>まずは以下のページから</a:t>
            </a:r>
            <a:r>
              <a:rPr lang="en-US" altLang="ja-JP" sz="2400" dirty="0" err="1"/>
              <a:t>Attlasian</a:t>
            </a:r>
            <a:r>
              <a:rPr lang="ja-JP" altLang="en-US" sz="2400" dirty="0"/>
              <a:t>のアカウントを作っておきましょう。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Bit Bucket </a:t>
            </a:r>
            <a:r>
              <a:rPr lang="ja-JP" altLang="en-US" sz="2400" b="1" dirty="0">
                <a:solidFill>
                  <a:srgbClr val="FF0000"/>
                </a:solidFill>
              </a:rPr>
              <a:t>ホームページ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Bitbucket | Git solution for teams using Jira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お気に入りに入れておきましょう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/>
              <a:t>当面は使いません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2158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299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ここまで準備すると</a:t>
            </a:r>
            <a:r>
              <a:rPr lang="en-US" altLang="ja-JP" sz="2400" dirty="0"/>
              <a:t>Git</a:t>
            </a:r>
            <a:r>
              <a:rPr lang="ja-JP" altLang="en-US" sz="2400" dirty="0"/>
              <a:t>を使うことができます。</a:t>
            </a:r>
            <a:endParaRPr lang="en-US" altLang="ja-JP" sz="2400" dirty="0"/>
          </a:p>
          <a:p>
            <a:r>
              <a:rPr lang="ja-JP" altLang="en-US" sz="2400" dirty="0"/>
              <a:t>あとは実際に</a:t>
            </a:r>
            <a:r>
              <a:rPr lang="en-US" altLang="ja-JP" sz="2400" dirty="0"/>
              <a:t>Git</a:t>
            </a:r>
            <a:r>
              <a:rPr lang="ja-JP" altLang="en-US" sz="2400" dirty="0"/>
              <a:t>を使いながらバージョン管理を学んでいきましょう。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3969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318</Words>
  <Application>Microsoft Office PowerPoint</Application>
  <PresentationFormat>ワイド画面</PresentationFormat>
  <Paragraphs>53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21</cp:revision>
  <dcterms:created xsi:type="dcterms:W3CDTF">2024-08-27T02:15:54Z</dcterms:created>
  <dcterms:modified xsi:type="dcterms:W3CDTF">2026-01-14T07:21:29Z</dcterms:modified>
</cp:coreProperties>
</file>