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6" r:id="rId8"/>
    <p:sldId id="267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チーム制作を想定したバージョン管理を学習します。</a:t>
            </a:r>
            <a:endParaRPr kumimoji="1" lang="en-US" altLang="ja-JP" sz="2400" dirty="0"/>
          </a:p>
          <a:p>
            <a:r>
              <a:rPr lang="ja-JP" altLang="en-US" sz="2400" dirty="0"/>
              <a:t>以下に従ってチームを作り、準備しましょう。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■チームについて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・３人以上であること</a:t>
            </a:r>
            <a:endParaRPr lang="en-US" altLang="ja-JP" sz="2400" dirty="0"/>
          </a:p>
          <a:p>
            <a:r>
              <a:rPr lang="ja-JP" altLang="en-US" sz="2400" dirty="0"/>
              <a:t>・リーダーを１人決めること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今回は</a:t>
            </a:r>
            <a:r>
              <a:rPr lang="en-US" altLang="ja-JP" sz="2400" b="1" dirty="0">
                <a:solidFill>
                  <a:srgbClr val="FF0000"/>
                </a:solidFill>
              </a:rPr>
              <a:t>GitHub</a:t>
            </a:r>
            <a:r>
              <a:rPr lang="ja-JP" altLang="en-US" sz="2400" b="1" dirty="0">
                <a:solidFill>
                  <a:srgbClr val="FF0000"/>
                </a:solidFill>
              </a:rPr>
              <a:t>を使った方法を学習します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以降のページはリーダーのみ作業してください。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067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バージョン管理の根本となる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リポジトリ</a:t>
            </a:r>
            <a:r>
              <a:rPr kumimoji="1" lang="ja-JP" altLang="en-US" sz="2400" dirty="0"/>
              <a:t>を作成します。</a:t>
            </a:r>
            <a:endParaRPr kumimoji="1" lang="en-US" altLang="ja-JP" sz="2400" dirty="0"/>
          </a:p>
          <a:p>
            <a:r>
              <a:rPr lang="en-US" altLang="ja-JP" sz="2400" dirty="0"/>
              <a:t>Git Hub</a:t>
            </a:r>
            <a:r>
              <a:rPr lang="ja-JP" altLang="en-US" sz="2400" dirty="0"/>
              <a:t>にサインインして、</a:t>
            </a:r>
            <a:r>
              <a:rPr lang="en-US" altLang="ja-JP" sz="2400" b="1" dirty="0">
                <a:solidFill>
                  <a:srgbClr val="00B050"/>
                </a:solidFill>
              </a:rPr>
              <a:t>New</a:t>
            </a:r>
            <a:r>
              <a:rPr lang="ja-JP" altLang="en-US" sz="2400" b="1" dirty="0">
                <a:solidFill>
                  <a:srgbClr val="00B050"/>
                </a:solidFill>
              </a:rPr>
              <a:t>ボタン</a:t>
            </a:r>
            <a:r>
              <a:rPr lang="ja-JP" altLang="en-US" sz="2400" dirty="0"/>
              <a:t>を押しましょう。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EBE7994-3E66-4312-B693-F940A6B9D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974304" cy="4178920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61B919EB-A26D-4D20-96A3-8C69DADB5968}"/>
              </a:ext>
            </a:extLst>
          </p:cNvPr>
          <p:cNvSpPr/>
          <p:nvPr/>
        </p:nvSpPr>
        <p:spPr>
          <a:xfrm rot="13409057">
            <a:off x="5074024" y="3792070"/>
            <a:ext cx="663389" cy="53788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3144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294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リポジトリ名は「</a:t>
            </a:r>
            <a:r>
              <a:rPr kumimoji="1" lang="en-US" altLang="ja-JP" sz="2400" dirty="0"/>
              <a:t>GameProductionPractice1</a:t>
            </a:r>
            <a:r>
              <a:rPr kumimoji="1" lang="ja-JP" altLang="en-US" sz="2400" dirty="0"/>
              <a:t>」と記入しましょう</a:t>
            </a:r>
            <a:endParaRPr lang="en-US" altLang="ja-JP" sz="24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F7F6903-B834-45C2-B74D-8A4B4E023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61919"/>
            <a:ext cx="9278645" cy="3134162"/>
          </a:xfrm>
          <a:prstGeom prst="rect">
            <a:avLst/>
          </a:prstGeom>
        </p:spPr>
      </p:pic>
      <p:sp>
        <p:nvSpPr>
          <p:cNvPr id="13" name="矢印: 右 12">
            <a:extLst>
              <a:ext uri="{FF2B5EF4-FFF2-40B4-BE49-F238E27FC236}">
                <a16:creationId xmlns:a16="http://schemas.microsoft.com/office/drawing/2014/main" id="{76DE7650-0DDB-48C6-A6D2-149750E566D5}"/>
              </a:ext>
            </a:extLst>
          </p:cNvPr>
          <p:cNvSpPr/>
          <p:nvPr/>
        </p:nvSpPr>
        <p:spPr>
          <a:xfrm rot="13409057">
            <a:off x="4875168" y="3083504"/>
            <a:ext cx="663389" cy="53788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39D6274-CD5E-427A-ACFE-7B8796C498B4}"/>
              </a:ext>
            </a:extLst>
          </p:cNvPr>
          <p:cNvSpPr txBox="1"/>
          <p:nvPr/>
        </p:nvSpPr>
        <p:spPr>
          <a:xfrm>
            <a:off x="567542" y="5184865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以後、作る場合もわかりやすい名前を付けましょう。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54660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8833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Add 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gitignore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 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Visual Studio 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に設定</a:t>
            </a:r>
            <a:r>
              <a:rPr kumimoji="1" lang="ja-JP" altLang="en-US" sz="2400" dirty="0"/>
              <a:t>して、</a:t>
            </a:r>
            <a:endParaRPr kumimoji="1" lang="en-US" altLang="ja-JP" sz="2400" dirty="0"/>
          </a:p>
          <a:p>
            <a:r>
              <a:rPr lang="ja-JP" altLang="en-US" sz="2400" dirty="0"/>
              <a:t>以下のような見た目かどうか確認したうえで、 </a:t>
            </a:r>
            <a:r>
              <a:rPr lang="en-US" altLang="ja-JP" sz="2400" b="1" dirty="0">
                <a:solidFill>
                  <a:srgbClr val="00B050"/>
                </a:solidFill>
              </a:rPr>
              <a:t>Create repository</a:t>
            </a:r>
            <a:r>
              <a:rPr lang="en-US" altLang="ja-JP" sz="2400" dirty="0"/>
              <a:t> </a:t>
            </a:r>
            <a:r>
              <a:rPr lang="ja-JP" altLang="en-US" sz="2400" dirty="0"/>
              <a:t>を押しましょう。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EEE7A39-E768-497B-BDB0-201223EF7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7"/>
            <a:ext cx="8397164" cy="4300572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6411C620-AD40-4534-A649-284966BABC56}"/>
              </a:ext>
            </a:extLst>
          </p:cNvPr>
          <p:cNvSpPr/>
          <p:nvPr/>
        </p:nvSpPr>
        <p:spPr>
          <a:xfrm rot="13409057">
            <a:off x="8371404" y="4679220"/>
            <a:ext cx="663389" cy="53788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FE291B79-D34F-442E-B17D-DB292253CB2A}"/>
              </a:ext>
            </a:extLst>
          </p:cNvPr>
          <p:cNvSpPr/>
          <p:nvPr/>
        </p:nvSpPr>
        <p:spPr>
          <a:xfrm rot="13409057">
            <a:off x="8523803" y="6218758"/>
            <a:ext cx="663389" cy="53788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15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リポジトリが作成され、リポジトリのページが開かれます。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F08FFA3-BDA8-4F21-A119-99FC317B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089746" cy="462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147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933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リポジトリにチームメンバーを追加します。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Settings</a:t>
            </a:r>
            <a:r>
              <a:rPr lang="ja-JP" altLang="en-US" sz="2400" b="1" dirty="0">
                <a:solidFill>
                  <a:srgbClr val="FF0000"/>
                </a:solidFill>
              </a:rPr>
              <a:t> ＞ </a:t>
            </a:r>
            <a:r>
              <a:rPr lang="en-US" altLang="ja-JP" sz="2400" b="1" dirty="0">
                <a:solidFill>
                  <a:srgbClr val="FF0000"/>
                </a:solidFill>
              </a:rPr>
              <a:t>Collaborators &gt; Add people</a:t>
            </a:r>
            <a:r>
              <a:rPr lang="ja-JP" altLang="en-US" sz="2400" dirty="0"/>
              <a:t>」</a:t>
            </a:r>
            <a:r>
              <a:rPr lang="en-US" altLang="ja-JP" sz="2400" dirty="0"/>
              <a:t> </a:t>
            </a:r>
            <a:r>
              <a:rPr lang="ja-JP" altLang="en-US" sz="2400" dirty="0"/>
              <a:t>を選択しましょう。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7C04E94-0FA9-48CD-8E93-3CD0309EF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460787" cy="4285819"/>
          </a:xfrm>
          <a:prstGeom prst="rect">
            <a:avLst/>
          </a:prstGeom>
        </p:spPr>
      </p:pic>
      <p:sp>
        <p:nvSpPr>
          <p:cNvPr id="11" name="矢印: 下 10">
            <a:extLst>
              <a:ext uri="{FF2B5EF4-FFF2-40B4-BE49-F238E27FC236}">
                <a16:creationId xmlns:a16="http://schemas.microsoft.com/office/drawing/2014/main" id="{CDE09EB6-0E94-4714-811E-A42B8706B44D}"/>
              </a:ext>
            </a:extLst>
          </p:cNvPr>
          <p:cNvSpPr/>
          <p:nvPr/>
        </p:nvSpPr>
        <p:spPr>
          <a:xfrm rot="8160214">
            <a:off x="5737151" y="2632105"/>
            <a:ext cx="439270" cy="54684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FD70D168-1F79-462A-AC48-013A40F73726}"/>
              </a:ext>
            </a:extLst>
          </p:cNvPr>
          <p:cNvSpPr/>
          <p:nvPr/>
        </p:nvSpPr>
        <p:spPr>
          <a:xfrm rot="8160214">
            <a:off x="1945080" y="3504835"/>
            <a:ext cx="439270" cy="54684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下 12">
            <a:extLst>
              <a:ext uri="{FF2B5EF4-FFF2-40B4-BE49-F238E27FC236}">
                <a16:creationId xmlns:a16="http://schemas.microsoft.com/office/drawing/2014/main" id="{D52AF1DA-BBF9-4CC3-B011-817A2618ED8C}"/>
              </a:ext>
            </a:extLst>
          </p:cNvPr>
          <p:cNvSpPr/>
          <p:nvPr/>
        </p:nvSpPr>
        <p:spPr>
          <a:xfrm rot="8160214">
            <a:off x="5952303" y="6235318"/>
            <a:ext cx="439270" cy="54684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2931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94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チームメンバーのアカウント名 もしくは メールアドレスを入力し、</a:t>
            </a:r>
            <a:endParaRPr lang="en-US" altLang="ja-JP" sz="2400" dirty="0"/>
          </a:p>
          <a:p>
            <a:r>
              <a:rPr lang="ja-JP" altLang="en-US" sz="2400" dirty="0"/>
              <a:t>招待メッセージを送信しましょう。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A1DD31-5004-4EEF-87CE-E22BA44F5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459116" cy="2162477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75CC41F-EEB3-40FB-B716-61B8581EE27F}"/>
              </a:ext>
            </a:extLst>
          </p:cNvPr>
          <p:cNvSpPr txBox="1"/>
          <p:nvPr/>
        </p:nvSpPr>
        <p:spPr>
          <a:xfrm>
            <a:off x="567542" y="4489303"/>
            <a:ext cx="83279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招待メールを開いて、</a:t>
            </a:r>
            <a:r>
              <a:rPr lang="en-US" altLang="ja-JP" sz="2400" b="1" dirty="0">
                <a:solidFill>
                  <a:srgbClr val="00B050"/>
                </a:solidFill>
              </a:rPr>
              <a:t>Accept </a:t>
            </a:r>
            <a:r>
              <a:rPr lang="ja-JP" altLang="en-US" sz="2400" b="1" dirty="0">
                <a:solidFill>
                  <a:srgbClr val="00B050"/>
                </a:solidFill>
              </a:rPr>
              <a:t>ボタン</a:t>
            </a:r>
            <a:r>
              <a:rPr lang="ja-JP" altLang="en-US" sz="2400" dirty="0"/>
              <a:t>を押して承認すれば、</a:t>
            </a:r>
            <a:endParaRPr lang="en-US" altLang="ja-JP" sz="2400" dirty="0"/>
          </a:p>
          <a:p>
            <a:r>
              <a:rPr lang="ja-JP" altLang="en-US" sz="2400" dirty="0"/>
              <a:t>メンバーとして追加されます。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3461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58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メンバー全員の</a:t>
            </a:r>
            <a:r>
              <a:rPr lang="en-US" altLang="ja-JP" sz="2400" dirty="0"/>
              <a:t>GitHub</a:t>
            </a:r>
            <a:r>
              <a:rPr lang="ja-JP" altLang="en-US" sz="2400" dirty="0"/>
              <a:t>ホーム画面に、リポジトリが表示されていれば</a:t>
            </a:r>
            <a:r>
              <a:rPr lang="en-US" altLang="ja-JP" sz="2400" dirty="0"/>
              <a:t>O</a:t>
            </a:r>
            <a:r>
              <a:rPr lang="ja-JP" altLang="en-US" sz="2400" dirty="0"/>
              <a:t>Ｋです。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A292C64-8D9E-4339-95FD-D918E4A97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3852058" cy="471855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263C1F0-5ECF-4677-BAF1-882704FBADD3}"/>
              </a:ext>
            </a:extLst>
          </p:cNvPr>
          <p:cNvSpPr/>
          <p:nvPr/>
        </p:nvSpPr>
        <p:spPr>
          <a:xfrm>
            <a:off x="636494" y="4518211"/>
            <a:ext cx="2814918" cy="502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021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221</Words>
  <Application>Microsoft Office PowerPoint</Application>
  <PresentationFormat>ワイド画面</PresentationFormat>
  <Paragraphs>31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32</cp:revision>
  <dcterms:created xsi:type="dcterms:W3CDTF">2024-08-27T02:15:54Z</dcterms:created>
  <dcterms:modified xsi:type="dcterms:W3CDTF">2026-01-15T03:19:47Z</dcterms:modified>
</cp:coreProperties>
</file>