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コンフリクト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44548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Git</a:t>
            </a:r>
            <a:r>
              <a:rPr lang="ja-JP" altLang="en-US" sz="2400" dirty="0"/>
              <a:t>を使う上でよくあるトラブルとして</a:t>
            </a:r>
            <a:r>
              <a:rPr lang="ja-JP" altLang="en-US" sz="2400" b="1" dirty="0">
                <a:solidFill>
                  <a:srgbClr val="FF0000"/>
                </a:solidFill>
              </a:rPr>
              <a:t>コンフリクト（衝突）</a:t>
            </a:r>
            <a:r>
              <a:rPr lang="ja-JP" altLang="en-US" sz="2400" dirty="0"/>
              <a:t>があります。</a:t>
            </a:r>
            <a:endParaRPr lang="en-US" altLang="ja-JP" sz="2400" dirty="0"/>
          </a:p>
          <a:p>
            <a:r>
              <a:rPr lang="ja-JP" altLang="en-US" sz="2400" dirty="0"/>
              <a:t>まず、誰か１人が</a:t>
            </a:r>
            <a:r>
              <a:rPr lang="en-US" altLang="ja-JP" sz="2400" dirty="0"/>
              <a:t>HP</a:t>
            </a:r>
            <a:r>
              <a:rPr lang="ja-JP" altLang="en-US" sz="2400" dirty="0"/>
              <a:t>を適当に修正して</a:t>
            </a:r>
            <a:r>
              <a:rPr lang="en-US" altLang="ja-JP" sz="2400" b="1" dirty="0">
                <a:solidFill>
                  <a:srgbClr val="FF0000"/>
                </a:solidFill>
              </a:rPr>
              <a:t>Push</a:t>
            </a:r>
            <a:r>
              <a:rPr lang="ja-JP" altLang="en-US" sz="2400" dirty="0"/>
              <a:t>までしましょう。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en-US" altLang="ja-JP" sz="2400" b="1" dirty="0">
                <a:solidFill>
                  <a:srgbClr val="FF0000"/>
                </a:solidFill>
              </a:rPr>
              <a:t>※</a:t>
            </a:r>
            <a:r>
              <a:rPr lang="ja-JP" altLang="en-US" sz="2400" b="1" dirty="0">
                <a:solidFill>
                  <a:srgbClr val="FF0000"/>
                </a:solidFill>
              </a:rPr>
              <a:t>ほかのメンバーはまだ何もしないでください。</a:t>
            </a:r>
            <a:endParaRPr lang="en-US" altLang="ja-JP" sz="2400" b="1" dirty="0">
              <a:solidFill>
                <a:srgbClr val="FF0000"/>
              </a:solidFill>
            </a:endParaRP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B9FD4828-E534-49DA-BFB2-EACFD16669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918" y="2925789"/>
            <a:ext cx="2192125" cy="2569576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8CBEC37-F667-4579-9FB1-6D9EBEF8FB81}"/>
              </a:ext>
            </a:extLst>
          </p:cNvPr>
          <p:cNvSpPr txBox="1"/>
          <p:nvPr/>
        </p:nvSpPr>
        <p:spPr>
          <a:xfrm>
            <a:off x="259765" y="5641571"/>
            <a:ext cx="35702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先に書き換えたメンバー</a:t>
            </a:r>
            <a:endParaRPr lang="en-US" altLang="ja-JP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コンフリクト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75807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前の人とは違うメンバーを１人選び、</a:t>
            </a:r>
            <a:endParaRPr lang="en-US" altLang="ja-JP" sz="2400" dirty="0"/>
          </a:p>
          <a:p>
            <a:r>
              <a:rPr lang="en-US" altLang="ja-JP" sz="2400" b="1" dirty="0">
                <a:solidFill>
                  <a:srgbClr val="FF0000"/>
                </a:solidFill>
              </a:rPr>
              <a:t>Pull</a:t>
            </a:r>
            <a:r>
              <a:rPr lang="ja-JP" altLang="en-US" sz="2400" b="1" dirty="0">
                <a:solidFill>
                  <a:srgbClr val="FF0000"/>
                </a:solidFill>
              </a:rPr>
              <a:t>をしないまま、</a:t>
            </a:r>
            <a:r>
              <a:rPr lang="en-US" altLang="ja-JP" sz="2400" b="1" dirty="0">
                <a:solidFill>
                  <a:srgbClr val="FF0000"/>
                </a:solidFill>
              </a:rPr>
              <a:t>HP</a:t>
            </a:r>
            <a:r>
              <a:rPr lang="ja-JP" altLang="en-US" sz="2400" b="1" dirty="0">
                <a:solidFill>
                  <a:srgbClr val="FF0000"/>
                </a:solidFill>
              </a:rPr>
              <a:t>を先ほどとは違う値で修正してコミットしましょう。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この後</a:t>
            </a:r>
            <a:r>
              <a:rPr lang="en-US" altLang="ja-JP" sz="2400" dirty="0"/>
              <a:t>Push</a:t>
            </a:r>
            <a:r>
              <a:rPr lang="ja-JP" altLang="en-US" sz="2400" dirty="0"/>
              <a:t>をするのですが、</a:t>
            </a:r>
            <a:r>
              <a:rPr lang="ja-JP" altLang="en-US" sz="2400" b="1" dirty="0">
                <a:solidFill>
                  <a:srgbClr val="FF0000"/>
                </a:solidFill>
              </a:rPr>
              <a:t>エラーで</a:t>
            </a:r>
            <a:r>
              <a:rPr lang="en-US" altLang="ja-JP" sz="2400" b="1" dirty="0">
                <a:solidFill>
                  <a:srgbClr val="FF0000"/>
                </a:solidFill>
              </a:rPr>
              <a:t>Push</a:t>
            </a:r>
            <a:r>
              <a:rPr lang="ja-JP" altLang="en-US" sz="2400" b="1" dirty="0">
                <a:solidFill>
                  <a:srgbClr val="FF0000"/>
                </a:solidFill>
              </a:rPr>
              <a:t>できない</a:t>
            </a:r>
            <a:r>
              <a:rPr lang="ja-JP" altLang="en-US" sz="2400" dirty="0"/>
              <a:t>と思います。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18BAA810-6C01-44CB-8968-97677F1873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918" y="2925789"/>
            <a:ext cx="2192125" cy="2569576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13CD41CB-3F1B-416A-9F3F-3F94207910BA}"/>
              </a:ext>
            </a:extLst>
          </p:cNvPr>
          <p:cNvSpPr txBox="1"/>
          <p:nvPr/>
        </p:nvSpPr>
        <p:spPr>
          <a:xfrm>
            <a:off x="259765" y="5641571"/>
            <a:ext cx="35702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先に書き換えたメンバー</a:t>
            </a:r>
            <a:endParaRPr lang="en-US" altLang="ja-JP" sz="2400" b="1" dirty="0">
              <a:solidFill>
                <a:srgbClr val="FF0000"/>
              </a:solidFill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EE9C2C8D-6E3E-4DD3-AFF2-B72B3B86E68E}"/>
              </a:ext>
            </a:extLst>
          </p:cNvPr>
          <p:cNvSpPr txBox="1"/>
          <p:nvPr/>
        </p:nvSpPr>
        <p:spPr>
          <a:xfrm>
            <a:off x="5217247" y="5641571"/>
            <a:ext cx="35702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後で書き換えたメンバー</a:t>
            </a:r>
            <a:endParaRPr lang="en-US" altLang="ja-JP" sz="2400" b="1" dirty="0">
              <a:solidFill>
                <a:srgbClr val="FF0000"/>
              </a:solidFill>
            </a:endParaRP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23C9083A-8995-4889-BA67-E8F3E8A49D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4275" y="2925789"/>
            <a:ext cx="2136152" cy="2569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27038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コンフリクト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1099513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発生しているエラーは、</a:t>
            </a:r>
            <a:endParaRPr lang="en-US" altLang="ja-JP" sz="2400" dirty="0"/>
          </a:p>
          <a:p>
            <a:r>
              <a:rPr lang="ja-JP" altLang="en-US" sz="2400" dirty="0"/>
              <a:t>「</a:t>
            </a:r>
            <a:r>
              <a:rPr lang="ja-JP" altLang="en-US" sz="2400" b="1" dirty="0">
                <a:solidFill>
                  <a:srgbClr val="FF0000"/>
                </a:solidFill>
              </a:rPr>
              <a:t>ファイルが最新ではないのに編集してます。最新を</a:t>
            </a:r>
            <a:r>
              <a:rPr lang="en-US" altLang="ja-JP" sz="2400" b="1" dirty="0">
                <a:solidFill>
                  <a:srgbClr val="FF0000"/>
                </a:solidFill>
              </a:rPr>
              <a:t>Pull</a:t>
            </a:r>
            <a:r>
              <a:rPr lang="ja-JP" altLang="en-US" sz="2400" b="1" dirty="0">
                <a:solidFill>
                  <a:srgbClr val="FF0000"/>
                </a:solidFill>
              </a:rPr>
              <a:t>してください。</a:t>
            </a:r>
            <a:r>
              <a:rPr lang="ja-JP" altLang="en-US" sz="2400" dirty="0"/>
              <a:t>」</a:t>
            </a:r>
            <a:endParaRPr lang="en-US" altLang="ja-JP" sz="2400" dirty="0"/>
          </a:p>
          <a:p>
            <a:r>
              <a:rPr lang="ja-JP" altLang="en-US" sz="2400" dirty="0"/>
              <a:t>というエラーになります。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このように</a:t>
            </a:r>
            <a:r>
              <a:rPr lang="ja-JP" altLang="en-US" sz="2400" b="1" dirty="0">
                <a:solidFill>
                  <a:srgbClr val="FF0000"/>
                </a:solidFill>
              </a:rPr>
              <a:t>最新の状態でないファイルを編集して</a:t>
            </a:r>
            <a:r>
              <a:rPr lang="en-US" altLang="ja-JP" sz="2400" b="1" dirty="0">
                <a:solidFill>
                  <a:srgbClr val="FF0000"/>
                </a:solidFill>
              </a:rPr>
              <a:t>Push</a:t>
            </a:r>
            <a:r>
              <a:rPr lang="ja-JP" altLang="en-US" sz="2400" b="1" dirty="0">
                <a:solidFill>
                  <a:srgbClr val="FF0000"/>
                </a:solidFill>
              </a:rPr>
              <a:t>するとエラー</a:t>
            </a:r>
            <a:r>
              <a:rPr lang="ja-JP" altLang="en-US" sz="2400" dirty="0"/>
              <a:t>が出ます。</a:t>
            </a:r>
            <a:endParaRPr lang="en-US" altLang="ja-JP" sz="2400" dirty="0"/>
          </a:p>
          <a:p>
            <a:r>
              <a:rPr lang="en-US" altLang="ja-JP" sz="2400" dirty="0"/>
              <a:t>Pull</a:t>
            </a:r>
            <a:r>
              <a:rPr lang="ja-JP" altLang="en-US" sz="2400" dirty="0"/>
              <a:t>を定期的にしておきたいのはそのためです。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274501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コンフリクト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22826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ではエラーの指示通りに</a:t>
            </a:r>
            <a:r>
              <a:rPr lang="en-US" altLang="ja-JP" sz="2400" dirty="0"/>
              <a:t>Pull</a:t>
            </a:r>
            <a:r>
              <a:rPr lang="ja-JP" altLang="en-US" sz="2400" dirty="0"/>
              <a:t>しましょう。</a:t>
            </a:r>
            <a:endParaRPr lang="en-US" altLang="ja-JP" sz="2400" dirty="0"/>
          </a:p>
          <a:p>
            <a:r>
              <a:rPr lang="ja-JP" altLang="en-US" sz="2400" dirty="0"/>
              <a:t>この時、</a:t>
            </a:r>
            <a:r>
              <a:rPr lang="ja-JP" altLang="en-US" sz="2400" b="1" dirty="0">
                <a:solidFill>
                  <a:srgbClr val="FF0000"/>
                </a:solidFill>
              </a:rPr>
              <a:t>コンフリクト</a:t>
            </a:r>
            <a:r>
              <a:rPr lang="ja-JP" altLang="en-US" sz="2400" dirty="0"/>
              <a:t>が発生し</a:t>
            </a:r>
            <a:r>
              <a:rPr lang="en-US" altLang="ja-JP" sz="2400" b="1" dirty="0">
                <a:solidFill>
                  <a:srgbClr val="FF0000"/>
                </a:solidFill>
              </a:rPr>
              <a:t>Pull</a:t>
            </a:r>
            <a:r>
              <a:rPr lang="ja-JP" altLang="en-US" sz="2400" b="1" dirty="0">
                <a:solidFill>
                  <a:srgbClr val="FF0000"/>
                </a:solidFill>
              </a:rPr>
              <a:t>が失敗</a:t>
            </a:r>
            <a:r>
              <a:rPr lang="ja-JP" altLang="en-US" sz="2400" dirty="0"/>
              <a:t>します。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現状を整理してみましょう。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7711445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コンフリクト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725739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現状、</a:t>
            </a:r>
            <a:r>
              <a:rPr lang="ja-JP" altLang="en-US" sz="2400" b="1" dirty="0">
                <a:solidFill>
                  <a:srgbClr val="FF0000"/>
                </a:solidFill>
              </a:rPr>
              <a:t>チーム内の２人が同じファイル、同じ場所を編集</a:t>
            </a:r>
            <a:r>
              <a:rPr lang="ja-JP" altLang="en-US" sz="2400" dirty="0"/>
              <a:t>しています。</a:t>
            </a:r>
            <a:endParaRPr lang="en-US" altLang="ja-JP" sz="2400" dirty="0"/>
          </a:p>
          <a:p>
            <a:r>
              <a:rPr lang="ja-JP" altLang="en-US" sz="2400" dirty="0"/>
              <a:t>つまり</a:t>
            </a:r>
            <a:r>
              <a:rPr lang="ja-JP" altLang="en-US" sz="2400" b="1" dirty="0">
                <a:solidFill>
                  <a:srgbClr val="FF0000"/>
                </a:solidFill>
              </a:rPr>
              <a:t>２人の作業が衝突している</a:t>
            </a:r>
            <a:r>
              <a:rPr lang="ja-JP" altLang="en-US" sz="2400" dirty="0"/>
              <a:t>状況です。</a:t>
            </a:r>
            <a:endParaRPr lang="en-US" altLang="ja-JP" sz="2400" dirty="0"/>
          </a:p>
          <a:p>
            <a:r>
              <a:rPr lang="ja-JP" altLang="en-US" sz="2400" dirty="0"/>
              <a:t>この状況のことを</a:t>
            </a:r>
            <a:r>
              <a:rPr lang="ja-JP" altLang="en-US" sz="2400" b="1" dirty="0">
                <a:solidFill>
                  <a:srgbClr val="FF0000"/>
                </a:solidFill>
              </a:rPr>
              <a:t>コンフリクト</a:t>
            </a:r>
            <a:r>
              <a:rPr lang="ja-JP" altLang="en-US" sz="2400" dirty="0"/>
              <a:t>と言います。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この場合、どちらの編集を採用するのか決める必要があります。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89D34BCC-03F5-47BF-976A-3754C99161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2695" y="3295121"/>
            <a:ext cx="2192125" cy="2569576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73CAF5B-F9F6-489B-8339-3838067B91B1}"/>
              </a:ext>
            </a:extLst>
          </p:cNvPr>
          <p:cNvSpPr txBox="1"/>
          <p:nvPr/>
        </p:nvSpPr>
        <p:spPr>
          <a:xfrm>
            <a:off x="567542" y="6010903"/>
            <a:ext cx="35702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先に書き換えたメンバー</a:t>
            </a:r>
            <a:endParaRPr lang="en-US" altLang="ja-JP" sz="2400" b="1" dirty="0">
              <a:solidFill>
                <a:srgbClr val="FF0000"/>
              </a:solidFill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536FEA47-CA24-4489-9515-5C3AFEAE9BAD}"/>
              </a:ext>
            </a:extLst>
          </p:cNvPr>
          <p:cNvSpPr txBox="1"/>
          <p:nvPr/>
        </p:nvSpPr>
        <p:spPr>
          <a:xfrm>
            <a:off x="5525024" y="6010903"/>
            <a:ext cx="35702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後で書き換えたメンバー</a:t>
            </a:r>
            <a:endParaRPr lang="en-US" altLang="ja-JP" sz="2400" b="1" dirty="0">
              <a:solidFill>
                <a:srgbClr val="FF0000"/>
              </a:solidFill>
            </a:endParaRP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A0A974FD-EC47-4C70-9575-6BE3D2ABFA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2052" y="3295121"/>
            <a:ext cx="2136152" cy="2569576"/>
          </a:xfrm>
          <a:prstGeom prst="rect">
            <a:avLst/>
          </a:prstGeom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638AC04A-C37B-41A0-A4AA-637E19E0067B}"/>
              </a:ext>
            </a:extLst>
          </p:cNvPr>
          <p:cNvSpPr txBox="1"/>
          <p:nvPr/>
        </p:nvSpPr>
        <p:spPr>
          <a:xfrm>
            <a:off x="3360037" y="4579909"/>
            <a:ext cx="28167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HP</a:t>
            </a:r>
            <a:r>
              <a:rPr lang="ja-JP" altLang="en-US" dirty="0"/>
              <a:t>はどっちが正しいの？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42716891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コンフリクト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41796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衝突が発生したファイルを開きましょう。</a:t>
            </a:r>
            <a:endParaRPr lang="en-US" altLang="ja-JP" sz="2400" dirty="0"/>
          </a:p>
          <a:p>
            <a:r>
              <a:rPr lang="ja-JP" altLang="en-US" sz="2400" dirty="0"/>
              <a:t>すると衝突が起きている場所で２人分の編集が記載されています。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83563820-3361-40D4-9B75-C975B753BD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862" y="2187126"/>
            <a:ext cx="8368249" cy="4312286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3317DCAC-B50F-4502-BE17-B607E26D3817}"/>
              </a:ext>
            </a:extLst>
          </p:cNvPr>
          <p:cNvSpPr txBox="1"/>
          <p:nvPr/>
        </p:nvSpPr>
        <p:spPr>
          <a:xfrm>
            <a:off x="2905163" y="3497815"/>
            <a:ext cx="3127779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ja-JP" b="1" dirty="0">
                <a:solidFill>
                  <a:srgbClr val="FF0000"/>
                </a:solidFill>
              </a:rPr>
              <a:t>HEAD</a:t>
            </a:r>
            <a:r>
              <a:rPr lang="ja-JP" altLang="en-US" b="1" dirty="0">
                <a:solidFill>
                  <a:srgbClr val="FF0000"/>
                </a:solidFill>
              </a:rPr>
              <a:t>側は自分が編集した分</a:t>
            </a:r>
            <a:endParaRPr lang="en-US" altLang="ja-JP" b="1" dirty="0">
              <a:solidFill>
                <a:srgbClr val="FF0000"/>
              </a:solidFill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3D03035A-467D-4D95-B135-52E2B5EEA979}"/>
              </a:ext>
            </a:extLst>
          </p:cNvPr>
          <p:cNvSpPr txBox="1"/>
          <p:nvPr/>
        </p:nvSpPr>
        <p:spPr>
          <a:xfrm>
            <a:off x="2905163" y="4454438"/>
            <a:ext cx="4447051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ja-JP" altLang="en-US" b="1" dirty="0">
                <a:solidFill>
                  <a:srgbClr val="FF0000"/>
                </a:solidFill>
              </a:rPr>
              <a:t>その下がリポジトリに</a:t>
            </a:r>
            <a:r>
              <a:rPr lang="en-US" altLang="ja-JP" b="1" dirty="0">
                <a:solidFill>
                  <a:srgbClr val="FF0000"/>
                </a:solidFill>
              </a:rPr>
              <a:t>Push</a:t>
            </a:r>
            <a:r>
              <a:rPr lang="ja-JP" altLang="en-US" b="1" dirty="0">
                <a:solidFill>
                  <a:srgbClr val="FF0000"/>
                </a:solidFill>
              </a:rPr>
              <a:t>されている分</a:t>
            </a:r>
            <a:endParaRPr lang="en-US" altLang="ja-JP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00584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コンフリクト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4168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採用する方を残して保存しましょう。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67D1D5F1-4696-4EE8-BFCA-C0D13F56C1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1" y="1817794"/>
            <a:ext cx="1987399" cy="3245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44949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コンフリクト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93545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コンフリクトは</a:t>
            </a:r>
            <a:r>
              <a:rPr lang="ja-JP" altLang="en-US" sz="2400" b="1" dirty="0">
                <a:solidFill>
                  <a:srgbClr val="FF0000"/>
                </a:solidFill>
              </a:rPr>
              <a:t>解決した状態を</a:t>
            </a:r>
            <a:r>
              <a:rPr lang="en-US" altLang="ja-JP" sz="2400" b="1" dirty="0">
                <a:solidFill>
                  <a:srgbClr val="FF0000"/>
                </a:solidFill>
              </a:rPr>
              <a:t>Git</a:t>
            </a:r>
            <a:r>
              <a:rPr lang="ja-JP" altLang="en-US" sz="2400" b="1" dirty="0">
                <a:solidFill>
                  <a:srgbClr val="FF0000"/>
                </a:solidFill>
              </a:rPr>
              <a:t>に教えなければいけません。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衝突が起きたファイルを右クリックし、</a:t>
            </a:r>
            <a:endParaRPr lang="en-US" altLang="ja-JP" sz="2400" dirty="0"/>
          </a:p>
          <a:p>
            <a:r>
              <a:rPr lang="ja-JP" altLang="en-US" sz="2400" dirty="0"/>
              <a:t>「</a:t>
            </a:r>
            <a:r>
              <a:rPr lang="en-US" altLang="ja-JP" sz="2400" b="1" dirty="0" err="1">
                <a:solidFill>
                  <a:srgbClr val="FF0000"/>
                </a:solidFill>
              </a:rPr>
              <a:t>TortoiseGit</a:t>
            </a:r>
            <a:r>
              <a:rPr lang="ja-JP" altLang="en-US" sz="2400" b="1" dirty="0">
                <a:solidFill>
                  <a:srgbClr val="FF0000"/>
                </a:solidFill>
              </a:rPr>
              <a:t>　＞　</a:t>
            </a:r>
            <a:r>
              <a:rPr lang="en-US" altLang="ja-JP" sz="2400" b="1" dirty="0">
                <a:solidFill>
                  <a:srgbClr val="FF0000"/>
                </a:solidFill>
              </a:rPr>
              <a:t>Resolve</a:t>
            </a:r>
            <a:r>
              <a:rPr lang="ja-JP" altLang="en-US" sz="2400" dirty="0"/>
              <a:t>」を選択しましょう。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25DBE25C-7862-48E3-9876-0EC809D1ED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556458"/>
            <a:ext cx="5205729" cy="3825987"/>
          </a:xfrm>
          <a:prstGeom prst="rect">
            <a:avLst/>
          </a:prstGeom>
        </p:spPr>
      </p:pic>
      <p:sp>
        <p:nvSpPr>
          <p:cNvPr id="7" name="矢印: 右 6">
            <a:extLst>
              <a:ext uri="{FF2B5EF4-FFF2-40B4-BE49-F238E27FC236}">
                <a16:creationId xmlns:a16="http://schemas.microsoft.com/office/drawing/2014/main" id="{4D11DD91-822D-49E7-B7BE-0BA798499D94}"/>
              </a:ext>
            </a:extLst>
          </p:cNvPr>
          <p:cNvSpPr/>
          <p:nvPr/>
        </p:nvSpPr>
        <p:spPr>
          <a:xfrm rot="13453238">
            <a:off x="4109533" y="4169062"/>
            <a:ext cx="505687" cy="416499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36736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コンフリクト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417963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FF0000"/>
                </a:solidFill>
              </a:rPr>
              <a:t>解決した状態をコミットし、</a:t>
            </a:r>
            <a:r>
              <a:rPr lang="en-US" altLang="ja-JP" sz="2400" b="1" dirty="0">
                <a:solidFill>
                  <a:srgbClr val="FF0000"/>
                </a:solidFill>
              </a:rPr>
              <a:t>Push</a:t>
            </a:r>
            <a:r>
              <a:rPr lang="ja-JP" altLang="en-US" sz="2400" dirty="0"/>
              <a:t>しましょう。</a:t>
            </a:r>
            <a:endParaRPr lang="en-US" altLang="ja-JP" sz="2400" dirty="0"/>
          </a:p>
          <a:p>
            <a:r>
              <a:rPr lang="ja-JP" altLang="en-US" sz="2400" dirty="0"/>
              <a:t>これでコンフリクトが完全に解決されます。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en-US" altLang="ja-JP" sz="2400" b="1" dirty="0">
                <a:solidFill>
                  <a:srgbClr val="FF0000"/>
                </a:solidFill>
              </a:rPr>
              <a:t>※</a:t>
            </a:r>
            <a:r>
              <a:rPr lang="ja-JP" altLang="en-US" sz="2400" b="1" dirty="0">
                <a:solidFill>
                  <a:srgbClr val="FF0000"/>
                </a:solidFill>
              </a:rPr>
              <a:t>コンフリクト解決のコミットはメッセージが自動で書かれます。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b="1" dirty="0">
                <a:solidFill>
                  <a:srgbClr val="FF0000"/>
                </a:solidFill>
              </a:rPr>
              <a:t>　そのままコミットしましょう。</a:t>
            </a:r>
            <a:endParaRPr lang="en-US" altLang="ja-JP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72454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コンフリクト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189534"/>
            <a:ext cx="9417963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FF0000"/>
                </a:solidFill>
              </a:rPr>
              <a:t>コンフリクトはなるべく起きないように作業する</a:t>
            </a:r>
            <a:r>
              <a:rPr lang="ja-JP" altLang="en-US" sz="2400" dirty="0"/>
              <a:t>必要があります。</a:t>
            </a:r>
            <a:endParaRPr lang="en-US" altLang="ja-JP" sz="2400" dirty="0"/>
          </a:p>
          <a:p>
            <a:r>
              <a:rPr lang="ja-JP" altLang="en-US" sz="2400" dirty="0"/>
              <a:t>チーム内でしっかりとコミュニケーションをとりながら、</a:t>
            </a:r>
            <a:endParaRPr lang="en-US" altLang="ja-JP" sz="2400" dirty="0"/>
          </a:p>
          <a:p>
            <a:r>
              <a:rPr lang="ja-JP" altLang="en-US" sz="2400" dirty="0"/>
              <a:t>特に</a:t>
            </a:r>
            <a:r>
              <a:rPr lang="ja-JP" altLang="en-US" sz="2400" b="1" dirty="0">
                <a:solidFill>
                  <a:srgbClr val="FF0000"/>
                </a:solidFill>
              </a:rPr>
              <a:t>同じタイミングで同じファイルを複数人が編集する場合</a:t>
            </a:r>
            <a:r>
              <a:rPr lang="ja-JP" altLang="en-US" sz="2400" dirty="0"/>
              <a:t>は、</a:t>
            </a:r>
            <a:endParaRPr lang="en-US" altLang="ja-JP" sz="2400" dirty="0"/>
          </a:p>
          <a:p>
            <a:r>
              <a:rPr lang="ja-JP" altLang="en-US" sz="2400" dirty="0"/>
              <a:t>衝突を避けるように作業して未然に防ぎましょう。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en-US" altLang="ja-JP" sz="2400" dirty="0"/>
              <a:t>※</a:t>
            </a:r>
            <a:r>
              <a:rPr lang="ja-JP" altLang="en-US" sz="2400" dirty="0"/>
              <a:t>練習のためメモ帳を使ってますが、</a:t>
            </a:r>
            <a:endParaRPr lang="en-US" altLang="ja-JP" sz="2400" dirty="0"/>
          </a:p>
          <a:p>
            <a:r>
              <a:rPr lang="ja-JP" altLang="en-US" sz="2400" dirty="0"/>
              <a:t>　実際はプログラムでこのようなやり取りをします。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en-US" altLang="ja-JP" sz="2400" dirty="0"/>
              <a:t>※</a:t>
            </a:r>
            <a:r>
              <a:rPr lang="ja-JP" altLang="en-US" sz="2400" dirty="0"/>
              <a:t>作業の進め方次第ではどうしても発生する場合もあります。</a:t>
            </a:r>
            <a:endParaRPr lang="en-US" altLang="ja-JP" sz="2400" dirty="0"/>
          </a:p>
          <a:p>
            <a:r>
              <a:rPr lang="ja-JP" altLang="en-US" sz="2400" dirty="0"/>
              <a:t>　その場合は慎重に解決しましょう。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8684760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544</TotalTime>
  <Words>469</Words>
  <Application>Microsoft Office PowerPoint</Application>
  <PresentationFormat>ワイド画面</PresentationFormat>
  <Paragraphs>62</Paragraphs>
  <Slides>10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10</vt:i4>
      </vt:variant>
    </vt:vector>
  </HeadingPairs>
  <TitlesOfParts>
    <vt:vector size="14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北九州校　ゲーム</cp:lastModifiedBy>
  <cp:revision>55</cp:revision>
  <dcterms:created xsi:type="dcterms:W3CDTF">2024-08-27T02:15:54Z</dcterms:created>
  <dcterms:modified xsi:type="dcterms:W3CDTF">2026-01-15T00:35:15Z</dcterms:modified>
</cp:coreProperties>
</file>