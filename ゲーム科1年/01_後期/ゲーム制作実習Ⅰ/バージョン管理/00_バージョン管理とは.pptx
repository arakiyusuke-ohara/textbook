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バージョン管理とは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ゲームプロジェクトは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大量のデータを長期間管理</a:t>
            </a:r>
            <a:r>
              <a:rPr kumimoji="1" lang="ja-JP" altLang="en-US" sz="2400" dirty="0"/>
              <a:t>する必要があります。</a:t>
            </a:r>
            <a:endParaRPr kumimoji="1" lang="en-US" altLang="ja-JP" sz="2400" dirty="0"/>
          </a:p>
          <a:p>
            <a:r>
              <a:rPr lang="ja-JP" altLang="en-US" sz="2400" dirty="0"/>
              <a:t>また</a:t>
            </a:r>
            <a:r>
              <a:rPr lang="ja-JP" altLang="en-US" sz="2400" b="1" dirty="0">
                <a:solidFill>
                  <a:srgbClr val="FF0000"/>
                </a:solidFill>
              </a:rPr>
              <a:t>複数人でいろいろなファイルを編集する</a:t>
            </a:r>
            <a:r>
              <a:rPr lang="ja-JP" altLang="en-US" sz="2400" dirty="0"/>
              <a:t>こともあり、</a:t>
            </a:r>
            <a:endParaRPr lang="en-US" altLang="ja-JP" sz="2400" dirty="0"/>
          </a:p>
          <a:p>
            <a:r>
              <a:rPr kumimoji="1" lang="ja-JP" altLang="en-US" sz="2400" dirty="0"/>
              <a:t>誤った書き換えをしたり、間違って消してしまったりなど、</a:t>
            </a:r>
            <a:endParaRPr kumimoji="1" lang="en-US" altLang="ja-JP" sz="2400" dirty="0"/>
          </a:p>
          <a:p>
            <a:r>
              <a:rPr lang="ja-JP" altLang="en-US" sz="2400" dirty="0"/>
              <a:t>どうしてもトラブルは起きてしまいます。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バージョン管理とは、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トラブルが起きた時でも前の状態に戻せる</a:t>
            </a:r>
            <a:r>
              <a:rPr kumimoji="1" lang="ja-JP" altLang="en-US" sz="2400" dirty="0"/>
              <a:t>ように、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要所要所でプロジェクトの状態をセーブしておく機能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バージョン管理とは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バージョン管理をすると以下のメリットがあります。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・間違って消したファイルを復元できる</a:t>
            </a:r>
            <a:endParaRPr lang="en-US" altLang="ja-JP" sz="2400" dirty="0"/>
          </a:p>
          <a:p>
            <a:r>
              <a:rPr kumimoji="1" lang="ja-JP" altLang="en-US" sz="2400" dirty="0"/>
              <a:t>・作業を失敗しても、セーブした状態に戻ることができる</a:t>
            </a:r>
            <a:endParaRPr kumimoji="1" lang="en-US" altLang="ja-JP" sz="2400" dirty="0"/>
          </a:p>
          <a:p>
            <a:r>
              <a:rPr kumimoji="1" lang="ja-JP" altLang="en-US" sz="2400" dirty="0"/>
              <a:t>・だれがどこを修正したかがすぐわかる</a:t>
            </a:r>
            <a:endParaRPr kumimoji="1" lang="en-US" altLang="ja-JP" sz="2400" dirty="0"/>
          </a:p>
          <a:p>
            <a:r>
              <a:rPr lang="ja-JP" altLang="en-US" sz="2400"/>
              <a:t>など</a:t>
            </a:r>
            <a:endParaRPr lang="en-US" altLang="ja-JP" sz="2400"/>
          </a:p>
          <a:p>
            <a:endParaRPr lang="en-US" altLang="ja-JP" sz="2400" dirty="0"/>
          </a:p>
          <a:p>
            <a:r>
              <a:rPr kumimoji="1" lang="ja-JP" altLang="en-US" sz="2400" dirty="0"/>
              <a:t>個人制作、チーム制作ともに、非常に役に立つ機能になります。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914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146</Words>
  <Application>Microsoft Office PowerPoint</Application>
  <PresentationFormat>ワイド画面</PresentationFormat>
  <Paragraphs>17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16</cp:revision>
  <dcterms:created xsi:type="dcterms:W3CDTF">2024-08-27T02:15:54Z</dcterms:created>
  <dcterms:modified xsi:type="dcterms:W3CDTF">2026-01-15T03:14:46Z</dcterms:modified>
</cp:coreProperties>
</file>