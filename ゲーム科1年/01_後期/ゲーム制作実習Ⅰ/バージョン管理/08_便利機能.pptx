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便利機能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コミット画面の下に表示されるファイルをダブルクリックすると、</a:t>
            </a:r>
            <a:endParaRPr lang="en-US" altLang="ja-JP" sz="2400" dirty="0"/>
          </a:p>
          <a:p>
            <a:r>
              <a:rPr lang="ja-JP" altLang="en-US" sz="2400" dirty="0"/>
              <a:t>今回自分がどこを書き換えたかが表示されます。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A294E4D-8120-4E1A-A4BF-9893A12A6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684" y="2187126"/>
            <a:ext cx="6603269" cy="345444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AC0BD3F-6692-4133-A8E3-A2DF6B9DE192}"/>
              </a:ext>
            </a:extLst>
          </p:cNvPr>
          <p:cNvSpPr txBox="1"/>
          <p:nvPr/>
        </p:nvSpPr>
        <p:spPr>
          <a:xfrm>
            <a:off x="5550437" y="5781271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左側が作業前、右側が作業後</a:t>
            </a:r>
            <a:endParaRPr lang="en-US" altLang="ja-JP" sz="24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BF88B9C-0DD7-4D74-AF84-76FFD4B84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187126"/>
            <a:ext cx="3465447" cy="34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60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便利機能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4072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編集中のファイルを右クリックして、</a:t>
            </a:r>
            <a:r>
              <a:rPr lang="en-US" altLang="ja-JP" sz="2400" b="1" dirty="0">
                <a:solidFill>
                  <a:srgbClr val="FF0000"/>
                </a:solidFill>
              </a:rPr>
              <a:t>Tortoise Git &gt;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Revert </a:t>
            </a:r>
            <a:r>
              <a:rPr lang="ja-JP" altLang="en-US" sz="2400" dirty="0"/>
              <a:t>をクリックすると、</a:t>
            </a:r>
            <a:endParaRPr lang="en-US" altLang="ja-JP" sz="2400" dirty="0"/>
          </a:p>
          <a:p>
            <a:r>
              <a:rPr lang="ja-JP" altLang="en-US" sz="2400" dirty="0"/>
              <a:t>最後の </a:t>
            </a:r>
            <a:r>
              <a:rPr lang="en-US" altLang="ja-JP" sz="2400" dirty="0"/>
              <a:t>Commit </a:t>
            </a:r>
            <a:r>
              <a:rPr lang="ja-JP" altLang="en-US" sz="2400" dirty="0"/>
              <a:t>の状況まで戻ることができます。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3C0DAEF-2E9E-4F74-B1B0-F4A644D35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068536" cy="2743583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EF0097A0-1560-4B55-A638-6DA73CDBB0B0}"/>
              </a:ext>
            </a:extLst>
          </p:cNvPr>
          <p:cNvSpPr/>
          <p:nvPr/>
        </p:nvSpPr>
        <p:spPr>
          <a:xfrm rot="13829386">
            <a:off x="5387789" y="3101788"/>
            <a:ext cx="519953" cy="40341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5CEC089-43F0-430D-96BE-CE34497CE839}"/>
              </a:ext>
            </a:extLst>
          </p:cNvPr>
          <p:cNvSpPr txBox="1"/>
          <p:nvPr/>
        </p:nvSpPr>
        <p:spPr>
          <a:xfrm>
            <a:off x="567542" y="5070409"/>
            <a:ext cx="8364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実験的な作業がしたい場合は、事前に</a:t>
            </a:r>
            <a:r>
              <a:rPr lang="en-US" altLang="ja-JP" sz="2400" dirty="0"/>
              <a:t>Commit</a:t>
            </a:r>
            <a:r>
              <a:rPr lang="ja-JP" altLang="en-US" sz="2400" dirty="0"/>
              <a:t>しておけば、</a:t>
            </a:r>
            <a:endParaRPr lang="en-US" altLang="ja-JP" sz="2400" dirty="0"/>
          </a:p>
          <a:p>
            <a:r>
              <a:rPr lang="ja-JP" altLang="en-US" sz="2400" dirty="0"/>
              <a:t>いつでも元の状態に戻すことができます。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6607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便利機能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623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ファイルやフォルダを右クリックして </a:t>
            </a:r>
            <a:r>
              <a:rPr lang="en-US" altLang="ja-JP" sz="2400" b="1" dirty="0">
                <a:solidFill>
                  <a:srgbClr val="FF0000"/>
                </a:solidFill>
              </a:rPr>
              <a:t>Tortoise Git &gt; Show log </a:t>
            </a:r>
            <a:r>
              <a:rPr lang="ja-JP" altLang="en-US" sz="2400" dirty="0"/>
              <a:t>から、</a:t>
            </a:r>
            <a:endParaRPr lang="en-US" altLang="ja-JP" sz="2400" dirty="0"/>
          </a:p>
          <a:p>
            <a:r>
              <a:rPr lang="ja-JP" altLang="en-US" sz="2400" dirty="0"/>
              <a:t>これまでのコミット履歴を見ることができます。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C47FEE5-523D-4C0A-A98C-4809013D9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858957" cy="4201111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C466D108-66F8-486F-A46E-2CA90E573C3A}"/>
              </a:ext>
            </a:extLst>
          </p:cNvPr>
          <p:cNvSpPr/>
          <p:nvPr/>
        </p:nvSpPr>
        <p:spPr>
          <a:xfrm rot="13829386">
            <a:off x="5369860" y="2626658"/>
            <a:ext cx="519953" cy="40341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36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便利機能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過去の履歴をクリックし、下側に表示されるファイルを右クリックすると、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Revert to this revision</a:t>
            </a:r>
            <a:r>
              <a:rPr lang="en-US" altLang="ja-JP" sz="2400" dirty="0"/>
              <a:t> </a:t>
            </a:r>
            <a:r>
              <a:rPr lang="ja-JP" altLang="en-US" sz="2400" dirty="0"/>
              <a:t>からその時の状態まで戻ることができます。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CD57204-4977-4106-93AF-E18BBA330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6846270" cy="4201120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0C0D5359-D7F5-45EF-ABF4-E915A8CA3BEE}"/>
              </a:ext>
            </a:extLst>
          </p:cNvPr>
          <p:cNvSpPr/>
          <p:nvPr/>
        </p:nvSpPr>
        <p:spPr>
          <a:xfrm rot="13829386">
            <a:off x="2850777" y="2761128"/>
            <a:ext cx="519953" cy="40341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960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151</Words>
  <Application>Microsoft Office PowerPoint</Application>
  <PresentationFormat>ワイド画面</PresentationFormat>
  <Paragraphs>15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72</cp:revision>
  <dcterms:created xsi:type="dcterms:W3CDTF">2024-08-27T02:15:54Z</dcterms:created>
  <dcterms:modified xsi:type="dcterms:W3CDTF">2026-01-15T01:29:09Z</dcterms:modified>
</cp:coreProperties>
</file>