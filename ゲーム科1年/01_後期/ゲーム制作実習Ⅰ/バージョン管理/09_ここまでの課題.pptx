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9340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作業を分担してサンプルの通りのものを作りましょう。</a:t>
            </a:r>
            <a:endParaRPr lang="en-US" altLang="ja-JP" sz="2400" dirty="0"/>
          </a:p>
          <a:p>
            <a:r>
              <a:rPr lang="ja-JP" altLang="en-US" sz="2400" dirty="0"/>
              <a:t>以下はサンプルの説明です。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■サンプル説明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・ゲームを起動するとタイトルシーンが表示される</a:t>
            </a:r>
            <a:endParaRPr lang="en-US" altLang="ja-JP" sz="2400" dirty="0"/>
          </a:p>
          <a:p>
            <a:r>
              <a:rPr lang="ja-JP" altLang="en-US" sz="2400" dirty="0"/>
              <a:t>・タイトルシーンで</a:t>
            </a:r>
            <a:r>
              <a:rPr lang="en-US" altLang="ja-JP" sz="2400" dirty="0"/>
              <a:t>Z</a:t>
            </a:r>
            <a:r>
              <a:rPr lang="ja-JP" altLang="en-US" sz="2400" dirty="0"/>
              <a:t>キーを押すとプレイシーンに遷移する</a:t>
            </a:r>
            <a:endParaRPr lang="en-US" altLang="ja-JP" sz="2400" dirty="0"/>
          </a:p>
          <a:p>
            <a:r>
              <a:rPr lang="ja-JP" altLang="en-US" sz="2400" dirty="0"/>
              <a:t>・タイトルシーンで</a:t>
            </a:r>
            <a:r>
              <a:rPr lang="en-US" altLang="ja-JP" sz="2400" dirty="0"/>
              <a:t>X</a:t>
            </a:r>
            <a:r>
              <a:rPr lang="ja-JP" altLang="en-US" sz="2400" dirty="0"/>
              <a:t>キーを押すとオプション画面に遷移する</a:t>
            </a:r>
            <a:endParaRPr lang="en-US" altLang="ja-JP" sz="2400" dirty="0"/>
          </a:p>
          <a:p>
            <a:r>
              <a:rPr lang="ja-JP" altLang="en-US" sz="2400" dirty="0"/>
              <a:t>・プレイ</a:t>
            </a:r>
            <a:r>
              <a:rPr lang="en-US" altLang="ja-JP" sz="2400" dirty="0"/>
              <a:t>/</a:t>
            </a:r>
            <a:r>
              <a:rPr lang="ja-JP" altLang="en-US" sz="2400" dirty="0"/>
              <a:t>タイトルシーンで</a:t>
            </a:r>
            <a:r>
              <a:rPr lang="en-US" altLang="ja-JP" sz="2400" dirty="0"/>
              <a:t>C</a:t>
            </a:r>
            <a:r>
              <a:rPr lang="ja-JP" altLang="en-US" sz="2400" dirty="0"/>
              <a:t>キーを押すとタイトルに戻る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いずれのシーンも画像を描画してるだけ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6607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以下のように作業分担しましょう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■メンバー</a:t>
            </a:r>
            <a:r>
              <a:rPr lang="en-US" altLang="ja-JP" sz="2400" b="1" dirty="0">
                <a:solidFill>
                  <a:srgbClr val="FF0000"/>
                </a:solidFill>
              </a:rPr>
              <a:t>A</a:t>
            </a:r>
          </a:p>
          <a:p>
            <a:r>
              <a:rPr lang="ja-JP" altLang="en-US" sz="2400" dirty="0"/>
              <a:t>基盤＆タイトル画面作成</a:t>
            </a:r>
            <a:endParaRPr lang="en-US" altLang="ja-JP" sz="2400" dirty="0"/>
          </a:p>
          <a:p>
            <a:r>
              <a:rPr lang="ja-JP" altLang="en-US" sz="2400" dirty="0"/>
              <a:t>・プロジェクト作成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Main.cpp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SceneManager.cpp/.h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TitleScene.cpp/.h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■メンバー</a:t>
            </a:r>
            <a:r>
              <a:rPr lang="en-US" altLang="ja-JP" sz="2400" b="1" dirty="0">
                <a:solidFill>
                  <a:srgbClr val="FF0000"/>
                </a:solidFill>
              </a:rPr>
              <a:t>B</a:t>
            </a:r>
          </a:p>
          <a:p>
            <a:r>
              <a:rPr lang="ja-JP" altLang="en-US" sz="2400" dirty="0"/>
              <a:t>プレイ画面作成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PlayScene.cpp/.h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■メンバー</a:t>
            </a:r>
            <a:r>
              <a:rPr lang="en-US" altLang="ja-JP" sz="2400" b="1" dirty="0">
                <a:solidFill>
                  <a:srgbClr val="FF0000"/>
                </a:solidFill>
              </a:rPr>
              <a:t>C</a:t>
            </a:r>
          </a:p>
          <a:p>
            <a:r>
              <a:rPr lang="ja-JP" altLang="en-US" sz="2400" dirty="0"/>
              <a:t>オプション画面作成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OptionScene.cpp/.h</a:t>
            </a:r>
            <a:r>
              <a:rPr lang="ja-JP" altLang="en-US" sz="2400" dirty="0"/>
              <a:t>作成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E2F6DE-E224-4D68-A61A-322E32649F19}"/>
              </a:ext>
            </a:extLst>
          </p:cNvPr>
          <p:cNvSpPr txBox="1"/>
          <p:nvPr/>
        </p:nvSpPr>
        <p:spPr>
          <a:xfrm>
            <a:off x="5939194" y="5319656"/>
            <a:ext cx="51090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他に必要なファイルがある場合は</a:t>
            </a:r>
            <a:endParaRPr lang="en-US" altLang="ja-JP" sz="2400" dirty="0"/>
          </a:p>
          <a:p>
            <a:r>
              <a:rPr lang="ja-JP" altLang="en-US" sz="2400" dirty="0"/>
              <a:t>相談しながら誰かが対応しましょう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5249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6967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作業するに当たって</a:t>
            </a:r>
            <a:endParaRPr lang="en-US" altLang="ja-JP" sz="2400" dirty="0"/>
          </a:p>
          <a:p>
            <a:r>
              <a:rPr lang="ja-JP" altLang="en-US" sz="2400" dirty="0"/>
              <a:t>・ファイルを追加した際は</a:t>
            </a:r>
            <a:r>
              <a:rPr lang="en-US" altLang="ja-JP" sz="2400" dirty="0"/>
              <a:t>Add</a:t>
            </a:r>
            <a:r>
              <a:rPr lang="ja-JP" altLang="en-US" sz="2400" dirty="0"/>
              <a:t>を忘れないよう</a:t>
            </a:r>
            <a:r>
              <a:rPr lang="ja-JP" altLang="en-US" sz="2400"/>
              <a:t>にしましょう</a:t>
            </a:r>
            <a:endParaRPr lang="en-US" altLang="ja-JP" sz="2400" dirty="0"/>
          </a:p>
          <a:p>
            <a:r>
              <a:rPr lang="ja-JP" altLang="en-US" sz="2400" dirty="0"/>
              <a:t>・こまめに</a:t>
            </a:r>
            <a:r>
              <a:rPr lang="en-US" altLang="ja-JP" sz="2400" dirty="0" err="1"/>
              <a:t>Commit,Push,Pull</a:t>
            </a:r>
            <a:r>
              <a:rPr lang="ja-JP" altLang="en-US" sz="2400" dirty="0"/>
              <a:t>することを心がけましょう</a:t>
            </a:r>
            <a:endParaRPr lang="en-US" altLang="ja-JP" sz="2400" dirty="0"/>
          </a:p>
          <a:p>
            <a:r>
              <a:rPr lang="ja-JP" altLang="en-US" sz="2400" dirty="0"/>
              <a:t>・特に</a:t>
            </a:r>
            <a:r>
              <a:rPr lang="en-US" altLang="ja-JP" sz="2400" dirty="0"/>
              <a:t>Commit</a:t>
            </a:r>
            <a:r>
              <a:rPr lang="ja-JP" altLang="en-US" sz="2400" dirty="0"/>
              <a:t>はセーブポイントとなります。こまめにやりましょう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SceneManager</a:t>
            </a:r>
            <a:r>
              <a:rPr lang="ja-JP" altLang="en-US" sz="2400" dirty="0"/>
              <a:t>はいろんな人が書き換える可能性があるので注意しましょう</a:t>
            </a:r>
            <a:endParaRPr lang="en-US" altLang="ja-JP" sz="2400" dirty="0"/>
          </a:p>
          <a:p>
            <a:r>
              <a:rPr lang="ja-JP" altLang="en-US" sz="2400" dirty="0"/>
              <a:t>・困ったことがあればチームメンバーに相談しましょう</a:t>
            </a:r>
            <a:endParaRPr lang="en-US" altLang="ja-JP" sz="2400" dirty="0"/>
          </a:p>
          <a:p>
            <a:r>
              <a:rPr lang="ja-JP" altLang="en-US" sz="2400" dirty="0"/>
              <a:t>・画像素材はサンプルのものをそのまま使って大丈夫です</a:t>
            </a:r>
            <a:endParaRPr lang="en-US" altLang="ja-JP" sz="2400" dirty="0"/>
          </a:p>
          <a:p>
            <a:r>
              <a:rPr lang="ja-JP" altLang="en-US" sz="2400" dirty="0"/>
              <a:t>・これまで作ってきたプログラムを使いまわしても大丈夫です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4</a:t>
            </a:r>
            <a:r>
              <a:rPr lang="ja-JP" altLang="en-US" sz="2400" dirty="0"/>
              <a:t>人以上のチームは</a:t>
            </a:r>
            <a:r>
              <a:rPr lang="en-US" altLang="ja-JP" sz="2400" dirty="0"/>
              <a:t>Title, Play, Option </a:t>
            </a:r>
            <a:r>
              <a:rPr lang="ja-JP" altLang="en-US" sz="2400" dirty="0"/>
              <a:t>以外のシーンを人数分作ってください</a:t>
            </a:r>
            <a:endParaRPr lang="en-US" altLang="ja-JP" sz="2400" dirty="0"/>
          </a:p>
          <a:p>
            <a:r>
              <a:rPr lang="ja-JP" altLang="en-US" sz="2400" dirty="0"/>
              <a:t>　各シーン同様、画像を複数表示し、</a:t>
            </a:r>
            <a:r>
              <a:rPr lang="en-US" altLang="ja-JP" sz="2400" dirty="0"/>
              <a:t>C</a:t>
            </a:r>
            <a:r>
              <a:rPr lang="ja-JP" altLang="en-US" sz="2400" dirty="0"/>
              <a:t>キーで</a:t>
            </a:r>
            <a:r>
              <a:rPr lang="en-US" altLang="ja-JP" sz="2400" dirty="0"/>
              <a:t>Title</a:t>
            </a:r>
            <a:r>
              <a:rPr lang="ja-JP" altLang="en-US" sz="2400" dirty="0"/>
              <a:t>に戻れば大丈夫です。</a:t>
            </a:r>
            <a:endParaRPr lang="en-US" altLang="ja-JP" sz="2400" dirty="0"/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※</a:t>
            </a:r>
            <a:r>
              <a:rPr lang="ja-JP" altLang="en-US" sz="2400" dirty="0"/>
              <a:t>背景以外の画像は新しいものを用意してください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2754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302</Words>
  <Application>Microsoft Office PowerPoint</Application>
  <PresentationFormat>ワイド画面</PresentationFormat>
  <Paragraphs>42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74</cp:revision>
  <dcterms:created xsi:type="dcterms:W3CDTF">2024-08-27T02:15:54Z</dcterms:created>
  <dcterms:modified xsi:type="dcterms:W3CDTF">2026-01-15T03:13:15Z</dcterms:modified>
</cp:coreProperties>
</file>