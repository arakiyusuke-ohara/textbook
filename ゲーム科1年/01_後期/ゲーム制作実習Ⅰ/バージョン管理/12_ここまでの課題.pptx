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チームで分担してアクションゲームを作りましょう。</a:t>
            </a:r>
            <a:endParaRPr lang="en-US" altLang="ja-JP" sz="2400" dirty="0"/>
          </a:p>
          <a:p>
            <a:r>
              <a:rPr lang="ja-JP" altLang="en-US" sz="2400" dirty="0"/>
              <a:t>最低限、以下の要素を実装してください。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■最低限の要素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・タイトル画面、ゲーム画面、クリア画面がある</a:t>
            </a:r>
            <a:endParaRPr lang="en-US" altLang="ja-JP" sz="2400" dirty="0"/>
          </a:p>
          <a:p>
            <a:r>
              <a:rPr lang="ja-JP" altLang="en-US" sz="2400" dirty="0"/>
              <a:t>・プレイヤーは移動とジャンプを実装する</a:t>
            </a:r>
            <a:endParaRPr lang="en-US" altLang="ja-JP" sz="2400" dirty="0"/>
          </a:p>
          <a:p>
            <a:r>
              <a:rPr lang="ja-JP" altLang="en-US" sz="2400" dirty="0"/>
              <a:t>・プレイヤーを死亡させるオブジェクトがある（敵やギミックなど）</a:t>
            </a:r>
            <a:endParaRPr lang="en-US" altLang="ja-JP" sz="2400" dirty="0"/>
          </a:p>
          <a:p>
            <a:r>
              <a:rPr lang="ja-JP" altLang="en-US" sz="2400" dirty="0"/>
              <a:t>・収集できるアイテムがある（マリオのコインみたいなもの）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182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必ず以下の条件を守ってください。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■条件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・作業をタスクとして明確にして各メンバーに割り当てること</a:t>
            </a:r>
            <a:endParaRPr lang="en-US" altLang="ja-JP" sz="2400" dirty="0"/>
          </a:p>
          <a:p>
            <a:r>
              <a:rPr lang="ja-JP" altLang="en-US" sz="2400" dirty="0"/>
              <a:t>・必ず全員プログラムを組むこと</a:t>
            </a:r>
            <a:endParaRPr lang="en-US" altLang="ja-JP" sz="2400" dirty="0"/>
          </a:p>
          <a:p>
            <a:r>
              <a:rPr lang="ja-JP" altLang="en-US" sz="2400" dirty="0"/>
              <a:t>・ブランチ分けとプルリクエストを使うこと</a:t>
            </a:r>
            <a:endParaRPr lang="en-US" altLang="ja-JP" sz="2400" dirty="0"/>
          </a:p>
          <a:p>
            <a:r>
              <a:rPr lang="ja-JP" altLang="en-US" sz="2400" dirty="0"/>
              <a:t>　・</a:t>
            </a:r>
            <a:r>
              <a:rPr lang="en-US" altLang="ja-JP" sz="2400" b="1" dirty="0">
                <a:solidFill>
                  <a:srgbClr val="FF0000"/>
                </a:solidFill>
              </a:rPr>
              <a:t>master</a:t>
            </a:r>
            <a:r>
              <a:rPr lang="ja-JP" altLang="en-US" sz="2400" b="1" dirty="0">
                <a:solidFill>
                  <a:srgbClr val="FF0000"/>
                </a:solidFill>
              </a:rPr>
              <a:t>に直接</a:t>
            </a:r>
            <a:r>
              <a:rPr lang="en-US" altLang="ja-JP" sz="2400" b="1" dirty="0">
                <a:solidFill>
                  <a:srgbClr val="FF0000"/>
                </a:solidFill>
              </a:rPr>
              <a:t>Push</a:t>
            </a:r>
            <a:r>
              <a:rPr lang="ja-JP" altLang="en-US" sz="2400" b="1" dirty="0">
                <a:solidFill>
                  <a:srgbClr val="FF0000"/>
                </a:solidFill>
              </a:rPr>
              <a:t>しないこと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・１つのプルリクエストに対して必ずレビューすること</a:t>
            </a:r>
            <a:endParaRPr lang="en-US" altLang="ja-JP" sz="2400" dirty="0"/>
          </a:p>
          <a:p>
            <a:r>
              <a:rPr lang="ja-JP" altLang="en-US" sz="2400" dirty="0"/>
              <a:t>　・承認ボタンやコメントを使いこなすこと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94743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タスクについては以下を参考にしてください。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■タスクの例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・タイトル画面を作成する</a:t>
            </a:r>
            <a:endParaRPr lang="en-US" altLang="ja-JP" sz="2400" dirty="0"/>
          </a:p>
          <a:p>
            <a:r>
              <a:rPr lang="ja-JP" altLang="en-US" sz="2400" dirty="0"/>
              <a:t>・とげのギミックを作成する</a:t>
            </a:r>
            <a:endParaRPr lang="en-US" altLang="ja-JP" sz="2400" dirty="0"/>
          </a:p>
          <a:p>
            <a:r>
              <a:rPr lang="ja-JP" altLang="en-US" sz="2400" dirty="0"/>
              <a:t>・エフェクトを表示するシステムを作成する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特に正解があるわけではありません。</a:t>
            </a:r>
            <a:endParaRPr lang="en-US" altLang="ja-JP" sz="2400" dirty="0"/>
          </a:p>
          <a:p>
            <a:r>
              <a:rPr lang="ja-JP" altLang="en-US" sz="2400" dirty="0"/>
              <a:t>作業をしながら模索していきましょう。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3824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193</Words>
  <Application>Microsoft Office PowerPoint</Application>
  <PresentationFormat>ワイド画面</PresentationFormat>
  <Paragraphs>30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67</cp:revision>
  <dcterms:created xsi:type="dcterms:W3CDTF">2024-08-27T02:15:54Z</dcterms:created>
  <dcterms:modified xsi:type="dcterms:W3CDTF">2025-01-20T05:03:00Z</dcterms:modified>
</cp:coreProperties>
</file>