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7427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Commit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2754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リーダーのみ作業してください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実際にファイルを追加していきます。</a:t>
            </a:r>
            <a:endParaRPr lang="en-US" altLang="ja-JP" sz="2400" dirty="0"/>
          </a:p>
          <a:p>
            <a:r>
              <a:rPr lang="en-US" altLang="ja-JP" sz="2400" dirty="0"/>
              <a:t>Clone</a:t>
            </a:r>
            <a:r>
              <a:rPr lang="ja-JP" altLang="en-US" sz="2400" dirty="0"/>
              <a:t>したフォルダの中にメモ帳を１つ追加しましょう。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86DAA93-7092-4B91-BDD6-A560DADB2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925789"/>
            <a:ext cx="8922703" cy="2524752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0B9EFCF-F60B-47F1-8EB1-BD02FA4AAC80}"/>
              </a:ext>
            </a:extLst>
          </p:cNvPr>
          <p:cNvSpPr/>
          <p:nvPr/>
        </p:nvSpPr>
        <p:spPr>
          <a:xfrm>
            <a:off x="717176" y="4760259"/>
            <a:ext cx="2716306" cy="5020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7427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Commit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メモ帳の中身は以下のように書きましょう。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3620FBF-6320-43C9-A5D0-EE2B8E7BA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2288403" cy="283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053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7427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Commit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750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Git</a:t>
            </a:r>
            <a:r>
              <a:rPr lang="ja-JP" altLang="en-US" sz="2400" dirty="0"/>
              <a:t>では現状をセーブする</a:t>
            </a:r>
            <a:r>
              <a:rPr lang="en-US" altLang="ja-JP" sz="2400" b="1" dirty="0">
                <a:solidFill>
                  <a:srgbClr val="FF0000"/>
                </a:solidFill>
              </a:rPr>
              <a:t>Commit</a:t>
            </a:r>
            <a:r>
              <a:rPr lang="ja-JP" altLang="en-US" sz="2400" dirty="0"/>
              <a:t>という機能があります。</a:t>
            </a:r>
            <a:endParaRPr lang="en-US" altLang="ja-JP" sz="2400" dirty="0"/>
          </a:p>
          <a:p>
            <a:r>
              <a:rPr lang="ja-JP" altLang="en-US" sz="2400" dirty="0"/>
              <a:t>「テキストファイルを１つ追加した」という作業を</a:t>
            </a:r>
            <a:r>
              <a:rPr lang="en-US" altLang="ja-JP" sz="2400" dirty="0"/>
              <a:t>Commit</a:t>
            </a:r>
            <a:r>
              <a:rPr lang="ja-JP" altLang="en-US" sz="2400" dirty="0"/>
              <a:t>してセーブしてみます。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883108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7427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Commit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599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追加したテキストを右クリックして、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b="1" dirty="0" err="1">
                <a:solidFill>
                  <a:srgbClr val="FF0000"/>
                </a:solidFill>
              </a:rPr>
              <a:t>TortoiseGit</a:t>
            </a:r>
            <a:r>
              <a:rPr lang="ja-JP" altLang="en-US" sz="2400" b="1" dirty="0">
                <a:solidFill>
                  <a:srgbClr val="FF0000"/>
                </a:solidFill>
              </a:rPr>
              <a:t>　＞　</a:t>
            </a:r>
            <a:r>
              <a:rPr lang="en-US" altLang="ja-JP" sz="2400" b="1" dirty="0">
                <a:solidFill>
                  <a:srgbClr val="FF0000"/>
                </a:solidFill>
              </a:rPr>
              <a:t>Add</a:t>
            </a:r>
            <a:r>
              <a:rPr lang="ja-JP" altLang="en-US" sz="2400" dirty="0"/>
              <a:t>」を選択します。</a:t>
            </a:r>
            <a:endParaRPr lang="en-US" altLang="ja-JP" sz="2400" dirty="0"/>
          </a:p>
          <a:p>
            <a:r>
              <a:rPr lang="ja-JP" altLang="en-US" sz="2400" dirty="0"/>
              <a:t>これで</a:t>
            </a:r>
            <a:r>
              <a:rPr lang="ja-JP" altLang="en-US" sz="2400" b="1" dirty="0">
                <a:solidFill>
                  <a:srgbClr val="FF0000"/>
                </a:solidFill>
              </a:rPr>
              <a:t>ファイルを追加したことを</a:t>
            </a:r>
            <a:r>
              <a:rPr lang="en-US" altLang="ja-JP" sz="2400" b="1" dirty="0">
                <a:solidFill>
                  <a:srgbClr val="FF0000"/>
                </a:solidFill>
              </a:rPr>
              <a:t>Git</a:t>
            </a:r>
            <a:r>
              <a:rPr lang="ja-JP" altLang="en-US" sz="2400" b="1" dirty="0">
                <a:solidFill>
                  <a:srgbClr val="FF0000"/>
                </a:solidFill>
              </a:rPr>
              <a:t>に教えます。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64393CC-3E9C-41B6-B58B-B83D51F09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7387530" cy="3324389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0F95E74F-CF1F-40D7-AB1B-FD7EA0B638BC}"/>
              </a:ext>
            </a:extLst>
          </p:cNvPr>
          <p:cNvSpPr/>
          <p:nvPr/>
        </p:nvSpPr>
        <p:spPr>
          <a:xfrm rot="13297314">
            <a:off x="5816343" y="4002912"/>
            <a:ext cx="559315" cy="431479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6787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7427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Commit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追加したファイルが入っているフォルダ</a:t>
            </a:r>
            <a:r>
              <a:rPr lang="ja-JP" altLang="en-US" sz="2400" dirty="0"/>
              <a:t>を右クリックし、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「</a:t>
            </a:r>
            <a:r>
              <a:rPr lang="en-US" altLang="ja-JP" sz="2400" b="1" dirty="0">
                <a:solidFill>
                  <a:srgbClr val="FF0000"/>
                </a:solidFill>
              </a:rPr>
              <a:t>Git Commit</a:t>
            </a:r>
            <a:r>
              <a:rPr lang="ja-JP" altLang="en-US" sz="2400" b="1" dirty="0">
                <a:solidFill>
                  <a:srgbClr val="FF0000"/>
                </a:solidFill>
              </a:rPr>
              <a:t>」</a:t>
            </a:r>
            <a:r>
              <a:rPr lang="ja-JP" altLang="en-US" sz="2400" dirty="0"/>
              <a:t>を選択しましょう。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E59E217-139F-4CF4-B8EF-052F89150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801946" cy="2851039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EE19C730-0F0B-43EB-883B-CB68338AF7CD}"/>
              </a:ext>
            </a:extLst>
          </p:cNvPr>
          <p:cNvSpPr/>
          <p:nvPr/>
        </p:nvSpPr>
        <p:spPr>
          <a:xfrm rot="13297314">
            <a:off x="5995637" y="3321595"/>
            <a:ext cx="559315" cy="431479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4462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7427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Commit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出てきた画面にメッセージを書いてコミットしましょう。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4A7437A-A51F-4FED-894B-057F64965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4790930" cy="4548252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069AEBD-9D2D-49AE-A965-B9BE2CCD51B4}"/>
              </a:ext>
            </a:extLst>
          </p:cNvPr>
          <p:cNvSpPr txBox="1"/>
          <p:nvPr/>
        </p:nvSpPr>
        <p:spPr>
          <a:xfrm>
            <a:off x="5358472" y="4712664"/>
            <a:ext cx="572464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ここに今回セーブする内容が表示される</a:t>
            </a:r>
            <a:endParaRPr lang="en-US" altLang="ja-JP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7DEE40A-5906-416C-A534-21B8ABF5ACD1}"/>
              </a:ext>
            </a:extLst>
          </p:cNvPr>
          <p:cNvSpPr txBox="1"/>
          <p:nvPr/>
        </p:nvSpPr>
        <p:spPr>
          <a:xfrm>
            <a:off x="5358472" y="2502881"/>
            <a:ext cx="449353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メッセージは必ず書くこと！！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227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194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Push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コミットしてセーブした状態はリポジトリにも保存</a:t>
            </a:r>
            <a:r>
              <a:rPr lang="ja-JP" altLang="en-US" sz="2400" dirty="0"/>
              <a:t>しなければいけません。</a:t>
            </a:r>
            <a:endParaRPr lang="en-US" altLang="ja-JP" sz="2400" dirty="0"/>
          </a:p>
          <a:p>
            <a:r>
              <a:rPr lang="ja-JP" altLang="en-US" sz="2400" dirty="0"/>
              <a:t>リポジトリへの保存には</a:t>
            </a:r>
            <a:r>
              <a:rPr lang="en-US" altLang="ja-JP" sz="2400" b="1" dirty="0">
                <a:solidFill>
                  <a:srgbClr val="FF0000"/>
                </a:solidFill>
              </a:rPr>
              <a:t>Push</a:t>
            </a:r>
            <a:r>
              <a:rPr lang="ja-JP" altLang="en-US" sz="2400" b="1" dirty="0">
                <a:solidFill>
                  <a:srgbClr val="FF0000"/>
                </a:solidFill>
              </a:rPr>
              <a:t>機能</a:t>
            </a:r>
            <a:r>
              <a:rPr lang="ja-JP" altLang="en-US" sz="2400" dirty="0"/>
              <a:t>を使います。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■イメージ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7" name="円柱 6">
            <a:extLst>
              <a:ext uri="{FF2B5EF4-FFF2-40B4-BE49-F238E27FC236}">
                <a16:creationId xmlns:a16="http://schemas.microsoft.com/office/drawing/2014/main" id="{9D51F2F2-9FCD-4529-A2A6-38186B7AA42B}"/>
              </a:ext>
            </a:extLst>
          </p:cNvPr>
          <p:cNvSpPr/>
          <p:nvPr/>
        </p:nvSpPr>
        <p:spPr>
          <a:xfrm>
            <a:off x="567542" y="2925788"/>
            <a:ext cx="2429435" cy="3519835"/>
          </a:xfrm>
          <a:prstGeom prst="ca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C940127-8E66-43A3-9D59-74D4DF5BC447}"/>
              </a:ext>
            </a:extLst>
          </p:cNvPr>
          <p:cNvSpPr txBox="1"/>
          <p:nvPr/>
        </p:nvSpPr>
        <p:spPr>
          <a:xfrm>
            <a:off x="686446" y="3636899"/>
            <a:ext cx="190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0070C0"/>
                </a:solidFill>
              </a:rPr>
              <a:t>GitHub</a:t>
            </a:r>
            <a:r>
              <a:rPr lang="ja-JP" altLang="en-US" b="1" dirty="0">
                <a:solidFill>
                  <a:srgbClr val="0070C0"/>
                </a:solidFill>
              </a:rPr>
              <a:t>サーバー</a:t>
            </a:r>
            <a:endParaRPr lang="en-US" altLang="ja-JP" b="1" dirty="0">
              <a:solidFill>
                <a:srgbClr val="0070C0"/>
              </a:solidFill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8FF26EC1-5AF0-4E7B-9014-430A2FA69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46" y="4143094"/>
            <a:ext cx="975277" cy="65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後ろから見たパソコンを使う人のイラスト（男性）">
            <a:extLst>
              <a:ext uri="{FF2B5EF4-FFF2-40B4-BE49-F238E27FC236}">
                <a16:creationId xmlns:a16="http://schemas.microsoft.com/office/drawing/2014/main" id="{B91A7BB6-D5E5-417D-B4DA-153A8BE65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353" y="3212445"/>
            <a:ext cx="381000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FDD420B4-E499-42DB-8D2E-D70F41344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846" y="3860603"/>
            <a:ext cx="975277" cy="65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矢印: 左 1">
            <a:extLst>
              <a:ext uri="{FF2B5EF4-FFF2-40B4-BE49-F238E27FC236}">
                <a16:creationId xmlns:a16="http://schemas.microsoft.com/office/drawing/2014/main" id="{A0A28B4A-7D39-4048-B6B5-ADB8175844F5}"/>
              </a:ext>
            </a:extLst>
          </p:cNvPr>
          <p:cNvSpPr/>
          <p:nvPr/>
        </p:nvSpPr>
        <p:spPr>
          <a:xfrm>
            <a:off x="3544470" y="4143094"/>
            <a:ext cx="1524000" cy="9064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Push</a:t>
            </a:r>
            <a:endParaRPr kumimoji="1" lang="ja-JP" altLang="en-US" b="1" dirty="0"/>
          </a:p>
        </p:txBody>
      </p:sp>
      <p:sp>
        <p:nvSpPr>
          <p:cNvPr id="5" name="四角形: メモ 4">
            <a:extLst>
              <a:ext uri="{FF2B5EF4-FFF2-40B4-BE49-F238E27FC236}">
                <a16:creationId xmlns:a16="http://schemas.microsoft.com/office/drawing/2014/main" id="{BA9CE09B-4141-48C1-82A2-EDCB6E9F6FFB}"/>
              </a:ext>
            </a:extLst>
          </p:cNvPr>
          <p:cNvSpPr/>
          <p:nvPr/>
        </p:nvSpPr>
        <p:spPr>
          <a:xfrm>
            <a:off x="6391542" y="4059655"/>
            <a:ext cx="251305" cy="217816"/>
          </a:xfrm>
          <a:prstGeom prst="foldedCorner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四角形: メモ 14">
            <a:extLst>
              <a:ext uri="{FF2B5EF4-FFF2-40B4-BE49-F238E27FC236}">
                <a16:creationId xmlns:a16="http://schemas.microsoft.com/office/drawing/2014/main" id="{F216E77A-C3A4-48EA-85DA-3EB2F0DE9F6E}"/>
              </a:ext>
            </a:extLst>
          </p:cNvPr>
          <p:cNvSpPr/>
          <p:nvPr/>
        </p:nvSpPr>
        <p:spPr>
          <a:xfrm>
            <a:off x="898555" y="4344478"/>
            <a:ext cx="328441" cy="252496"/>
          </a:xfrm>
          <a:prstGeom prst="foldedCorner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2965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194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Push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8402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Clone</a:t>
            </a:r>
            <a:r>
              <a:rPr lang="ja-JP" altLang="en-US" sz="2400" dirty="0"/>
              <a:t>したフォルダ内の空いている場所を右クリックし、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b="1" dirty="0">
                <a:solidFill>
                  <a:srgbClr val="FF0000"/>
                </a:solidFill>
              </a:rPr>
              <a:t>Tortoise Git</a:t>
            </a:r>
            <a:r>
              <a:rPr lang="ja-JP" altLang="en-US" sz="2400" b="1" dirty="0">
                <a:solidFill>
                  <a:srgbClr val="FF0000"/>
                </a:solidFill>
              </a:rPr>
              <a:t>　＞　</a:t>
            </a:r>
            <a:r>
              <a:rPr lang="en-US" altLang="ja-JP" sz="2400" b="1" dirty="0">
                <a:solidFill>
                  <a:srgbClr val="FF0000"/>
                </a:solidFill>
              </a:rPr>
              <a:t>Push</a:t>
            </a:r>
            <a:r>
              <a:rPr lang="ja-JP" altLang="en-US" sz="2400" dirty="0"/>
              <a:t>」を選択しましょう。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これでリポジトリ側に反映されます。</a:t>
            </a:r>
            <a:endParaRPr lang="en-US" altLang="ja-JP" sz="2400" dirty="0"/>
          </a:p>
          <a:p>
            <a:r>
              <a:rPr lang="en-US" altLang="ja-JP" sz="2400" dirty="0"/>
              <a:t>GitHub</a:t>
            </a:r>
            <a:r>
              <a:rPr lang="ja-JP" altLang="en-US" sz="2400" dirty="0"/>
              <a:t>のページで確認してみましょう。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5A7EC89-BD59-4DEE-8096-25FC8F3AD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3295121"/>
            <a:ext cx="5169870" cy="3314729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3DF7123-E359-48CC-AD62-F6229AEFCD4C}"/>
              </a:ext>
            </a:extLst>
          </p:cNvPr>
          <p:cNvSpPr/>
          <p:nvPr/>
        </p:nvSpPr>
        <p:spPr>
          <a:xfrm>
            <a:off x="1302648" y="4903694"/>
            <a:ext cx="4434765" cy="2151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6038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216</Words>
  <Application>Microsoft Office PowerPoint</Application>
  <PresentationFormat>ワイド画面</PresentationFormat>
  <Paragraphs>34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41</cp:revision>
  <dcterms:created xsi:type="dcterms:W3CDTF">2024-08-27T02:15:54Z</dcterms:created>
  <dcterms:modified xsi:type="dcterms:W3CDTF">2026-01-14T07:57:13Z</dcterms:modified>
</cp:coreProperties>
</file>