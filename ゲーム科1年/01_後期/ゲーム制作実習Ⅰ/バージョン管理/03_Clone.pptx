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前回はリポジトリを作成しました。</a:t>
            </a:r>
            <a:endParaRPr lang="en-US" altLang="ja-JP" sz="2400" dirty="0"/>
          </a:p>
          <a:p>
            <a:r>
              <a:rPr lang="ja-JP" altLang="en-US" sz="2400" dirty="0"/>
              <a:t>そもそもリポジトリ作成とは、</a:t>
            </a:r>
            <a:r>
              <a:rPr lang="ja-JP" altLang="en-US" sz="2400" b="1" dirty="0">
                <a:solidFill>
                  <a:srgbClr val="FF0000"/>
                </a:solidFill>
              </a:rPr>
              <a:t>サーバーに保存場所を作る</a:t>
            </a:r>
            <a:r>
              <a:rPr lang="ja-JP" altLang="en-US" sz="2400" dirty="0"/>
              <a:t>ようなものになります。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■イメージ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" name="円柱 1">
            <a:extLst>
              <a:ext uri="{FF2B5EF4-FFF2-40B4-BE49-F238E27FC236}">
                <a16:creationId xmlns:a16="http://schemas.microsoft.com/office/drawing/2014/main" id="{909C1A8C-4394-498E-904B-D173A5D6387E}"/>
              </a:ext>
            </a:extLst>
          </p:cNvPr>
          <p:cNvSpPr/>
          <p:nvPr/>
        </p:nvSpPr>
        <p:spPr>
          <a:xfrm>
            <a:off x="567542" y="2925788"/>
            <a:ext cx="2429435" cy="3519835"/>
          </a:xfrm>
          <a:prstGeom prst="ca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391CF2-4A92-4E10-98E4-3966F621DEC7}"/>
              </a:ext>
            </a:extLst>
          </p:cNvPr>
          <p:cNvSpPr txBox="1"/>
          <p:nvPr/>
        </p:nvSpPr>
        <p:spPr>
          <a:xfrm>
            <a:off x="686446" y="3636899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GitHub</a:t>
            </a:r>
            <a:r>
              <a:rPr lang="ja-JP" altLang="en-US" b="1" dirty="0">
                <a:solidFill>
                  <a:srgbClr val="0070C0"/>
                </a:solidFill>
              </a:rPr>
              <a:t>サーバー</a:t>
            </a:r>
            <a:endParaRPr lang="en-US" altLang="ja-JP" b="1" dirty="0">
              <a:solidFill>
                <a:srgbClr val="0070C0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3C1CB3E-14C5-4724-9A46-7F41ADD76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46" y="4143094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912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作業するためには、</a:t>
            </a:r>
            <a:r>
              <a:rPr lang="ja-JP" altLang="en-US" sz="2400" b="1" dirty="0">
                <a:solidFill>
                  <a:srgbClr val="FF0000"/>
                </a:solidFill>
              </a:rPr>
              <a:t>サーバーのデータを自分の</a:t>
            </a:r>
            <a:r>
              <a:rPr lang="en-US" altLang="ja-JP" sz="2400" b="1" dirty="0">
                <a:solidFill>
                  <a:srgbClr val="FF0000"/>
                </a:solidFill>
              </a:rPr>
              <a:t>PC</a:t>
            </a:r>
            <a:r>
              <a:rPr lang="ja-JP" altLang="en-US" sz="2400" b="1" dirty="0">
                <a:solidFill>
                  <a:srgbClr val="FF0000"/>
                </a:solidFill>
              </a:rPr>
              <a:t>にコピーする</a:t>
            </a:r>
            <a:r>
              <a:rPr lang="ja-JP" altLang="en-US" sz="2400" dirty="0"/>
              <a:t>必要があります。</a:t>
            </a:r>
            <a:endParaRPr lang="en-US" altLang="ja-JP" sz="2400" dirty="0"/>
          </a:p>
          <a:p>
            <a:r>
              <a:rPr lang="ja-JP" altLang="en-US" sz="2400" dirty="0"/>
              <a:t>これを行うのが</a:t>
            </a:r>
            <a:r>
              <a:rPr lang="en-US" altLang="ja-JP" sz="2400" dirty="0"/>
              <a:t>Git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Clone</a:t>
            </a:r>
            <a:r>
              <a:rPr lang="ja-JP" altLang="en-US" sz="2400" dirty="0"/>
              <a:t>という機能です。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■イメージ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" name="円柱 1">
            <a:extLst>
              <a:ext uri="{FF2B5EF4-FFF2-40B4-BE49-F238E27FC236}">
                <a16:creationId xmlns:a16="http://schemas.microsoft.com/office/drawing/2014/main" id="{909C1A8C-4394-498E-904B-D173A5D6387E}"/>
              </a:ext>
            </a:extLst>
          </p:cNvPr>
          <p:cNvSpPr/>
          <p:nvPr/>
        </p:nvSpPr>
        <p:spPr>
          <a:xfrm>
            <a:off x="567542" y="2925788"/>
            <a:ext cx="2429435" cy="3519835"/>
          </a:xfrm>
          <a:prstGeom prst="ca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391CF2-4A92-4E10-98E4-3966F621DEC7}"/>
              </a:ext>
            </a:extLst>
          </p:cNvPr>
          <p:cNvSpPr txBox="1"/>
          <p:nvPr/>
        </p:nvSpPr>
        <p:spPr>
          <a:xfrm>
            <a:off x="686446" y="3636899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GitHub</a:t>
            </a:r>
            <a:r>
              <a:rPr lang="ja-JP" altLang="en-US" b="1" dirty="0">
                <a:solidFill>
                  <a:srgbClr val="0070C0"/>
                </a:solidFill>
              </a:rPr>
              <a:t>サーバー</a:t>
            </a:r>
            <a:endParaRPr lang="en-US" altLang="ja-JP" b="1" dirty="0">
              <a:solidFill>
                <a:srgbClr val="0070C0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3C1CB3E-14C5-4724-9A46-7F41ADD76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46" y="4143094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0E743837-FFD7-4F32-B216-3E23572D8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353" y="3212445"/>
            <a:ext cx="38100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矢印: 右 2">
            <a:extLst>
              <a:ext uri="{FF2B5EF4-FFF2-40B4-BE49-F238E27FC236}">
                <a16:creationId xmlns:a16="http://schemas.microsoft.com/office/drawing/2014/main" id="{7EBA3C21-9F6C-45CD-A248-DA19792520DD}"/>
              </a:ext>
            </a:extLst>
          </p:cNvPr>
          <p:cNvSpPr/>
          <p:nvPr/>
        </p:nvSpPr>
        <p:spPr>
          <a:xfrm>
            <a:off x="3451412" y="4143094"/>
            <a:ext cx="1730188" cy="9040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Clone</a:t>
            </a:r>
            <a:endParaRPr kumimoji="1" lang="ja-JP" altLang="en-US" b="1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935AF37-E584-4F01-BEDC-6D26310E5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846" y="3860603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97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71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GitHub</a:t>
            </a:r>
            <a:r>
              <a:rPr lang="ja-JP" altLang="en-US" sz="2400" dirty="0"/>
              <a:t>のリポジトリページから</a:t>
            </a:r>
            <a:r>
              <a:rPr lang="en-US" altLang="ja-JP" sz="2400" b="1" dirty="0">
                <a:solidFill>
                  <a:srgbClr val="00B050"/>
                </a:solidFill>
              </a:rPr>
              <a:t>&lt;&gt;Code</a:t>
            </a:r>
            <a:r>
              <a:rPr lang="ja-JP" altLang="en-US" sz="2400" b="1" dirty="0">
                <a:solidFill>
                  <a:srgbClr val="00B050"/>
                </a:solidFill>
              </a:rPr>
              <a:t>ボタン</a:t>
            </a:r>
            <a:r>
              <a:rPr lang="ja-JP" altLang="en-US" sz="2400" dirty="0"/>
              <a:t>を押します。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67FD84B-B475-42E8-BC8D-CC63195D8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685777" cy="4717477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0E75F6F2-4C97-48B1-815E-F12223467A14}"/>
              </a:ext>
            </a:extLst>
          </p:cNvPr>
          <p:cNvSpPr/>
          <p:nvPr/>
        </p:nvSpPr>
        <p:spPr>
          <a:xfrm rot="13561662">
            <a:off x="7880871" y="3388276"/>
            <a:ext cx="479622" cy="36816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657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表示されるリンクをコピーします。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143A33F-8186-465A-8E4D-4FE76EA08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497288" cy="3139688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3667F782-2994-4038-A10A-B5B691EC5070}"/>
              </a:ext>
            </a:extLst>
          </p:cNvPr>
          <p:cNvSpPr/>
          <p:nvPr/>
        </p:nvSpPr>
        <p:spPr>
          <a:xfrm rot="13561662">
            <a:off x="5609176" y="4018170"/>
            <a:ext cx="629533" cy="47100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410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エクスプローラーで空のフォルダを作り、中に入りましょう。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1449B4E-7F2D-461A-81CA-B509013C9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7052458" cy="392533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A46184-64F7-487F-9238-5174035AAC03}"/>
              </a:ext>
            </a:extLst>
          </p:cNvPr>
          <p:cNvSpPr txBox="1"/>
          <p:nvPr/>
        </p:nvSpPr>
        <p:spPr>
          <a:xfrm>
            <a:off x="567542" y="5904381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この場所にプロジェクトが保存されます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　授業用フォルダ（自分の名前フォルダで整理してるやつ）に保存しましょう。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61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99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右クリックから「</a:t>
            </a:r>
            <a:r>
              <a:rPr lang="en-US" altLang="ja-JP" sz="2400" b="1" dirty="0">
                <a:solidFill>
                  <a:srgbClr val="FF0000"/>
                </a:solidFill>
              </a:rPr>
              <a:t>Open Git Bash Here</a:t>
            </a:r>
            <a:r>
              <a:rPr lang="ja-JP" altLang="en-US" sz="2400" dirty="0"/>
              <a:t>」を選択しましょう。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3AB6D72-D91C-4A42-95AC-F20DA1F0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108200" cy="3614818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91AEF993-171A-42DC-9E94-2E8485C88A62}"/>
              </a:ext>
            </a:extLst>
          </p:cNvPr>
          <p:cNvSpPr/>
          <p:nvPr/>
        </p:nvSpPr>
        <p:spPr>
          <a:xfrm rot="13561662">
            <a:off x="3280094" y="2792351"/>
            <a:ext cx="735106" cy="43927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622C944-DBB2-4E19-A08F-41229A219C8D}"/>
              </a:ext>
            </a:extLst>
          </p:cNvPr>
          <p:cNvSpPr txBox="1"/>
          <p:nvPr/>
        </p:nvSpPr>
        <p:spPr>
          <a:xfrm>
            <a:off x="567542" y="5572312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ない場合は「そのほかのオプションを確認」を押しましょう。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46487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4617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黒い画面を右クリックして</a:t>
            </a:r>
            <a:r>
              <a:rPr lang="en-US" altLang="ja-JP" sz="2400" dirty="0"/>
              <a:t>Paste</a:t>
            </a:r>
            <a:r>
              <a:rPr lang="ja-JP" altLang="en-US" sz="2400" dirty="0"/>
              <a:t>を押すとコピーした文字列が貼り付けされます。</a:t>
            </a:r>
            <a:endParaRPr lang="en-US" altLang="ja-JP" sz="2400" dirty="0"/>
          </a:p>
          <a:p>
            <a:r>
              <a:rPr lang="ja-JP" altLang="en-US" sz="2400" dirty="0"/>
              <a:t>その状態で</a:t>
            </a:r>
            <a:r>
              <a:rPr lang="en-US" altLang="ja-JP" sz="2400" dirty="0"/>
              <a:t>Enter</a:t>
            </a:r>
            <a:r>
              <a:rPr lang="ja-JP" altLang="en-US" sz="2400" dirty="0"/>
              <a:t>キーを押しましょう。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10E40D7-CDC3-407E-9ED0-DBD2D76F3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410955" cy="342947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B946719-AB96-4887-AB3B-4A4026B5382E}"/>
              </a:ext>
            </a:extLst>
          </p:cNvPr>
          <p:cNvSpPr txBox="1"/>
          <p:nvPr/>
        </p:nvSpPr>
        <p:spPr>
          <a:xfrm>
            <a:off x="567542" y="5756305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サインインを促されたらサインインしましょう。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22798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リポジトリの内容がコピーされてきます。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313299E-5B12-46B3-9B09-1E574DF31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301084" cy="2987288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D9CE68C-AED3-498F-B739-723B9F347F63}"/>
              </a:ext>
            </a:extLst>
          </p:cNvPr>
          <p:cNvSpPr txBox="1"/>
          <p:nvPr/>
        </p:nvSpPr>
        <p:spPr>
          <a:xfrm>
            <a:off x="567541" y="4944782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</a:t>
            </a:r>
            <a:r>
              <a:rPr lang="en-US" altLang="ja-JP" sz="2400" dirty="0"/>
              <a:t>Clone</a:t>
            </a:r>
            <a:r>
              <a:rPr lang="ja-JP" altLang="en-US" sz="2400" dirty="0"/>
              <a:t>は完了です。</a:t>
            </a:r>
            <a:endParaRPr lang="en-US" altLang="ja-JP" sz="2400" dirty="0"/>
          </a:p>
          <a:p>
            <a:r>
              <a:rPr lang="ja-JP" altLang="en-US" sz="2400" dirty="0"/>
              <a:t>ここからファイルを追加したり編集したりしていきます。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34555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215</Words>
  <Application>Microsoft Office PowerPoint</Application>
  <PresentationFormat>ワイド画面</PresentationFormat>
  <Paragraphs>32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33</cp:revision>
  <dcterms:created xsi:type="dcterms:W3CDTF">2024-08-27T02:15:54Z</dcterms:created>
  <dcterms:modified xsi:type="dcterms:W3CDTF">2026-01-14T07:49:52Z</dcterms:modified>
</cp:coreProperties>
</file>