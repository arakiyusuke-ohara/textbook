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坂道の移動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004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2D</a:t>
            </a:r>
            <a:r>
              <a:rPr kumimoji="1" lang="ja-JP" altLang="en-US" sz="2400" dirty="0"/>
              <a:t>ゲームの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坂道の移動</a:t>
            </a:r>
            <a:r>
              <a:rPr kumimoji="1" lang="ja-JP" altLang="en-US" sz="2400" dirty="0"/>
              <a:t>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直線の方程式</a:t>
            </a:r>
            <a:r>
              <a:rPr kumimoji="1" lang="ja-JP" altLang="en-US" sz="2400" dirty="0"/>
              <a:t>が必要になります。</a:t>
            </a:r>
            <a:endParaRPr kumimoji="1" lang="en-US" altLang="ja-JP" sz="2400" dirty="0"/>
          </a:p>
          <a:p>
            <a:r>
              <a:rPr lang="ja-JP" altLang="en-US" sz="2400" dirty="0"/>
              <a:t>座学の内容を思い出しながら練習しましょう。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AA87D42-5299-4E71-B74D-46C9C97F1C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1308"/>
            <a:ext cx="8172710" cy="377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坂道の移動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5416868" cy="46071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今回使用する方程式を振り返ります。</a:t>
                </a:r>
                <a:endParaRPr kumimoji="1" lang="en-US" altLang="ja-JP" sz="2400" dirty="0"/>
              </a:p>
              <a:p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■直線の傾き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ja-JP" altLang="en-US" sz="2400" i="1">
                              <a:latin typeface="Cambria Math" panose="02040503050406030204" pitchFamily="18" charset="0"/>
                            </a:rPr>
                            <m:t>の</m:t>
                          </m:r>
                          <m:r>
                            <a:rPr lang="ja-JP" altLang="en-US" sz="2400" i="1" smtClean="0">
                              <a:latin typeface="Cambria Math" panose="02040503050406030204" pitchFamily="18" charset="0"/>
                            </a:rPr>
                            <m:t>増加量</m:t>
                          </m:r>
                        </m:num>
                        <m:den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ja-JP" altLang="en-US" sz="2400" i="1">
                              <a:latin typeface="Cambria Math" panose="02040503050406030204" pitchFamily="18" charset="0"/>
                            </a:rPr>
                            <m:t>の</m:t>
                          </m:r>
                          <m:r>
                            <a:rPr lang="ja-JP" altLang="en-US" sz="2400" i="1" smtClean="0">
                              <a:latin typeface="Cambria Math" panose="02040503050406030204" pitchFamily="18" charset="0"/>
                            </a:rPr>
                            <m:t>増加量</m:t>
                          </m:r>
                        </m:den>
                      </m:f>
                    </m:oMath>
                  </m:oMathPara>
                </a14:m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■傾き、切片型の直線の方程式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kumimoji="1" lang="ja-JP" altLang="en-US" sz="2400" dirty="0"/>
                  <a:t>・・・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座標</m:t>
                    </m:r>
                  </m:oMath>
                </a14:m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kumimoji="1" lang="ja-JP" altLang="en-US" sz="2400" dirty="0"/>
                  <a:t>・・・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傾き</m:t>
                    </m:r>
                  </m:oMath>
                </a14:m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・・・</m:t>
                    </m:r>
                  </m:oMath>
                </a14:m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座標</m:t>
                    </m:r>
                  </m:oMath>
                </a14:m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sz="2400" dirty="0"/>
                  <a:t>・・・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kumimoji="1" lang="ja-JP" altLang="en-US" sz="2400" dirty="0"/>
                  <a:t>切片</a:t>
                </a:r>
                <a:endParaRPr kumimoji="1"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5416868" cy="4607159"/>
              </a:xfrm>
              <a:prstGeom prst="rect">
                <a:avLst/>
              </a:prstGeom>
              <a:blipFill>
                <a:blip r:embed="rId2"/>
                <a:stretch>
                  <a:fillRect l="-1687" t="-1060" r="-787" b="-132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7939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坂道の移動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2045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処理手順は以下の通りです。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① 坂を直線に見立てて、その直線の始点と終点から傾きを計算する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② 坂の始点と①で計算した傾きを使って切片を求める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③ 傾き、プレイヤーの足元の</a:t>
            </a:r>
            <a:r>
              <a:rPr kumimoji="1" lang="en-US" altLang="ja-JP" sz="2400" dirty="0"/>
              <a:t>X</a:t>
            </a:r>
            <a:r>
              <a:rPr lang="ja-JP" altLang="en-US" sz="2400" dirty="0"/>
              <a:t>座標、切片を使って、坂の高さを求める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ほかにもゲーム的な工夫は必要ですが、</a:t>
            </a:r>
            <a:r>
              <a:rPr kumimoji="1" lang="ja-JP" altLang="en-US" sz="2400" dirty="0"/>
              <a:t>今回は数学部分だけ。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81245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坂道の移動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962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SlopeBlock.cpp</a:t>
            </a:r>
            <a:r>
              <a:rPr kumimoji="1" lang="ja-JP" altLang="en-US" sz="2400" dirty="0"/>
              <a:t>の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GetSlopeHeight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関数</a:t>
            </a:r>
            <a:r>
              <a:rPr kumimoji="1" lang="ja-JP" altLang="en-US" sz="2400" dirty="0"/>
              <a:t>の以下の空白を埋めましょう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27814EC-5B6B-4B86-9D90-28EAE86EC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678991" cy="472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672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坂道の移動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428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① 坂を直線に見立てて、傾きを計算します。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5DEAC74-43D2-4005-88E8-5C208FF98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3671949" cy="1694746"/>
          </a:xfrm>
          <a:prstGeom prst="rect">
            <a:avLst/>
          </a:prstGeom>
        </p:spPr>
      </p:pic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68784762-B28A-4782-96AC-FF6EF0CED45B}"/>
              </a:ext>
            </a:extLst>
          </p:cNvPr>
          <p:cNvCxnSpPr>
            <a:cxnSpLocks/>
          </p:cNvCxnSpPr>
          <p:nvPr/>
        </p:nvCxnSpPr>
        <p:spPr>
          <a:xfrm flipV="1">
            <a:off x="1529933" y="2140527"/>
            <a:ext cx="1274119" cy="128847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AABB42C-A6D1-4274-9788-C2EE18D146E9}"/>
              </a:ext>
            </a:extLst>
          </p:cNvPr>
          <p:cNvSpPr txBox="1"/>
          <p:nvPr/>
        </p:nvSpPr>
        <p:spPr>
          <a:xfrm>
            <a:off x="567541" y="3835273"/>
            <a:ext cx="695575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坂の始点と終点はすでに変数で用意しています。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坂の始点・・・</a:t>
            </a:r>
            <a:r>
              <a:rPr lang="en-US" altLang="ja-JP" sz="2400" dirty="0" err="1">
                <a:solidFill>
                  <a:srgbClr val="0070C0"/>
                </a:solidFill>
              </a:rPr>
              <a:t>startX</a:t>
            </a:r>
            <a:r>
              <a:rPr lang="en-US" altLang="ja-JP" sz="2400" dirty="0"/>
              <a:t>, </a:t>
            </a:r>
            <a:r>
              <a:rPr lang="en-US" altLang="ja-JP" sz="2400" dirty="0" err="1">
                <a:solidFill>
                  <a:srgbClr val="0070C0"/>
                </a:solidFill>
              </a:rPr>
              <a:t>startY</a:t>
            </a:r>
            <a:endParaRPr lang="en-US" altLang="ja-JP" sz="2400" dirty="0">
              <a:solidFill>
                <a:srgbClr val="0070C0"/>
              </a:solidFill>
            </a:endParaRPr>
          </a:p>
          <a:p>
            <a:r>
              <a:rPr kumimoji="1" lang="ja-JP" altLang="en-US" sz="2400" dirty="0"/>
              <a:t>坂の終点・・・</a:t>
            </a:r>
            <a:r>
              <a:rPr lang="en-US" altLang="ja-JP" sz="2400" dirty="0" err="1">
                <a:solidFill>
                  <a:srgbClr val="0070C0"/>
                </a:solidFill>
              </a:rPr>
              <a:t>endX</a:t>
            </a:r>
            <a:r>
              <a:rPr lang="en-US" altLang="ja-JP" sz="2400" dirty="0"/>
              <a:t>, </a:t>
            </a:r>
            <a:r>
              <a:rPr lang="en-US" altLang="ja-JP" sz="2400" dirty="0" err="1">
                <a:solidFill>
                  <a:srgbClr val="0070C0"/>
                </a:solidFill>
              </a:rPr>
              <a:t>endY</a:t>
            </a:r>
            <a:endParaRPr lang="en-US" altLang="ja-JP" sz="2400" dirty="0">
              <a:solidFill>
                <a:srgbClr val="0070C0"/>
              </a:solidFill>
            </a:endParaRPr>
          </a:p>
          <a:p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わからないときは座学の資料も見返してみよう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6175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坂道の移動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737235" cy="32316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② 坂の始点座標と傾きを方程式に代入すると、切片を求められます。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ja-JP" altLang="en-US" sz="2400" b="0" i="1" dirty="0">
                        <a:latin typeface="Cambria Math" panose="02040503050406030204" pitchFamily="18" charset="0"/>
                      </a:rPr>
                      <m:t>坂の始点</m:t>
                    </m:r>
                    <m:r>
                      <m:rPr>
                        <m:sty m:val="p"/>
                      </m:rPr>
                      <a:rPr lang="en-US" altLang="ja-JP" sz="2400" i="1" dirty="0">
                        <a:latin typeface="Cambria Math" panose="02040503050406030204" pitchFamily="18" charset="0"/>
                      </a:rPr>
                      <m:t>Y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傾き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坂の始点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</a:t>
                </a:r>
                <a:r>
                  <a:rPr lang="en-US" altLang="ja-JP" sz="2400" dirty="0"/>
                  <a:t> </a:t>
                </a:r>
                <a:r>
                  <a:rPr kumimoji="1" lang="ja-JP" altLang="en-US" sz="2400" dirty="0"/>
                  <a:t>わかっている要素を置き換え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ja-JP" altLang="en-US" sz="2400" b="0" i="1" dirty="0" smtClean="0">
                        <a:latin typeface="Cambria Math" panose="02040503050406030204" pitchFamily="18" charset="0"/>
                      </a:rPr>
                      <m:t>坂の始点</m:t>
                    </m:r>
                    <m:r>
                      <m:rPr>
                        <m:sty m:val="p"/>
                      </m:rPr>
                      <a:rPr lang="en-US" altLang="ja-JP" sz="2400" i="1" dirty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傾き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坂の始点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sz="2400" dirty="0"/>
                  <a:t>の形に式を変形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これで切片</a:t>
                </a:r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sz="2400" dirty="0"/>
                  <a:t>を求められます。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737235" cy="3231654"/>
              </a:xfrm>
              <a:prstGeom prst="rect">
                <a:avLst/>
              </a:prstGeom>
              <a:blipFill>
                <a:blip r:embed="rId2"/>
                <a:stretch>
                  <a:fillRect l="-852" t="-1509" b="-33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8862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坂道の移動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737235" cy="34165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③ 傾き、切片、プレイヤーの足元の座標から、坂の高さを求めます。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b="0" i="1" dirty="0">
                        <a:latin typeface="Cambria Math" panose="02040503050406030204" pitchFamily="18" charset="0"/>
                      </a:rPr>
                      <m:t>坂道の高さ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傾き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足元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切片</m:t>
                    </m:r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</a:t>
                </a:r>
                <a:r>
                  <a:rPr lang="en-US" altLang="ja-JP" sz="2400" dirty="0"/>
                  <a:t> </a:t>
                </a:r>
                <a:r>
                  <a:rPr kumimoji="1" lang="ja-JP" altLang="en-US" sz="2400" dirty="0"/>
                  <a:t>わかっている要素を置き換え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足元の</a:t>
                </a:r>
                <a:r>
                  <a:rPr kumimoji="1" lang="en-US" altLang="ja-JP" sz="2400" dirty="0"/>
                  <a:t>X</a:t>
                </a:r>
                <a:r>
                  <a:rPr kumimoji="1" lang="ja-JP" altLang="en-US" sz="2400" dirty="0"/>
                  <a:t>座標はすでに用意しています。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足元の</a:t>
                </a:r>
                <a:r>
                  <a:rPr lang="en-US" altLang="ja-JP" sz="2400" dirty="0"/>
                  <a:t>X</a:t>
                </a:r>
                <a:r>
                  <a:rPr lang="ja-JP" altLang="en-US" sz="2400" dirty="0"/>
                  <a:t>座標・・・</a:t>
                </a:r>
                <a:r>
                  <a:rPr lang="en-US" altLang="ja-JP" sz="2400" b="1" dirty="0">
                    <a:solidFill>
                      <a:srgbClr val="0070C0"/>
                    </a:solidFill>
                  </a:rPr>
                  <a:t>x</a:t>
                </a:r>
              </a:p>
              <a:p>
                <a:endParaRPr kumimoji="1" lang="en-US" altLang="ja-JP" sz="2400" dirty="0">
                  <a:solidFill>
                    <a:srgbClr val="0070C0"/>
                  </a:solidFill>
                </a:endParaRPr>
              </a:p>
              <a:p>
                <a:r>
                  <a:rPr lang="ja-JP" altLang="en-US" sz="2400" dirty="0"/>
                  <a:t>正しく計算できていれば、坂道を上ることができます。</a:t>
                </a:r>
                <a:endParaRPr kumimoji="1"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737235" cy="3416513"/>
              </a:xfrm>
              <a:prstGeom prst="rect">
                <a:avLst/>
              </a:prstGeom>
              <a:blipFill>
                <a:blip r:embed="rId2"/>
                <a:stretch>
                  <a:fillRect l="-852" t="-1429" b="-32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24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坂道</a:t>
            </a:r>
            <a:r>
              <a:rPr kumimoji="1" lang="ja-JP" altLang="en-US" sz="3200" b="1" u="sng"/>
              <a:t>の移動 補足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このように押し出し処理をして坂道を登っています。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4A3F8AD-23A9-456E-9797-7AD6CF16D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790661" cy="375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691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407</Words>
  <Application>Microsoft Office PowerPoint</Application>
  <PresentationFormat>ワイド画面</PresentationFormat>
  <Paragraphs>54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18</cp:revision>
  <dcterms:created xsi:type="dcterms:W3CDTF">2024-08-27T02:15:54Z</dcterms:created>
  <dcterms:modified xsi:type="dcterms:W3CDTF">2026-09-08T05:22:05Z</dcterms:modified>
</cp:coreProperties>
</file>