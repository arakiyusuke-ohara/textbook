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放物線移動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放物線の方程式を使って、ブロックを移動させます。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0558E73-065B-4823-BFF0-F5620B137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444448" cy="4548252"/>
          </a:xfrm>
          <a:prstGeom prst="rect">
            <a:avLst/>
          </a:prstGeom>
        </p:spPr>
      </p:pic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9EAD0EF5-62E3-429F-A161-0B2725C464C2}"/>
              </a:ext>
            </a:extLst>
          </p:cNvPr>
          <p:cNvSpPr/>
          <p:nvPr/>
        </p:nvSpPr>
        <p:spPr>
          <a:xfrm>
            <a:off x="1685797" y="2067722"/>
            <a:ext cx="3094021" cy="2130206"/>
          </a:xfrm>
          <a:custGeom>
            <a:avLst/>
            <a:gdLst>
              <a:gd name="connsiteX0" fmla="*/ 0 w 1610591"/>
              <a:gd name="connsiteY0" fmla="*/ 2130206 h 2130206"/>
              <a:gd name="connsiteX1" fmla="*/ 862445 w 1610591"/>
              <a:gd name="connsiteY1" fmla="*/ 69 h 2130206"/>
              <a:gd name="connsiteX2" fmla="*/ 1610591 w 1610591"/>
              <a:gd name="connsiteY2" fmla="*/ 2047078 h 2130206"/>
              <a:gd name="connsiteX3" fmla="*/ 1610591 w 1610591"/>
              <a:gd name="connsiteY3" fmla="*/ 2047078 h 2130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0591" h="2130206">
                <a:moveTo>
                  <a:pt x="0" y="2130206"/>
                </a:moveTo>
                <a:cubicBezTo>
                  <a:pt x="297006" y="1072065"/>
                  <a:pt x="594013" y="13924"/>
                  <a:pt x="862445" y="69"/>
                </a:cubicBezTo>
                <a:cubicBezTo>
                  <a:pt x="1130877" y="-13786"/>
                  <a:pt x="1610591" y="2047078"/>
                  <a:pt x="1610591" y="2047078"/>
                </a:cubicBezTo>
                <a:lnTo>
                  <a:pt x="1610591" y="2047078"/>
                </a:ln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放物線移動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110186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今回は対象軸が鉛直の放物線なので以下の方程式を使用します。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■対象軸が鉛直の放物線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kumimoji="1" lang="en-US" altLang="ja-JP" sz="2400" b="0" dirty="0"/>
              </a:p>
              <a:p>
                <a:r>
                  <a:rPr lang="ja-JP" altLang="en-US" sz="2400" dirty="0"/>
                  <a:t>頂点座標が</a:t>
                </a:r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/>
                  <a:t>となり対象軸が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kumimoji="1" lang="en-US" altLang="ja-JP" sz="2400" dirty="0"/>
              </a:p>
              <a:p>
                <a:endParaRPr kumimoji="1" lang="en-US" altLang="ja-JP" sz="2400" dirty="0"/>
              </a:p>
              <a:p>
                <a:r>
                  <a:rPr lang="ja-JP" altLang="en-US" sz="2400" dirty="0"/>
                  <a:t>式を知っていればそれほど難しくありません。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110186" cy="2677656"/>
              </a:xfrm>
              <a:prstGeom prst="rect">
                <a:avLst/>
              </a:prstGeom>
              <a:blipFill>
                <a:blip r:embed="rId2"/>
                <a:stretch>
                  <a:fillRect l="-1003" t="-1822" r="-67" b="-4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3116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放物線移動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706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ArchMoveBlock.cpp</a:t>
            </a:r>
            <a:r>
              <a:rPr kumimoji="1" lang="ja-JP" altLang="en-US" sz="2400" dirty="0"/>
              <a:t>を開き、以下の空白部分を作成します。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6293AC7A-0E06-4F4C-A73B-74B9D8E88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301868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633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放物線移動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993168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まずは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放物線の始点</a:t>
                </a:r>
                <a:r>
                  <a:rPr kumimoji="1" lang="ja-JP" altLang="en-US" sz="2400" dirty="0"/>
                  <a:t>と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頂点座標</a:t>
                </a:r>
                <a:r>
                  <a:rPr kumimoji="1" lang="ja-JP" altLang="en-US" sz="2400" dirty="0"/>
                  <a:t>から、方程式の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を計算</a:t>
                </a:r>
                <a:r>
                  <a:rPr kumimoji="1" lang="ja-JP" altLang="en-US" sz="2400" dirty="0"/>
                  <a:t>します。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式を変形させて、求めてみましょう。</a:t>
                </a:r>
                <a:endParaRPr lang="en-US" altLang="ja-JP" sz="2400" dirty="0"/>
              </a:p>
              <a:p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2400" b="0" dirty="0"/>
                  <a:t>　→　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？？？</m:t>
                    </m:r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0" dirty="0"/>
                  <a:t>変形したとおりにプログラムに書いて</a:t>
                </a:r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sz="2400" b="0" dirty="0"/>
                  <a:t>を計算しましょう。</a:t>
                </a:r>
                <a:endParaRPr kumimoji="1" lang="en-US" altLang="ja-JP" sz="2400" b="0" dirty="0"/>
              </a:p>
              <a:p>
                <a:endParaRPr lang="en-US" altLang="ja-JP" sz="2400" dirty="0"/>
              </a:p>
              <a:p>
                <a:r>
                  <a:rPr kumimoji="1" lang="en-US" altLang="ja-JP" sz="2400" b="0" dirty="0"/>
                  <a:t>※</a:t>
                </a:r>
                <a:r>
                  <a:rPr kumimoji="1" lang="ja-JP" altLang="en-US" sz="2400" b="0" dirty="0"/>
                  <a:t>変形が難しい場合は次のページへ</a:t>
                </a:r>
                <a:endParaRPr kumimoji="1" lang="en-US" altLang="ja-JP" sz="2400" b="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993168" cy="3046988"/>
              </a:xfrm>
              <a:prstGeom prst="rect">
                <a:avLst/>
              </a:prstGeom>
              <a:blipFill>
                <a:blip r:embed="rId2"/>
                <a:stretch>
                  <a:fillRect l="-1017" t="-1603" r="-136" b="-380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2310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放物線移動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761677" cy="36168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以下のように変形していきます。</a:t>
                </a:r>
                <a:endParaRPr kumimoji="1" lang="en-US" altLang="ja-JP" sz="2400" dirty="0"/>
              </a:p>
              <a:p>
                <a:endParaRPr lang="en-US" altLang="ja-JP" sz="2400" b="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kumimoji="1" lang="en-US" altLang="ja-JP" sz="2400" b="0" dirty="0"/>
                  <a:t>	</a:t>
                </a:r>
                <a:r>
                  <a:rPr kumimoji="1" lang="ja-JP" altLang="en-US" sz="2400" b="0" dirty="0"/>
                  <a:t>・・・</a:t>
                </a:r>
                <a:r>
                  <a:rPr lang="ja-JP" altLang="en-US" sz="2400" dirty="0"/>
                  <a:t>両辺を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2400" dirty="0"/>
                  <a:t>で引き算する</a:t>
                </a:r>
                <a:endParaRPr kumimoji="1" lang="en-US" altLang="ja-JP" sz="2400" b="0" dirty="0"/>
              </a:p>
              <a:p>
                <a:r>
                  <a:rPr lang="ja-JP" altLang="en-US" sz="2400" dirty="0"/>
                  <a:t>↓</a:t>
                </a:r>
                <a:endParaRPr kumimoji="1" lang="en-US" altLang="ja-JP" sz="2400" b="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ja-JP" sz="2400" b="0" dirty="0"/>
                  <a:t>	</a:t>
                </a:r>
                <a:r>
                  <a:rPr kumimoji="1" lang="ja-JP" altLang="en-US" sz="2400" b="0" dirty="0"/>
                  <a:t>・・・</a:t>
                </a:r>
                <a:r>
                  <a:rPr lang="ja-JP" altLang="en-US" sz="2400" dirty="0"/>
                  <a:t>両辺を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/>
                  <a:t>で割り算する</a:t>
                </a:r>
                <a:endParaRPr kumimoji="1" lang="en-US" altLang="ja-JP" sz="2400" b="0" dirty="0"/>
              </a:p>
              <a:p>
                <a:r>
                  <a:rPr lang="ja-JP" altLang="en-US" sz="2400" dirty="0"/>
                  <a:t>↓</a:t>
                </a:r>
                <a:endParaRPr kumimoji="1" lang="en-US" altLang="ja-JP" sz="2400" b="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sz="2400" b="0" dirty="0"/>
                  <a:t>　</a:t>
                </a:r>
                <a:endParaRPr kumimoji="1" lang="en-US" altLang="ja-JP" sz="2400" b="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0" dirty="0"/>
                  <a:t>これで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sz="2400" b="0" dirty="0"/>
                  <a:t>を計算できます。</a:t>
                </a:r>
                <a:endParaRPr kumimoji="1" lang="en-US" altLang="ja-JP" sz="2400" b="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761677" cy="3616888"/>
              </a:xfrm>
              <a:prstGeom prst="rect">
                <a:avLst/>
              </a:prstGeom>
              <a:blipFill>
                <a:blip r:embed="rId2"/>
                <a:stretch>
                  <a:fillRect l="-1178" t="-1349" r="-314" b="-303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2444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放物線移動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864927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現在のブロックの</a:t>
                </a:r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X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座標</a:t>
                </a:r>
                <a:r>
                  <a:rPr kumimoji="1" lang="ja-JP" altLang="en-US" sz="2400" dirty="0"/>
                  <a:t>、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放物線の頂点座標</a:t>
                </a:r>
                <a:r>
                  <a:rPr kumimoji="1" lang="ja-JP" altLang="en-US" sz="2400" dirty="0"/>
                  <a:t>、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計算した</a:t>
                </a:r>
                <a14:m>
                  <m:oMath xmlns:m="http://schemas.openxmlformats.org/officeDocument/2006/math">
                    <m:r>
                      <a:rPr kumimoji="1"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から</m:t>
                    </m:r>
                  </m:oMath>
                </a14:m>
                <a:r>
                  <a:rPr kumimoji="1" lang="ja-JP" altLang="en-US" sz="2400" b="0" dirty="0"/>
                  <a:t>、</a:t>
                </a:r>
                <a:endParaRPr kumimoji="1" lang="en-US" altLang="ja-JP" sz="2400" b="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現在のブロックの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Y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座標</a:t>
                </a:r>
                <a:r>
                  <a:rPr lang="ja-JP" altLang="en-US" sz="2400" dirty="0"/>
                  <a:t>を計算しましょう。</a:t>
                </a:r>
                <a:endParaRPr lang="en-US" altLang="ja-JP" sz="2400" dirty="0"/>
              </a:p>
              <a:p>
                <a:endParaRPr kumimoji="1" lang="en-US" altLang="ja-JP" sz="2400" b="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2400" dirty="0"/>
                  <a:t>　</a:t>
                </a:r>
                <a:endParaRPr lang="en-US" altLang="ja-JP" sz="2400" dirty="0"/>
              </a:p>
              <a:p>
                <a:r>
                  <a:rPr kumimoji="1" lang="ja-JP" altLang="en-US" sz="2400" b="0" dirty="0"/>
                  <a:t>上の式にあてはめるだけです。</a:t>
                </a:r>
                <a:endParaRPr kumimoji="1" lang="en-US" altLang="ja-JP" sz="2400" b="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0" dirty="0"/>
                  <a:t>実行して正しく動くか確認してみましょう。</a:t>
                </a:r>
                <a:endParaRPr kumimoji="1" lang="en-US" altLang="ja-JP" sz="2400" b="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864927" cy="2677656"/>
              </a:xfrm>
              <a:prstGeom prst="rect">
                <a:avLst/>
              </a:prstGeom>
              <a:blipFill>
                <a:blip r:embed="rId2"/>
                <a:stretch>
                  <a:fillRect l="-1032" t="-1822" r="-481" b="-4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6493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259</Words>
  <Application>Microsoft Office PowerPoint</Application>
  <PresentationFormat>ワイド画面</PresentationFormat>
  <Paragraphs>39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12</cp:revision>
  <dcterms:created xsi:type="dcterms:W3CDTF">2024-08-27T02:15:54Z</dcterms:created>
  <dcterms:modified xsi:type="dcterms:W3CDTF">2026-02-19T01:52:42Z</dcterms:modified>
</cp:coreProperties>
</file>