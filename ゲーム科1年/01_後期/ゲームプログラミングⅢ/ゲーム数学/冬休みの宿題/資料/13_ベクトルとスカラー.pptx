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ベクトルとスカラー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これまで何気なく数値を使っていきましたが、</a:t>
            </a:r>
            <a:endParaRPr lang="en-US" altLang="ja-JP" sz="2400" dirty="0"/>
          </a:p>
          <a:p>
            <a:r>
              <a:rPr lang="ja-JP" altLang="en-US" sz="2400" dirty="0"/>
              <a:t>実はゲーム数学的には数値が以下の２種類あります。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■スカラー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大きさを表す数値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■ベクトル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大きさと</a:t>
            </a:r>
            <a:r>
              <a:rPr lang="ja-JP" altLang="en-US" sz="2400" b="1" dirty="0">
                <a:solidFill>
                  <a:srgbClr val="FF0000"/>
                </a:solidFill>
              </a:rPr>
              <a:t>向き</a:t>
            </a:r>
            <a:r>
              <a:rPr lang="ja-JP" altLang="en-US" sz="2400" dirty="0"/>
              <a:t>を表す数値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ゲーム数学ではあくまで位置的、座標的な意味での向きとなります。</a:t>
            </a:r>
            <a:endParaRPr lang="en-US" altLang="ja-JP" sz="2400" dirty="0"/>
          </a:p>
          <a:p>
            <a:r>
              <a:rPr lang="ja-JP" altLang="en-US" sz="2400" dirty="0"/>
              <a:t>例を見ていきます。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683660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8157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ベクトルとスカラー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725739" cy="3055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以下の赤字で書かれているものがスカラーかベクトルか答えなさい。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① テストで</a:t>
                </a:r>
                <a14:m>
                  <m:oMath xmlns:m="http://schemas.openxmlformats.org/officeDocument/2006/math"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𝟏𝟎𝟎</m:t>
                    </m:r>
                    <m:r>
                      <a:rPr lang="ja-JP" altLang="en-US" sz="24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点</m:t>
                    </m:r>
                  </m:oMath>
                </a14:m>
                <a:r>
                  <a:rPr lang="ja-JP" altLang="en-US" sz="2400" dirty="0"/>
                  <a:t>をとる</a:t>
                </a:r>
                <a:endParaRPr lang="en-US" altLang="ja-JP" sz="2400" dirty="0"/>
              </a:p>
              <a:p>
                <a:r>
                  <a:rPr lang="ja-JP" altLang="en-US" sz="2400" dirty="0"/>
                  <a:t>② </a:t>
                </a:r>
                <a14:m>
                  <m:oMath xmlns:m="http://schemas.openxmlformats.org/officeDocument/2006/math"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𝟑𝟎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ja-JP" altLang="en-US" sz="2400" dirty="0"/>
                  <a:t>前進する。</a:t>
                </a:r>
                <a:endParaRPr lang="en-US" altLang="ja-JP" sz="2400" dirty="0"/>
              </a:p>
              <a:p>
                <a:r>
                  <a:rPr lang="ja-JP" altLang="en-US" sz="2400" dirty="0"/>
                  <a:t>③ 公園の敷地は</a:t>
                </a:r>
                <a14:m>
                  <m:oMath xmlns:m="http://schemas.openxmlformats.org/officeDocument/2006/math"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𝟒𝟎𝟎</m:t>
                    </m:r>
                    <m:sSup>
                      <m:sSupPr>
                        <m:ctrlP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US" altLang="ja-JP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ja-JP" altLang="en-US" sz="2400" dirty="0"/>
                  <a:t>ある</a:t>
                </a:r>
                <a:endParaRPr lang="en-US" altLang="ja-JP" sz="2400" dirty="0"/>
              </a:p>
              <a:p>
                <a:r>
                  <a:rPr lang="ja-JP" altLang="en-US" sz="2400" dirty="0"/>
                  <a:t>④ </a:t>
                </a:r>
                <a14:m>
                  <m:oMath xmlns:m="http://schemas.openxmlformats.org/officeDocument/2006/math"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𝟓𝟎</m:t>
                    </m:r>
                    <m:r>
                      <a:rPr lang="ja-JP" alt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秒</m:t>
                    </m:r>
                  </m:oMath>
                </a14:m>
                <a:r>
                  <a:rPr lang="ja-JP" altLang="en-US" sz="2400" dirty="0"/>
                  <a:t>経過する</a:t>
                </a:r>
                <a:endParaRPr lang="en-US" altLang="ja-JP" sz="2400" dirty="0"/>
              </a:p>
              <a:p>
                <a:r>
                  <a:rPr lang="ja-JP" altLang="en-US" sz="2400" dirty="0"/>
                  <a:t>⑤ </a:t>
                </a:r>
                <a:r>
                  <a:rPr lang="en-US" altLang="ja-JP" sz="2400" dirty="0"/>
                  <a:t>X</a:t>
                </a:r>
                <a:r>
                  <a:rPr lang="ja-JP" altLang="en-US" sz="2400" dirty="0"/>
                  <a:t>座標を</a:t>
                </a:r>
                <a14:m>
                  <m:oMath xmlns:m="http://schemas.openxmlformats.org/officeDocument/2006/math"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𝟐𝟎</m:t>
                    </m:r>
                  </m:oMath>
                </a14:m>
                <a:r>
                  <a:rPr lang="ja-JP" altLang="en-US" sz="2400" dirty="0"/>
                  <a:t>する</a:t>
                </a:r>
                <a:endParaRPr lang="en-US" altLang="ja-JP" sz="2400" dirty="0"/>
              </a:p>
              <a:p>
                <a:r>
                  <a:rPr lang="ja-JP" altLang="en-US" sz="2400" dirty="0"/>
                  <a:t>⑥ 体重が</a:t>
                </a:r>
                <a14:m>
                  <m:oMath xmlns:m="http://schemas.openxmlformats.org/officeDocument/2006/math">
                    <m:r>
                      <a:rPr lang="en-US" altLang="ja-JP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65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𝒌𝒈</m:t>
                    </m:r>
                  </m:oMath>
                </a14:m>
                <a:r>
                  <a:rPr lang="ja-JP" altLang="en-US" sz="2400" dirty="0"/>
                  <a:t>ある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725739" cy="3055324"/>
              </a:xfrm>
              <a:prstGeom prst="rect">
                <a:avLst/>
              </a:prstGeom>
              <a:blipFill>
                <a:blip r:embed="rId2"/>
                <a:stretch>
                  <a:fillRect l="-940" t="-1597" b="-379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4392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8157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ベクトルとスカラー 補足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ベクトルは図やグラフで書くときは</a:t>
            </a:r>
            <a:r>
              <a:rPr lang="ja-JP" altLang="en-US" sz="2400" b="1" dirty="0">
                <a:solidFill>
                  <a:srgbClr val="FF0000"/>
                </a:solidFill>
              </a:rPr>
              <a:t>矢印</a:t>
            </a:r>
            <a:r>
              <a:rPr lang="ja-JP" altLang="en-US" sz="2400" dirty="0"/>
              <a:t>で書きます。</a:t>
            </a:r>
            <a:endParaRPr lang="en-US" altLang="ja-JP" sz="2400" dirty="0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639AA6FE-C85F-4E14-BD5B-591D567AE73F}"/>
              </a:ext>
            </a:extLst>
          </p:cNvPr>
          <p:cNvCxnSpPr/>
          <p:nvPr/>
        </p:nvCxnSpPr>
        <p:spPr>
          <a:xfrm>
            <a:off x="678111" y="4044894"/>
            <a:ext cx="3942826" cy="0"/>
          </a:xfrm>
          <a:prstGeom prst="line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F0AD2C0B-1F24-4F77-875A-363FB75BBC73}"/>
              </a:ext>
            </a:extLst>
          </p:cNvPr>
          <p:cNvGrpSpPr/>
          <p:nvPr/>
        </p:nvGrpSpPr>
        <p:grpSpPr>
          <a:xfrm>
            <a:off x="567542" y="2238325"/>
            <a:ext cx="4053395" cy="461665"/>
            <a:chOff x="837387" y="2571802"/>
            <a:chExt cx="4053395" cy="461665"/>
          </a:xfrm>
        </p:grpSpPr>
        <p:cxnSp>
          <p:nvCxnSpPr>
            <p:cNvPr id="3" name="直線コネクタ 2">
              <a:extLst>
                <a:ext uri="{FF2B5EF4-FFF2-40B4-BE49-F238E27FC236}">
                  <a16:creationId xmlns:a16="http://schemas.microsoft.com/office/drawing/2014/main" id="{1E146D01-F912-4C4E-8F01-9D69ADEFC088}"/>
                </a:ext>
              </a:extLst>
            </p:cNvPr>
            <p:cNvCxnSpPr/>
            <p:nvPr/>
          </p:nvCxnSpPr>
          <p:spPr>
            <a:xfrm>
              <a:off x="947956" y="3003259"/>
              <a:ext cx="3942826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96F181C2-EE9F-4C43-9341-C057DEADB48C}"/>
                </a:ext>
              </a:extLst>
            </p:cNvPr>
            <p:cNvSpPr txBox="1"/>
            <p:nvPr/>
          </p:nvSpPr>
          <p:spPr>
            <a:xfrm>
              <a:off x="837387" y="2571802"/>
              <a:ext cx="17235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ja-JP" altLang="en-US" sz="2400" b="1" dirty="0">
                  <a:solidFill>
                    <a:srgbClr val="FF0000"/>
                  </a:solidFill>
                </a:rPr>
                <a:t>■スカラー</a:t>
              </a:r>
              <a:endParaRPr lang="en-US" altLang="ja-JP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DF2C9CC-DF87-407F-9136-0A9E62D43432}"/>
              </a:ext>
            </a:extLst>
          </p:cNvPr>
          <p:cNvSpPr txBox="1"/>
          <p:nvPr/>
        </p:nvSpPr>
        <p:spPr>
          <a:xfrm>
            <a:off x="567541" y="3583229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■ベクトル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3400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1366</TotalTime>
  <Words>138</Words>
  <Application>Microsoft Office PowerPoint</Application>
  <PresentationFormat>ワイド画面</PresentationFormat>
  <Paragraphs>25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105</cp:revision>
  <dcterms:created xsi:type="dcterms:W3CDTF">2024-08-27T02:15:54Z</dcterms:created>
  <dcterms:modified xsi:type="dcterms:W3CDTF">2024-10-10T03:18:10Z</dcterms:modified>
</cp:coreProperties>
</file>