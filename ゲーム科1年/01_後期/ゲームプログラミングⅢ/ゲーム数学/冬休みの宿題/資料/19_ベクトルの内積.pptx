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ベクトルの内積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ベクトルの内積はベクトル同士の掛け算になります。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まずは計算方法から学習します。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■ベクトルの内積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■ベクトルの内積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記号に・を使うことから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ドット積</a:t>
                </a:r>
                <a:r>
                  <a:rPr lang="ja-JP" altLang="en-US" sz="2400" dirty="0"/>
                  <a:t>とも呼ばれます。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4524315"/>
              </a:xfrm>
              <a:prstGeom prst="rect">
                <a:avLst/>
              </a:prstGeom>
              <a:blipFill>
                <a:blip r:embed="rId2"/>
                <a:stretch>
                  <a:fillRect l="-1208" t="-1078" r="-322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8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ベクトルの内積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383944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−9, 2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ja-JP" altLang="en-US" sz="2400" dirty="0"/>
                  <a:t>の内積を求めなさい。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=−9×7+2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3=−63+6=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𝟓𝟕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各成分同士を掛け算して、それらを合計します。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慣れればそれほど難しい計算ではないです。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383944" cy="2677656"/>
              </a:xfrm>
              <a:prstGeom prst="rect">
                <a:avLst/>
              </a:prstGeom>
              <a:blipFill>
                <a:blip r:embed="rId2"/>
                <a:stretch>
                  <a:fillRect l="-1239" t="-1822" r="-413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89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ベクトルの内積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93951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の内積を求めなさい。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−2, 8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=[4, 1]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4, 2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=[3, 0, 5]</m:t>
                    </m:r>
                  </m:oMath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939511" cy="1569660"/>
              </a:xfrm>
              <a:prstGeom prst="rect">
                <a:avLst/>
              </a:prstGeom>
              <a:blipFill>
                <a:blip r:embed="rId2"/>
                <a:stretch>
                  <a:fillRect l="-1745" t="-3113" r="-719" b="-9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11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181</Words>
  <Application>Microsoft Office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130</cp:revision>
  <dcterms:created xsi:type="dcterms:W3CDTF">2024-08-27T02:15:54Z</dcterms:created>
  <dcterms:modified xsi:type="dcterms:W3CDTF">2024-10-11T02:21:20Z</dcterms:modified>
</cp:coreProperties>
</file>