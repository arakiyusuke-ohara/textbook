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ベクトルには掛け算の種類がいくつかあります。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dirty="0"/>
              <a:t>ここではベクトルにスカラーを掛け算する</a:t>
            </a:r>
            <a:r>
              <a:rPr lang="ja-JP" altLang="en-US" sz="2400" b="1" dirty="0">
                <a:solidFill>
                  <a:srgbClr val="FF0000"/>
                </a:solidFill>
              </a:rPr>
              <a:t>スカラー倍</a:t>
            </a:r>
            <a:r>
              <a:rPr lang="ja-JP" altLang="en-US" sz="2400" dirty="0"/>
              <a:t>を学習します。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ベクトルのスカラー倍とは、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ベクトルに対して、スカラー値を掛ける</a:t>
            </a:r>
            <a:r>
              <a:rPr lang="ja-JP" altLang="en-US" sz="2400" dirty="0"/>
              <a:t>ことです。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まずは図を見てみましょう。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ベクトルのスカラー倍は、</a:t>
            </a:r>
            <a:endParaRPr lang="en-US" altLang="ja-JP" sz="2400" dirty="0">
              <a:solidFill>
                <a:schemeClr val="tx1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ベクトルが掛けられるスカラー倍の長さが変化</a:t>
            </a:r>
            <a:r>
              <a:rPr lang="ja-JP" altLang="en-US" sz="2400" dirty="0"/>
              <a:t>します。</a:t>
            </a:r>
            <a:endParaRPr lang="en-US" altLang="ja-JP" sz="2400" dirty="0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FDC428A-09DF-4A62-874C-D81D73DDC226}"/>
              </a:ext>
            </a:extLst>
          </p:cNvPr>
          <p:cNvCxnSpPr/>
          <p:nvPr/>
        </p:nvCxnSpPr>
        <p:spPr>
          <a:xfrm>
            <a:off x="758033" y="3105621"/>
            <a:ext cx="288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F5921AF-ED1D-4BEA-BA48-67464FCE7F3C}"/>
                  </a:ext>
                </a:extLst>
              </p:cNvPr>
              <p:cNvSpPr txBox="1"/>
              <p:nvPr/>
            </p:nvSpPr>
            <p:spPr>
              <a:xfrm>
                <a:off x="1962327" y="2643956"/>
                <a:ext cx="4714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7F5921AF-ED1D-4BEA-BA48-67464FCE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327" y="2643956"/>
                <a:ext cx="47141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CC817B7-674A-4CC0-9BBF-7CDE721536F9}"/>
              </a:ext>
            </a:extLst>
          </p:cNvPr>
          <p:cNvCxnSpPr/>
          <p:nvPr/>
        </p:nvCxnSpPr>
        <p:spPr>
          <a:xfrm>
            <a:off x="751042" y="4247923"/>
            <a:ext cx="576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E13CF0E-2F19-4B64-93AE-284C8FCF1ECB}"/>
                  </a:ext>
                </a:extLst>
              </p:cNvPr>
              <p:cNvSpPr txBox="1"/>
              <p:nvPr/>
            </p:nvSpPr>
            <p:spPr>
              <a:xfrm>
                <a:off x="3437720" y="3786257"/>
                <a:ext cx="6413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E13CF0E-2F19-4B64-93AE-284C8FCF1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720" y="3786257"/>
                <a:ext cx="64132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B86081F-B29D-4AB7-A8C7-6CA28D72B09B}"/>
              </a:ext>
            </a:extLst>
          </p:cNvPr>
          <p:cNvCxnSpPr/>
          <p:nvPr/>
        </p:nvCxnSpPr>
        <p:spPr>
          <a:xfrm>
            <a:off x="751042" y="5363660"/>
            <a:ext cx="1440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6AF473F-2DAC-4026-AD85-A496C0E69B07}"/>
                  </a:ext>
                </a:extLst>
              </p:cNvPr>
              <p:cNvSpPr txBox="1"/>
              <p:nvPr/>
            </p:nvSpPr>
            <p:spPr>
              <a:xfrm>
                <a:off x="1003602" y="4855718"/>
                <a:ext cx="8737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6AF473F-2DAC-4026-AD85-A496C0E6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02" y="4855718"/>
                <a:ext cx="873765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6A16B87-79F5-4D43-94D8-370CD15CE95D}"/>
              </a:ext>
            </a:extLst>
          </p:cNvPr>
          <p:cNvSpPr txBox="1"/>
          <p:nvPr/>
        </p:nvSpPr>
        <p:spPr>
          <a:xfrm>
            <a:off x="6770846" y="4017090"/>
            <a:ext cx="1895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chemeClr val="tx1"/>
                </a:solidFill>
              </a:rPr>
              <a:t>2</a:t>
            </a:r>
            <a:r>
              <a:rPr lang="ja-JP" altLang="en-US" sz="2400" dirty="0">
                <a:solidFill>
                  <a:schemeClr val="tx1"/>
                </a:solidFill>
              </a:rPr>
              <a:t>倍長くなる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480E7B0-236B-408D-802D-AECA7B03C7AA}"/>
              </a:ext>
            </a:extLst>
          </p:cNvPr>
          <p:cNvSpPr txBox="1"/>
          <p:nvPr/>
        </p:nvSpPr>
        <p:spPr>
          <a:xfrm>
            <a:off x="2198031" y="517990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chemeClr val="tx1"/>
                </a:solidFill>
              </a:rPr>
              <a:t>半分になる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61628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0FC2B30-C9F0-4A99-9563-09EBCE224667}"/>
              </a:ext>
            </a:extLst>
          </p:cNvPr>
          <p:cNvSpPr/>
          <p:nvPr/>
        </p:nvSpPr>
        <p:spPr>
          <a:xfrm>
            <a:off x="262467" y="1803400"/>
            <a:ext cx="7890933" cy="35729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計算方法も簡単です。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■ベクトルのスカラー倍（デカルト座標）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スカラー値を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各成分をスカラー値で掛けるだけです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■ベクトルのスカラー倍（極座標）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||@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スカラー値を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||@</m:t>
                    </m:r>
                    <m:r>
                      <m:rPr>
                        <m:sty m:val="p"/>
                      </m:rPr>
                      <a:rPr lang="en-US" altLang="ja-JP" sz="2400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ja-JP" altLang="en-US" sz="2400" dirty="0"/>
                  <a:t>となる。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このことからスカラー倍は角度を変えないことが分かります。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4893647"/>
              </a:xfrm>
              <a:prstGeom prst="rect">
                <a:avLst/>
              </a:prstGeom>
              <a:blipFill>
                <a:blip r:embed="rId2"/>
                <a:stretch>
                  <a:fillRect l="-1003" t="-998" r="-67" b="-19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08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=[12, 4]</m:t>
                    </m:r>
                  </m:oMath>
                </a14:m>
                <a:r>
                  <a:rPr lang="ja-JP" altLang="en-US" sz="2400" dirty="0"/>
                  <a:t>のとき、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sz="2400" dirty="0"/>
                  <a:t>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■解答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5, 4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計算は簡単なので、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冒頭の図のイメージを大事に覚えておきましょう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2677656"/>
              </a:xfrm>
              <a:prstGeom prst="rect">
                <a:avLst/>
              </a:prstGeom>
              <a:blipFill>
                <a:blip r:embed="rId2"/>
                <a:stretch>
                  <a:fillRect l="-884" t="-1822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47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001468" cy="3462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=[8, −2]</m:t>
                    </m:r>
                  </m:oMath>
                </a14:m>
                <a:r>
                  <a:rPr lang="ja-JP" altLang="en-US" sz="2400" dirty="0"/>
                  <a:t>のとき、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以下を答えなさい</m:t>
                    </m:r>
                  </m:oMath>
                </a14:m>
                <a:r>
                  <a:rPr lang="ja-JP" altLang="en-US" sz="2400" dirty="0"/>
                  <a:t>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b="0" dirty="0">
                  <a:solidFill>
                    <a:schemeClr val="tx1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1.8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lnSpc>
                    <a:spcPct val="150000"/>
                  </a:lnSpc>
                  <a:buFont typeface="+mj-ea"/>
                  <a:buAutoNum type="circleNumDbPlain"/>
                </a:pPr>
                <a:r>
                  <a:rPr lang="en-US" altLang="ja-JP" sz="2400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001468" cy="3462999"/>
              </a:xfrm>
              <a:prstGeom prst="rect">
                <a:avLst/>
              </a:prstGeom>
              <a:blipFill>
                <a:blip r:embed="rId2"/>
                <a:stretch>
                  <a:fillRect l="-1480" t="-1232" r="-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61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ベクトルのスカラー倍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47259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ベクトルが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3D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の場合は</a:t>
                </a:r>
                <a:r>
                  <a:rPr lang="en-US" altLang="ja-JP" sz="2400" dirty="0">
                    <a:solidFill>
                      <a:schemeClr val="tx1"/>
                    </a:solidFill>
                  </a:rPr>
                  <a:t>Z</a:t>
                </a:r>
                <a:r>
                  <a:rPr lang="ja-JP" altLang="en-US" sz="2400" dirty="0">
                    <a:solidFill>
                      <a:schemeClr val="tx1"/>
                    </a:solidFill>
                  </a:rPr>
                  <a:t>成分が追加されるだけです。</a:t>
                </a:r>
                <a:endParaRPr lang="en-US" altLang="ja-JP" sz="2400" dirty="0">
                  <a:solidFill>
                    <a:schemeClr val="tx1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■ベクトルのスカラー倍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3D</a:t>
                </a:r>
              </a:p>
              <a:p>
                <a:r>
                  <a:rPr lang="ja-JP" altLang="en-US" sz="2400" dirty="0"/>
                  <a:t>ベクトル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, </a:t>
                </a:r>
                <a:r>
                  <a:rPr lang="ja-JP" altLang="en-US" sz="2400" dirty="0"/>
                  <a:t>スカラー値を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ja-JP" altLang="en-US" sz="2400" dirty="0"/>
                  <a:t>としたとき、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𝑐𝐴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</a:t>
                </a:r>
                <a:r>
                  <a:rPr lang="ja-JP" altLang="en-US" sz="2400"/>
                  <a:t>なる。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47259" cy="1938992"/>
              </a:xfrm>
              <a:prstGeom prst="rect">
                <a:avLst/>
              </a:prstGeom>
              <a:blipFill>
                <a:blip r:embed="rId2"/>
                <a:stretch>
                  <a:fillRect l="-1212" t="-2516" r="-323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1112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316</Words>
  <Application>Microsoft Office PowerPoint</Application>
  <PresentationFormat>ワイド画面</PresentationFormat>
  <Paragraphs>51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124</cp:revision>
  <dcterms:created xsi:type="dcterms:W3CDTF">2024-08-27T02:15:54Z</dcterms:created>
  <dcterms:modified xsi:type="dcterms:W3CDTF">2025-06-26T01:35:56Z</dcterms:modified>
</cp:coreProperties>
</file>