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2025/7/8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39582B50-DCDF-43CF-867D-10435FEDA346}"/>
              </a:ext>
            </a:extLst>
          </p:cNvPr>
          <p:cNvSpPr/>
          <p:nvPr/>
        </p:nvSpPr>
        <p:spPr>
          <a:xfrm>
            <a:off x="347133" y="2167467"/>
            <a:ext cx="8170334" cy="2937933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ベクトルの内積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571303" cy="45243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ベクトルの内積はベクトル同士の掛け算になります。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r>
                  <a:rPr lang="ja-JP" altLang="en-US" sz="2400" dirty="0"/>
                  <a:t>まずは計算方法から学習します。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■ベクトルの内積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(2D)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ja-JP" altLang="en-US" sz="2400" dirty="0"/>
                  <a:t>としたとき、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・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■ベクトルの内積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(3D)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ja-JP" altLang="en-US" sz="2400" dirty="0"/>
                  <a:t>としたとき、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・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記号に・を使うことから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ドット積</a:t>
                </a:r>
                <a:r>
                  <a:rPr lang="ja-JP" altLang="en-US" sz="2400" dirty="0"/>
                  <a:t>とも呼ばれます。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571303" cy="4524315"/>
              </a:xfrm>
              <a:prstGeom prst="rect">
                <a:avLst/>
              </a:prstGeom>
              <a:blipFill>
                <a:blip r:embed="rId2"/>
                <a:stretch>
                  <a:fillRect l="-1208" t="-1078" r="-322" b="-21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989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ベクトルの内積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383944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ベクトル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−9, 2</m:t>
                        </m:r>
                      </m:e>
                    </m:d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lang="ja-JP" altLang="en-US" sz="2400" dirty="0"/>
                  <a:t>の内積を求めなさい。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■解答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・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=−9×7+2×3=−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63+6=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𝟓𝟕</m:t>
                    </m:r>
                  </m:oMath>
                </a14:m>
                <a:r>
                  <a:rPr lang="en-US" altLang="ja-JP" sz="2400" b="1" dirty="0">
                    <a:solidFill>
                      <a:srgbClr val="FF0000"/>
                    </a:solidFill>
                  </a:rPr>
                  <a:t> </a:t>
                </a:r>
              </a:p>
              <a:p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各成分同士を掛け算して、それらを合計します。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慣れればそれほど難しい計算ではないです。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383944" cy="2677656"/>
              </a:xfrm>
              <a:prstGeom prst="rect">
                <a:avLst/>
              </a:prstGeom>
              <a:blipFill>
                <a:blip r:embed="rId2"/>
                <a:stretch>
                  <a:fillRect l="-1239" t="-1822" r="-413" b="-43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7891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ベクトルの内積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5939511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以下のベクトル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ja-JP" altLang="en-US" sz="2400" dirty="0"/>
                  <a:t>の内積を求めなさい。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−2, 8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=[4, 1]</m:t>
                    </m:r>
                  </m:oMath>
                </a14:m>
                <a:endParaRPr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−1, 4, 2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=[3, 0, 5]</m:t>
                    </m:r>
                  </m:oMath>
                </a14:m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5939511" cy="1569660"/>
              </a:xfrm>
              <a:prstGeom prst="rect">
                <a:avLst/>
              </a:prstGeom>
              <a:blipFill>
                <a:blip r:embed="rId2"/>
                <a:stretch>
                  <a:fillRect l="-1745" t="-3113" r="-719" b="-933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6119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1790</TotalTime>
  <Words>181</Words>
  <Application>Microsoft Office PowerPoint</Application>
  <PresentationFormat>ワイド画面</PresentationFormat>
  <Paragraphs>26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情報北九州校 倉掛</cp:lastModifiedBy>
  <cp:revision>132</cp:revision>
  <dcterms:created xsi:type="dcterms:W3CDTF">2024-08-27T02:15:54Z</dcterms:created>
  <dcterms:modified xsi:type="dcterms:W3CDTF">2025-07-08T00:49:04Z</dcterms:modified>
</cp:coreProperties>
</file>