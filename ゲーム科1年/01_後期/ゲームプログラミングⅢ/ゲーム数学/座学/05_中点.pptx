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8016927-15A5-4D61-B040-2A91B64209AD}"/>
              </a:ext>
            </a:extLst>
          </p:cNvPr>
          <p:cNvSpPr/>
          <p:nvPr/>
        </p:nvSpPr>
        <p:spPr>
          <a:xfrm>
            <a:off x="346972" y="2153371"/>
            <a:ext cx="5393428" cy="377329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中点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63527" cy="31263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２点間のちょうど真ん中のことを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中点</a:t>
                </a:r>
                <a:r>
                  <a:rPr kumimoji="1" lang="ja-JP" altLang="en-US" sz="2400" dirty="0"/>
                  <a:t>と言います。</a:t>
                </a:r>
                <a:endParaRPr kumimoji="1" lang="en-US" altLang="ja-JP" sz="2400" dirty="0"/>
              </a:p>
              <a:p>
                <a:r>
                  <a:rPr kumimoji="1" lang="ja-JP" altLang="en-US" sz="2400" dirty="0"/>
                  <a:t>２点間の中点は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２点の座標の平均値</a:t>
                </a:r>
                <a:r>
                  <a:rPr kumimoji="1" lang="ja-JP" altLang="en-US" sz="2400" dirty="0"/>
                  <a:t>になります。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■中点の公式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ja-JP" altLang="en-US" sz="2400" dirty="0"/>
                  <a:t>としたとき、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kumimoji="1" lang="en-US" altLang="ja-JP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ja-JP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ja-JP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63527" cy="3126369"/>
              </a:xfrm>
              <a:prstGeom prst="rect">
                <a:avLst/>
              </a:prstGeom>
              <a:blipFill>
                <a:blip r:embed="rId2"/>
                <a:stretch>
                  <a:fillRect l="-1258" t="-1563" r="-3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E113832F-A8E8-4BFC-94A8-9E9C3B93BE71}"/>
              </a:ext>
            </a:extLst>
          </p:cNvPr>
          <p:cNvCxnSpPr/>
          <p:nvPr/>
        </p:nvCxnSpPr>
        <p:spPr>
          <a:xfrm>
            <a:off x="822121" y="5402510"/>
            <a:ext cx="36995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楕円 6">
            <a:extLst>
              <a:ext uri="{FF2B5EF4-FFF2-40B4-BE49-F238E27FC236}">
                <a16:creationId xmlns:a16="http://schemas.microsoft.com/office/drawing/2014/main" id="{CA5482EC-70E8-400C-99EA-42134602E411}"/>
              </a:ext>
            </a:extLst>
          </p:cNvPr>
          <p:cNvSpPr/>
          <p:nvPr/>
        </p:nvSpPr>
        <p:spPr>
          <a:xfrm>
            <a:off x="780176" y="5327008"/>
            <a:ext cx="125835" cy="1174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04003D96-A20B-40CF-8F54-5C688CFD3734}"/>
                  </a:ext>
                </a:extLst>
              </p:cNvPr>
              <p:cNvSpPr txBox="1"/>
              <p:nvPr/>
            </p:nvSpPr>
            <p:spPr>
              <a:xfrm>
                <a:off x="567542" y="4680677"/>
                <a:ext cx="56598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en-US" altLang="ja-JP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04003D96-A20B-40CF-8F54-5C688CFD3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4680677"/>
                <a:ext cx="565989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楕円 13">
            <a:extLst>
              <a:ext uri="{FF2B5EF4-FFF2-40B4-BE49-F238E27FC236}">
                <a16:creationId xmlns:a16="http://schemas.microsoft.com/office/drawing/2014/main" id="{4406DAAD-AAA4-4B8E-B443-45D3A5667387}"/>
              </a:ext>
            </a:extLst>
          </p:cNvPr>
          <p:cNvSpPr/>
          <p:nvPr/>
        </p:nvSpPr>
        <p:spPr>
          <a:xfrm>
            <a:off x="4437776" y="5360566"/>
            <a:ext cx="125835" cy="1174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12B3066-6DC7-43AD-9E76-6349A51BC9B2}"/>
                  </a:ext>
                </a:extLst>
              </p:cNvPr>
              <p:cNvSpPr txBox="1"/>
              <p:nvPr/>
            </p:nvSpPr>
            <p:spPr>
              <a:xfrm>
                <a:off x="4199305" y="4680677"/>
                <a:ext cx="57310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en-US" altLang="ja-JP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12B3066-6DC7-43AD-9E76-6349A51BC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305" y="4680677"/>
                <a:ext cx="573106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楕円 16">
            <a:extLst>
              <a:ext uri="{FF2B5EF4-FFF2-40B4-BE49-F238E27FC236}">
                <a16:creationId xmlns:a16="http://schemas.microsoft.com/office/drawing/2014/main" id="{E19D4188-207C-453F-A901-5AF72E2B8B66}"/>
              </a:ext>
            </a:extLst>
          </p:cNvPr>
          <p:cNvSpPr/>
          <p:nvPr/>
        </p:nvSpPr>
        <p:spPr>
          <a:xfrm>
            <a:off x="2608975" y="5352176"/>
            <a:ext cx="125835" cy="11744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E55DF30-51A9-4783-B854-D080BA9D6C6E}"/>
                  </a:ext>
                </a:extLst>
              </p:cNvPr>
              <p:cNvSpPr txBox="1"/>
              <p:nvPr/>
            </p:nvSpPr>
            <p:spPr>
              <a:xfrm>
                <a:off x="2310391" y="4825323"/>
                <a:ext cx="712053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中点</m:t>
                      </m:r>
                    </m:oMath>
                  </m:oMathPara>
                </a14:m>
                <a:endParaRPr kumimoji="1" lang="en-US" altLang="ja-JP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FE55DF30-51A9-4783-B854-D080BA9D6C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0391" y="4825323"/>
                <a:ext cx="712053" cy="5078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C5EEEA2-0B8F-4AE0-B788-92F4FB8ED952}"/>
              </a:ext>
            </a:extLst>
          </p:cNvPr>
          <p:cNvSpPr/>
          <p:nvPr/>
        </p:nvSpPr>
        <p:spPr>
          <a:xfrm>
            <a:off x="330037" y="1789305"/>
            <a:ext cx="6087695" cy="232386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中点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607625" cy="27570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３次元への拡張は</a:t>
                </a:r>
                <a:r>
                  <a:rPr kumimoji="1" lang="en-US" altLang="ja-JP" sz="2400" dirty="0"/>
                  <a:t>Z</a:t>
                </a:r>
                <a:r>
                  <a:rPr kumimoji="1" lang="ja-JP" altLang="en-US" sz="2400" dirty="0"/>
                  <a:t>軸の追加のみです。</a:t>
                </a:r>
                <a:endParaRPr lang="en-US" altLang="ja-JP" sz="2400" dirty="0"/>
              </a:p>
              <a:p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■中点の公式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(3D)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ja-JP" altLang="en-US" sz="2400" dirty="0"/>
                  <a:t>としたとき、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kumimoji="1" lang="en-US" altLang="ja-JP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ja-JP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ja-JP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607625" cy="2757037"/>
              </a:xfrm>
              <a:prstGeom prst="rect">
                <a:avLst/>
              </a:prstGeom>
              <a:blipFill>
                <a:blip r:embed="rId2"/>
                <a:stretch>
                  <a:fillRect l="-1630" t="-1770" r="-7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7378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83C11D7F-268E-42D9-9D56-8F82BE4FBE8B}"/>
              </a:ext>
            </a:extLst>
          </p:cNvPr>
          <p:cNvSpPr/>
          <p:nvPr/>
        </p:nvSpPr>
        <p:spPr>
          <a:xfrm>
            <a:off x="312165" y="1800256"/>
            <a:ext cx="6858163" cy="493322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中点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473247" cy="27606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点の数が３点以上の時も考え方は同じです。</a:t>
                </a:r>
                <a:endParaRPr kumimoji="1" lang="en-US" altLang="ja-JP" sz="2400" dirty="0"/>
              </a:p>
              <a:p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</a:t>
                </a:r>
                <a:r>
                  <a:rPr kumimoji="1" lang="en-US" altLang="ja-JP" sz="24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点の中点の公式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(3D)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kumimoji="1" lang="en-US" altLang="ja-JP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kumimoji="1" lang="en-US" altLang="ja-JP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ja-JP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ja-JP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473247" cy="2760692"/>
              </a:xfrm>
              <a:prstGeom prst="rect">
                <a:avLst/>
              </a:prstGeom>
              <a:blipFill>
                <a:blip r:embed="rId2"/>
                <a:stretch>
                  <a:fillRect l="-1412" t="-17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楕円 4">
            <a:extLst>
              <a:ext uri="{FF2B5EF4-FFF2-40B4-BE49-F238E27FC236}">
                <a16:creationId xmlns:a16="http://schemas.microsoft.com/office/drawing/2014/main" id="{298CDE02-BF1A-4641-B249-A9587CF61F8A}"/>
              </a:ext>
            </a:extLst>
          </p:cNvPr>
          <p:cNvSpPr/>
          <p:nvPr/>
        </p:nvSpPr>
        <p:spPr>
          <a:xfrm>
            <a:off x="780176" y="5327008"/>
            <a:ext cx="125835" cy="1174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38C83CDB-AF88-4D3F-AD93-39F3D6E15669}"/>
              </a:ext>
            </a:extLst>
          </p:cNvPr>
          <p:cNvSpPr/>
          <p:nvPr/>
        </p:nvSpPr>
        <p:spPr>
          <a:xfrm>
            <a:off x="1572945" y="4674065"/>
            <a:ext cx="125835" cy="1174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07B89D9A-3A12-40F3-88ED-D689B0997B51}"/>
              </a:ext>
            </a:extLst>
          </p:cNvPr>
          <p:cNvSpPr/>
          <p:nvPr/>
        </p:nvSpPr>
        <p:spPr>
          <a:xfrm>
            <a:off x="4279783" y="6402197"/>
            <a:ext cx="125835" cy="1174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8E676304-0922-4057-97E3-FEB910810EDF}"/>
              </a:ext>
            </a:extLst>
          </p:cNvPr>
          <p:cNvSpPr/>
          <p:nvPr/>
        </p:nvSpPr>
        <p:spPr>
          <a:xfrm>
            <a:off x="3741247" y="4266870"/>
            <a:ext cx="125835" cy="11744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60C06362-DCB0-4F24-BA9D-8BAC1B627E95}"/>
              </a:ext>
            </a:extLst>
          </p:cNvPr>
          <p:cNvSpPr/>
          <p:nvPr/>
        </p:nvSpPr>
        <p:spPr>
          <a:xfrm>
            <a:off x="2803321" y="5327008"/>
            <a:ext cx="125835" cy="11744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B2712AC-1BC0-425A-ADDF-1F26F7EB7D3E}"/>
              </a:ext>
            </a:extLst>
          </p:cNvPr>
          <p:cNvSpPr txBox="1"/>
          <p:nvPr/>
        </p:nvSpPr>
        <p:spPr>
          <a:xfrm>
            <a:off x="1572945" y="5385731"/>
            <a:ext cx="2723823" cy="4689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dirty="0">
                <a:solidFill>
                  <a:srgbClr val="FF0000"/>
                </a:solidFill>
              </a:rPr>
              <a:t>中点（ちょうど真ん中）</a:t>
            </a:r>
            <a:endParaRPr kumimoji="1" lang="en-US" altLang="ja-JP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113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9431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中点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5416868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以下の２点間の中点を計算しましょう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(30, 80)</m:t>
                    </m:r>
                  </m:oMath>
                </a14:m>
                <a:r>
                  <a:rPr lang="en-US" altLang="ja-JP" sz="2400" dirty="0"/>
                  <a:t>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150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130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(20, 50, −10)</m:t>
                    </m:r>
                  </m:oMath>
                </a14:m>
                <a:r>
                  <a:rPr lang="en-US" altLang="ja-JP" sz="24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120, 40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5416868" cy="1569660"/>
              </a:xfrm>
              <a:prstGeom prst="rect">
                <a:avLst/>
              </a:prstGeom>
              <a:blipFill>
                <a:blip r:embed="rId2"/>
                <a:stretch>
                  <a:fillRect l="-1912" t="-3113" r="-787" b="-93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248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171</Words>
  <Application>Microsoft Office PowerPoint</Application>
  <PresentationFormat>ワイド画面</PresentationFormat>
  <Paragraphs>28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50</cp:revision>
  <dcterms:created xsi:type="dcterms:W3CDTF">2024-08-27T02:15:54Z</dcterms:created>
  <dcterms:modified xsi:type="dcterms:W3CDTF">2025-06-19T00:54:48Z</dcterms:modified>
</cp:coreProperties>
</file>