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ステージとコース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随時追加</a:t>
            </a:r>
            <a:endParaRPr kumimoji="1" lang="en-US" altLang="ja-JP" dirty="0"/>
          </a:p>
          <a:p>
            <a:r>
              <a:rPr kumimoji="1" lang="ja-JP" altLang="en-US" dirty="0"/>
              <a:t>・１ステージは複数のコースで構成される</a:t>
            </a:r>
            <a:endParaRPr kumimoji="1" lang="en-US" altLang="ja-JP" dirty="0"/>
          </a:p>
          <a:p>
            <a:r>
              <a:rPr lang="ja-JP" altLang="en-US" dirty="0"/>
              <a:t>・１ステージのコース数は自由に設定できる</a:t>
            </a:r>
            <a:endParaRPr kumimoji="1" lang="en-US" altLang="ja-JP" dirty="0"/>
          </a:p>
          <a:p>
            <a:r>
              <a:rPr lang="ja-JP" altLang="en-US" dirty="0"/>
              <a:t>・コースをクリアするたびにセーブ確認する（要オートセーブ検討）</a:t>
            </a:r>
            <a:endParaRPr lang="en-US" altLang="ja-JP" dirty="0"/>
          </a:p>
          <a:p>
            <a:r>
              <a:rPr lang="ja-JP" altLang="en-US" dirty="0"/>
              <a:t>・コースは横スクロールの２</a:t>
            </a:r>
            <a:r>
              <a:rPr lang="en-US" altLang="ja-JP" dirty="0"/>
              <a:t>D</a:t>
            </a:r>
            <a:r>
              <a:rPr lang="ja-JP" altLang="en-US" dirty="0"/>
              <a:t>コースと、オープン型の３</a:t>
            </a:r>
            <a:r>
              <a:rPr lang="en-US" altLang="ja-JP" dirty="0"/>
              <a:t>D</a:t>
            </a:r>
            <a:r>
              <a:rPr lang="ja-JP" altLang="en-US" dirty="0"/>
              <a:t>コースがある</a:t>
            </a:r>
            <a:endParaRPr lang="en-US" altLang="ja-JP" dirty="0"/>
          </a:p>
          <a:p>
            <a:r>
              <a:rPr lang="ja-JP" altLang="en-US" dirty="0"/>
              <a:t>・１つのコースに２</a:t>
            </a:r>
            <a:r>
              <a:rPr lang="en-US" altLang="ja-JP" dirty="0"/>
              <a:t>D</a:t>
            </a:r>
            <a:r>
              <a:rPr lang="ja-JP" altLang="en-US" dirty="0"/>
              <a:t>と３</a:t>
            </a:r>
            <a:r>
              <a:rPr lang="en-US" altLang="ja-JP" dirty="0"/>
              <a:t>D</a:t>
            </a:r>
            <a:r>
              <a:rPr lang="ja-JP" altLang="en-US" dirty="0"/>
              <a:t>が混同しているコースもある（指定エリアで切り替わるようにする）</a:t>
            </a:r>
            <a:endParaRPr lang="en-US" altLang="ja-JP" dirty="0"/>
          </a:p>
          <a:p>
            <a:r>
              <a:rPr lang="ja-JP" altLang="en-US" dirty="0"/>
              <a:t>・最後のステージの最後のコースのゴールに到達したらエンディング画面に遷移する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102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13</cp:revision>
  <dcterms:created xsi:type="dcterms:W3CDTF">2026-01-26T01:13:53Z</dcterms:created>
  <dcterms:modified xsi:type="dcterms:W3CDTF">2026-01-26T02:43:06Z</dcterms:modified>
</cp:coreProperties>
</file>