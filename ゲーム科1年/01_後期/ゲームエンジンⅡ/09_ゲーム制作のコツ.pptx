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ゲーム制作のコツ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3385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いよいよオリジナルゲームの製作に入ります。</a:t>
            </a:r>
            <a:endParaRPr kumimoji="1" lang="en-US" altLang="ja-JP" sz="2400" dirty="0"/>
          </a:p>
          <a:p>
            <a:r>
              <a:rPr lang="ja-JP" altLang="en-US" sz="2400" dirty="0"/>
              <a:t>その前に</a:t>
            </a:r>
            <a:r>
              <a:rPr lang="en-US" altLang="ja-JP" sz="2400" dirty="0"/>
              <a:t>Unity</a:t>
            </a:r>
            <a:r>
              <a:rPr lang="ja-JP" altLang="en-US" sz="2400" dirty="0"/>
              <a:t>でのゲーム制作のコツをいくつかご紹介します。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■紹介するコツ</a:t>
            </a:r>
            <a:endParaRPr lang="en-US" altLang="ja-JP" sz="2400" dirty="0"/>
          </a:p>
          <a:p>
            <a:r>
              <a:rPr lang="ja-JP" altLang="en-US" sz="2400" dirty="0"/>
              <a:t>・基本が大事</a:t>
            </a:r>
            <a:endParaRPr lang="en-US" altLang="ja-JP" sz="2400" dirty="0"/>
          </a:p>
          <a:p>
            <a:r>
              <a:rPr kumimoji="1" lang="ja-JP" altLang="en-US" sz="2400" dirty="0"/>
              <a:t>・汎用的に効率よく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Unity</a:t>
            </a:r>
            <a:r>
              <a:rPr lang="ja-JP" altLang="en-US" sz="2400" dirty="0"/>
              <a:t>は情報が豊富</a:t>
            </a:r>
            <a:endParaRPr lang="en-US" altLang="ja-JP" sz="2400" dirty="0"/>
          </a:p>
          <a:p>
            <a:r>
              <a:rPr lang="ja-JP" altLang="en-US" sz="2400" dirty="0"/>
              <a:t>・画像はなるべく自作で</a:t>
            </a:r>
            <a:endParaRPr lang="en-US" altLang="ja-JP" sz="2400" dirty="0"/>
          </a:p>
          <a:p>
            <a:r>
              <a:rPr lang="ja-JP" altLang="en-US" sz="2400" dirty="0"/>
              <a:t>・デザイン、仕様をしっかり決めよう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基本が大事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Unity</a:t>
            </a:r>
            <a:r>
              <a:rPr lang="ja-JP" altLang="en-US" sz="2400" dirty="0"/>
              <a:t>の基本は、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・オブジェクト（プレハブ）を作成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・シーンに配置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この２つです。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様々なシステムやオブジェクトを作ることになると思いますが、</a:t>
            </a:r>
            <a:endParaRPr lang="en-US" altLang="ja-JP" sz="2400" dirty="0"/>
          </a:p>
          <a:p>
            <a:r>
              <a:rPr lang="ja-JP" altLang="en-US" sz="2400" dirty="0"/>
              <a:t>基本的にはこの２つの繰り返しです。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すこしずつオブジェクトの種類を増やしていって、</a:t>
            </a:r>
            <a:endParaRPr lang="en-US" altLang="ja-JP" sz="2400" dirty="0"/>
          </a:p>
          <a:p>
            <a:r>
              <a:rPr lang="ja-JP" altLang="en-US" sz="2400" dirty="0"/>
              <a:t>ゲームを盛っていきましょう。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90178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汎用的に効率よく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例えば動く床のギミックを作るとします。</a:t>
            </a:r>
            <a:endParaRPr lang="en-US" altLang="ja-JP" sz="2400" dirty="0"/>
          </a:p>
          <a:p>
            <a:r>
              <a:rPr lang="ja-JP" altLang="en-US" sz="2400" dirty="0"/>
              <a:t>この時、</a:t>
            </a:r>
            <a:r>
              <a:rPr lang="ja-JP" altLang="en-US" sz="2400" b="1" dirty="0">
                <a:solidFill>
                  <a:srgbClr val="FF0000"/>
                </a:solidFill>
              </a:rPr>
              <a:t>床を動かすためだけのプログラム</a:t>
            </a:r>
            <a:r>
              <a:rPr lang="ja-JP" altLang="en-US" sz="2400" dirty="0"/>
              <a:t>を書いてしまうと、</a:t>
            </a:r>
            <a:endParaRPr lang="en-US" altLang="ja-JP" sz="2400" dirty="0"/>
          </a:p>
          <a:p>
            <a:r>
              <a:rPr lang="ja-JP" altLang="en-US" sz="2400" dirty="0"/>
              <a:t>後々、アイテムを動かしたくなったりしたときに、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また同じような処理を作らないといけなくなります。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プログラムはなるべく、</a:t>
            </a:r>
            <a:r>
              <a:rPr lang="ja-JP" altLang="en-US" sz="2400" b="1" dirty="0">
                <a:solidFill>
                  <a:srgbClr val="FF0000"/>
                </a:solidFill>
              </a:rPr>
              <a:t>他のオブジェクトでも問題なく動くように作りましょう。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プログラムの量も減りますし、不具合も出にくくなり、</a:t>
            </a:r>
            <a:endParaRPr lang="en-US" altLang="ja-JP" sz="2400" dirty="0"/>
          </a:p>
          <a:p>
            <a:r>
              <a:rPr lang="ja-JP" altLang="en-US" sz="2400" dirty="0"/>
              <a:t>非常に効率よく開発できます。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あまり考えすぎると、かえって時間がかかるので気を付けましょう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44229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708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lang="ja-JP" altLang="en-US" sz="3200" b="1" u="sng" dirty="0"/>
              <a:t>は情報が豊富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805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Unity</a:t>
            </a:r>
            <a:r>
              <a:rPr lang="ja-JP" altLang="en-US" sz="2400" b="1" dirty="0">
                <a:solidFill>
                  <a:srgbClr val="FF0000"/>
                </a:solidFill>
              </a:rPr>
              <a:t>は普及率が高い</a:t>
            </a:r>
            <a:r>
              <a:rPr lang="ja-JP" altLang="en-US" sz="2400" dirty="0"/>
              <a:t>ため、</a:t>
            </a:r>
            <a:r>
              <a:rPr lang="ja-JP" altLang="en-US" sz="2400" b="1" dirty="0">
                <a:solidFill>
                  <a:srgbClr val="FF0000"/>
                </a:solidFill>
              </a:rPr>
              <a:t>ネット上にたくさんの情報が公開されています。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ほとんどのことはネットで調べれば解決できますので、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悩んだ場合はすぐに検索をかけましょう。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調べて解決できなければ先生を呼んでください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9251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画像はなるべく自作で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Unity</a:t>
            </a:r>
            <a:r>
              <a:rPr lang="ja-JP" altLang="en-US" sz="2400" dirty="0"/>
              <a:t>は</a:t>
            </a:r>
            <a:r>
              <a:rPr lang="en-US" altLang="ja-JP" sz="2400" dirty="0"/>
              <a:t>Asset Store </a:t>
            </a:r>
            <a:r>
              <a:rPr lang="ja-JP" altLang="en-US" sz="2400" dirty="0"/>
              <a:t>など素材を提供するサービスがあったり、</a:t>
            </a:r>
            <a:endParaRPr lang="en-US" altLang="ja-JP" sz="2400" dirty="0"/>
          </a:p>
          <a:p>
            <a:r>
              <a:rPr lang="ja-JP" altLang="en-US" sz="2400" dirty="0"/>
              <a:t>ネット上には素材が多く公開されていますが、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自分が作ろうとするゲームに適した素材は、基本的に見つかりません。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画像はなるべく自作で、ゲームに適したものを使用しましょう。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0323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デザイン、仕様をしっかり決めよう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エネミーやギミックなどは、</a:t>
            </a:r>
            <a:r>
              <a:rPr lang="ja-JP" altLang="en-US" sz="2400" b="1" dirty="0">
                <a:solidFill>
                  <a:srgbClr val="FF0000"/>
                </a:solidFill>
              </a:rPr>
              <a:t>先にデザインと仕様を確定してから、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制作に取り掛かりましょう。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" name="部分円 1">
            <a:extLst>
              <a:ext uri="{FF2B5EF4-FFF2-40B4-BE49-F238E27FC236}">
                <a16:creationId xmlns:a16="http://schemas.microsoft.com/office/drawing/2014/main" id="{63AF8BC5-433B-4631-AAF6-AD60950E9799}"/>
              </a:ext>
            </a:extLst>
          </p:cNvPr>
          <p:cNvSpPr/>
          <p:nvPr/>
        </p:nvSpPr>
        <p:spPr>
          <a:xfrm rot="984426">
            <a:off x="888373" y="2883078"/>
            <a:ext cx="1801905" cy="1757083"/>
          </a:xfrm>
          <a:prstGeom prst="pi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F7490DA-170C-42E7-B122-68F3C9B8A2E4}"/>
              </a:ext>
            </a:extLst>
          </p:cNvPr>
          <p:cNvSpPr/>
          <p:nvPr/>
        </p:nvSpPr>
        <p:spPr>
          <a:xfrm rot="18740025">
            <a:off x="1390396" y="3241667"/>
            <a:ext cx="161365" cy="24204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993D598-FC8F-4DB5-B09D-AB4572981B12}"/>
              </a:ext>
            </a:extLst>
          </p:cNvPr>
          <p:cNvSpPr txBox="1"/>
          <p:nvPr/>
        </p:nvSpPr>
        <p:spPr>
          <a:xfrm>
            <a:off x="1006812" y="484388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デザイン</a:t>
            </a:r>
            <a:endParaRPr lang="en-US" altLang="ja-JP" sz="2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74AB6A-822D-4645-B967-B3A8563E6E87}"/>
              </a:ext>
            </a:extLst>
          </p:cNvPr>
          <p:cNvSpPr txBox="1"/>
          <p:nvPr/>
        </p:nvSpPr>
        <p:spPr>
          <a:xfrm>
            <a:off x="2998974" y="2906890"/>
            <a:ext cx="915827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・プレイヤーが</a:t>
            </a:r>
            <a:r>
              <a:rPr lang="en-US" altLang="ja-JP" sz="2400" dirty="0"/>
              <a:t>30m(S)</a:t>
            </a:r>
            <a:r>
              <a:rPr lang="ja-JP" altLang="en-US" sz="2400" dirty="0"/>
              <a:t>範囲にいたら追いかける</a:t>
            </a:r>
            <a:endParaRPr lang="en-US" altLang="ja-JP" sz="2400" dirty="0"/>
          </a:p>
          <a:p>
            <a:r>
              <a:rPr lang="ja-JP" altLang="en-US" sz="2400" dirty="0"/>
              <a:t>・１秒</a:t>
            </a:r>
            <a:r>
              <a:rPr lang="en-US" altLang="ja-JP" sz="2400" dirty="0"/>
              <a:t>(S)</a:t>
            </a:r>
            <a:r>
              <a:rPr lang="ja-JP" altLang="en-US" sz="2400" dirty="0"/>
              <a:t>ごとに移動を止めて大砲を打つ</a:t>
            </a:r>
            <a:endParaRPr lang="en-US" altLang="ja-JP" sz="2400" dirty="0"/>
          </a:p>
          <a:p>
            <a:r>
              <a:rPr lang="ja-JP" altLang="en-US" sz="2400" dirty="0"/>
              <a:t>・踏んだら倒せる</a:t>
            </a:r>
            <a:endParaRPr lang="en-US" altLang="ja-JP" sz="2400" dirty="0"/>
          </a:p>
          <a:p>
            <a:r>
              <a:rPr lang="ja-JP" altLang="en-US" sz="2400" dirty="0"/>
              <a:t>・プレイヤーが範囲外に行ったら、初期位置に戻る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(S)</a:t>
            </a:r>
            <a:r>
              <a:rPr lang="ja-JP" altLang="en-US" sz="2400" dirty="0"/>
              <a:t>がついている数値は</a:t>
            </a:r>
            <a:r>
              <a:rPr lang="en-US" altLang="ja-JP" sz="2400" dirty="0"/>
              <a:t>Serialize Field</a:t>
            </a:r>
            <a:r>
              <a:rPr lang="ja-JP" altLang="en-US" sz="2400" dirty="0"/>
              <a:t>で調整できるようにする</a:t>
            </a:r>
            <a:endParaRPr lang="en-US" altLang="ja-JP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A3AA86-6FD2-4AE4-B31F-E73BF64AB45C}"/>
              </a:ext>
            </a:extLst>
          </p:cNvPr>
          <p:cNvSpPr txBox="1"/>
          <p:nvPr/>
        </p:nvSpPr>
        <p:spPr>
          <a:xfrm>
            <a:off x="6517889" y="484388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仕様</a:t>
            </a:r>
            <a:endParaRPr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37561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400</Words>
  <Application>Microsoft Office PowerPoint</Application>
  <PresentationFormat>ワイド画面</PresentationFormat>
  <Paragraphs>54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61</cp:revision>
  <dcterms:created xsi:type="dcterms:W3CDTF">2024-08-27T02:15:54Z</dcterms:created>
  <dcterms:modified xsi:type="dcterms:W3CDTF">2024-11-05T03:33:24Z</dcterms:modified>
</cp:coreProperties>
</file>