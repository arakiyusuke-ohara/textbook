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9419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グループ分けしてプログラムするためには、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グループをひとまとめに管理するプログラム</a:t>
            </a:r>
            <a:r>
              <a:rPr lang="ja-JP" altLang="en-US" sz="2400" dirty="0"/>
              <a:t>があると便利です。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このような</a:t>
            </a:r>
            <a:r>
              <a:rPr lang="ja-JP" altLang="en-US" sz="2400" b="1" dirty="0">
                <a:solidFill>
                  <a:srgbClr val="FF0000"/>
                </a:solidFill>
              </a:rPr>
              <a:t>管理用のプログラムをクラスにまとめたもの</a:t>
            </a:r>
            <a:r>
              <a:rPr lang="ja-JP" altLang="en-US" sz="2400" dirty="0"/>
              <a:t>を、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マネージャークラス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今回は弾丸をまとめる</a:t>
            </a:r>
            <a:r>
              <a:rPr lang="en-US" altLang="ja-JP" sz="2400" b="1" dirty="0" err="1">
                <a:solidFill>
                  <a:schemeClr val="accent1"/>
                </a:solidFill>
              </a:rPr>
              <a:t>BulletManager</a:t>
            </a:r>
            <a:r>
              <a:rPr lang="ja-JP" altLang="en-US" sz="2400" b="1" dirty="0">
                <a:solidFill>
                  <a:schemeClr val="accent1"/>
                </a:solidFill>
              </a:rPr>
              <a:t>クラス</a:t>
            </a:r>
            <a:r>
              <a:rPr lang="ja-JP" altLang="en-US" sz="2400" dirty="0"/>
              <a:t>を作成しながら学習します。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すでにプレイヤーやバレット単体としては完成している前提です。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44294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31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BulletManager.cs</a:t>
            </a:r>
            <a:r>
              <a:rPr lang="ja-JP" altLang="en-US" sz="2400" dirty="0"/>
              <a:t>を</a:t>
            </a:r>
            <a:r>
              <a:rPr lang="en-US" altLang="ja-JP" sz="2400" dirty="0"/>
              <a:t>Scripts</a:t>
            </a:r>
            <a:r>
              <a:rPr lang="ja-JP" altLang="en-US" sz="2400" dirty="0"/>
              <a:t>に追加しましょう。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1DB6541-B4BF-4A85-A9ED-5BE5BA01D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529760" cy="3516206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026DB38A-B5AE-4198-9479-9F039A600E8E}"/>
              </a:ext>
            </a:extLst>
          </p:cNvPr>
          <p:cNvSpPr/>
          <p:nvPr/>
        </p:nvSpPr>
        <p:spPr>
          <a:xfrm rot="13585239">
            <a:off x="4706470" y="4150657"/>
            <a:ext cx="627530" cy="37651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122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BulletManager.cs</a:t>
            </a:r>
            <a:r>
              <a:rPr lang="ja-JP" altLang="en-US" sz="2400" dirty="0"/>
              <a:t>は管理するためだけのプログラムのため、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Unity</a:t>
            </a:r>
            <a:r>
              <a:rPr lang="ja-JP" altLang="en-US" sz="2400" b="1" dirty="0">
                <a:solidFill>
                  <a:srgbClr val="FF0000"/>
                </a:solidFill>
              </a:rPr>
              <a:t>の</a:t>
            </a:r>
            <a:r>
              <a:rPr lang="en-US" altLang="ja-JP" sz="2400" b="1" dirty="0">
                <a:solidFill>
                  <a:srgbClr val="FF0000"/>
                </a:solidFill>
              </a:rPr>
              <a:t>Scene</a:t>
            </a:r>
            <a:r>
              <a:rPr lang="ja-JP" altLang="en-US" sz="2400" b="1" dirty="0">
                <a:solidFill>
                  <a:srgbClr val="FF0000"/>
                </a:solidFill>
              </a:rPr>
              <a:t>には追加しません。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そのような場合は</a:t>
            </a:r>
            <a:r>
              <a:rPr lang="en-US" altLang="ja-JP" sz="2400" b="1" dirty="0" err="1">
                <a:solidFill>
                  <a:srgbClr val="FF0000"/>
                </a:solidFill>
              </a:rPr>
              <a:t>Monobehaviour</a:t>
            </a:r>
            <a:r>
              <a:rPr lang="ja-JP" altLang="en-US" sz="2400" b="1" dirty="0">
                <a:solidFill>
                  <a:srgbClr val="FF0000"/>
                </a:solidFill>
              </a:rPr>
              <a:t>を削除</a:t>
            </a:r>
            <a:r>
              <a:rPr lang="ja-JP" altLang="en-US" sz="2400" dirty="0"/>
              <a:t>しましょう。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96F857B-4F02-42A6-B8E2-E4934C086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9565219" cy="2786507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211AEB9-5F19-4F39-8088-C9795842F1EC}"/>
              </a:ext>
            </a:extLst>
          </p:cNvPr>
          <p:cNvSpPr/>
          <p:nvPr/>
        </p:nvSpPr>
        <p:spPr>
          <a:xfrm>
            <a:off x="7395882" y="4527176"/>
            <a:ext cx="2626659" cy="4572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4733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86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BulletManger.cs</a:t>
            </a:r>
            <a:r>
              <a:rPr lang="ja-JP" altLang="en-US" sz="2400" dirty="0"/>
              <a:t>を書きましょう（その１）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C04C32F-D1DB-474F-9B98-15AB23C73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8119842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813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90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BulletManger</a:t>
            </a:r>
            <a:r>
              <a:rPr lang="ja-JP" altLang="en-US" sz="2400" dirty="0"/>
              <a:t>を書きましょう（その２）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1DF20D5-8F75-447B-AAEE-C4B7CCA89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420958" cy="433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848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474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BulletManager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絶対に同時に複数必要のないクラス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以下の部分で</a:t>
            </a:r>
            <a:r>
              <a:rPr lang="en-US" altLang="ja-JP" sz="2400" dirty="0" err="1"/>
              <a:t>BulletManager</a:t>
            </a:r>
            <a:r>
              <a:rPr lang="ja-JP" altLang="en-US" sz="2400" dirty="0"/>
              <a:t>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ゲーム中に１つだけしか存在できない</a:t>
            </a:r>
            <a:r>
              <a:rPr lang="ja-JP" altLang="en-US" sz="2400" dirty="0"/>
              <a:t>ようにしています。</a:t>
            </a:r>
            <a:endParaRPr lang="en-US" altLang="ja-JP" sz="2400" dirty="0"/>
          </a:p>
          <a:p>
            <a:r>
              <a:rPr lang="ja-JP" altLang="en-US" sz="2400" dirty="0"/>
              <a:t>このようなクラスを</a:t>
            </a:r>
            <a:r>
              <a:rPr lang="ja-JP" altLang="en-US" sz="2400" b="1" dirty="0">
                <a:solidFill>
                  <a:srgbClr val="FF0000"/>
                </a:solidFill>
              </a:rPr>
              <a:t>シングルトン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C04C32F-D1DB-474F-9B98-15AB23C73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925789"/>
            <a:ext cx="6141775" cy="3440257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ACA0E0-DF9B-4DCD-A191-60F3CFDCEB89}"/>
              </a:ext>
            </a:extLst>
          </p:cNvPr>
          <p:cNvSpPr txBox="1"/>
          <p:nvPr/>
        </p:nvSpPr>
        <p:spPr>
          <a:xfrm>
            <a:off x="6775132" y="5253824"/>
            <a:ext cx="54168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シングルトンは</a:t>
            </a:r>
            <a:r>
              <a:rPr lang="en-US" altLang="ja-JP" sz="2400" dirty="0"/>
              <a:t>Unity</a:t>
            </a:r>
            <a:r>
              <a:rPr lang="ja-JP" altLang="en-US" sz="2400" dirty="0"/>
              <a:t>以外でも</a:t>
            </a:r>
            <a:endParaRPr lang="en-US" altLang="ja-JP" sz="2400" dirty="0"/>
          </a:p>
          <a:p>
            <a:r>
              <a:rPr lang="ja-JP" altLang="en-US" sz="2400" dirty="0"/>
              <a:t>よく使われるデザインパターンです。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91509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479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BulletManager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ゲームが起動してもまだ存在しません。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どこかで</a:t>
            </a:r>
            <a:r>
              <a:rPr lang="en-US" altLang="ja-JP" sz="2400" b="1" dirty="0" err="1">
                <a:solidFill>
                  <a:srgbClr val="FF0000"/>
                </a:solidFill>
              </a:rPr>
              <a:t>CreateInstance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が呼ばれた段階で、使えるようになります。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46C1B05-54CC-4091-8D3F-7ABDE9B79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664528" cy="389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96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バレットは</a:t>
            </a:r>
            <a:r>
              <a:rPr lang="ja-JP" altLang="en-US" sz="2400" b="1" dirty="0">
                <a:solidFill>
                  <a:srgbClr val="FF0000"/>
                </a:solidFill>
              </a:rPr>
              <a:t>特にゲーム中にずっと必要なものでもない</a:t>
            </a:r>
            <a:r>
              <a:rPr lang="ja-JP" altLang="en-US" sz="2400" dirty="0"/>
              <a:t>と思います。</a:t>
            </a:r>
            <a:endParaRPr lang="en-US" altLang="ja-JP" sz="2400" dirty="0"/>
          </a:p>
          <a:p>
            <a:r>
              <a:rPr lang="ja-JP" altLang="en-US" sz="2400" dirty="0"/>
              <a:t>なので</a:t>
            </a:r>
            <a:r>
              <a:rPr lang="ja-JP" altLang="en-US" sz="2400" b="1" dirty="0">
                <a:solidFill>
                  <a:srgbClr val="FF0000"/>
                </a:solidFill>
              </a:rPr>
              <a:t>使わなくなったら削除する</a:t>
            </a:r>
            <a:r>
              <a:rPr lang="ja-JP" altLang="en-US" sz="2400" dirty="0"/>
              <a:t>処理も作っています。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A13A088-4C4A-4AAC-A6E1-E8E1B363D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683295" cy="372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477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48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PlayScene.cs</a:t>
            </a:r>
            <a:r>
              <a:rPr lang="ja-JP" altLang="en-US" sz="2400" dirty="0"/>
              <a:t>に</a:t>
            </a:r>
            <a:r>
              <a:rPr lang="en-US" altLang="ja-JP" sz="2400" dirty="0" err="1"/>
              <a:t>BulletManager</a:t>
            </a:r>
            <a:r>
              <a:rPr lang="ja-JP" altLang="en-US" sz="2400" dirty="0"/>
              <a:t>を生成</a:t>
            </a:r>
            <a:r>
              <a:rPr lang="en-US" altLang="ja-JP" sz="2400" dirty="0"/>
              <a:t>/</a:t>
            </a:r>
            <a:r>
              <a:rPr lang="ja-JP" altLang="en-US" sz="2400" dirty="0"/>
              <a:t>削除する処理を書きましょう。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BE8E0D8-38FC-40EF-9A8F-55BAD3E08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6693870" cy="20579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C760E24-DD56-46C9-9309-6E8D1C3ADD0F}"/>
              </a:ext>
            </a:extLst>
          </p:cNvPr>
          <p:cNvSpPr/>
          <p:nvPr/>
        </p:nvSpPr>
        <p:spPr>
          <a:xfrm>
            <a:off x="2277035" y="3393142"/>
            <a:ext cx="3684494" cy="273424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CF5FA30-9D4E-447C-AB79-305922DF3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132518"/>
            <a:ext cx="5277446" cy="1892062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7AD236E-D49B-4326-B776-AEED6DBB3B28}"/>
              </a:ext>
            </a:extLst>
          </p:cNvPr>
          <p:cNvSpPr/>
          <p:nvPr/>
        </p:nvSpPr>
        <p:spPr>
          <a:xfrm>
            <a:off x="2277036" y="5241914"/>
            <a:ext cx="3684494" cy="399657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9652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6242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弾を発射する関数も</a:t>
            </a:r>
            <a:r>
              <a:rPr lang="en-US" altLang="ja-JP" sz="2400" dirty="0" err="1"/>
              <a:t>BulletManager</a:t>
            </a:r>
            <a:r>
              <a:rPr lang="ja-JP" altLang="en-US" sz="2400" dirty="0"/>
              <a:t>が持っています。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0344F9F-9488-4450-B9DB-4CF461083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469171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01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88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Player.cs</a:t>
            </a:r>
            <a:r>
              <a:rPr lang="ja-JP" altLang="en-US" sz="2400" dirty="0"/>
              <a:t>に発射処理を書いてみましょう。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74BB677-41A0-446C-B03A-51191635D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9697046" cy="3205568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492F07-5F7D-4BCD-9A44-B10A160EF39B}"/>
              </a:ext>
            </a:extLst>
          </p:cNvPr>
          <p:cNvSpPr/>
          <p:nvPr/>
        </p:nvSpPr>
        <p:spPr>
          <a:xfrm>
            <a:off x="2277035" y="3541060"/>
            <a:ext cx="7915835" cy="1281952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89D8208-E147-462C-BA73-005830D95E40}"/>
              </a:ext>
            </a:extLst>
          </p:cNvPr>
          <p:cNvSpPr txBox="1"/>
          <p:nvPr/>
        </p:nvSpPr>
        <p:spPr>
          <a:xfrm>
            <a:off x="567542" y="5410738"/>
            <a:ext cx="761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Player.prefab</a:t>
            </a:r>
            <a:r>
              <a:rPr lang="ja-JP" altLang="en-US" sz="2400" dirty="0"/>
              <a:t>に設定されたバレットが発射されます。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806527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弾の発射自体は</a:t>
            </a:r>
            <a:r>
              <a:rPr lang="en-US" altLang="ja-JP" sz="2400" dirty="0" err="1"/>
              <a:t>BulletManager</a:t>
            </a:r>
            <a:r>
              <a:rPr lang="ja-JP" altLang="en-US" sz="2400" dirty="0"/>
              <a:t>がなくても実装できます。</a:t>
            </a:r>
            <a:endParaRPr lang="en-US" altLang="ja-JP" sz="2400" dirty="0"/>
          </a:p>
          <a:p>
            <a:r>
              <a:rPr lang="ja-JP" altLang="en-US" sz="2400" dirty="0"/>
              <a:t>しかし、</a:t>
            </a:r>
            <a:r>
              <a:rPr lang="en-US" altLang="ja-JP" sz="2400" dirty="0" err="1"/>
              <a:t>BulletManager</a:t>
            </a:r>
            <a:r>
              <a:rPr lang="ja-JP" altLang="en-US" sz="2400" dirty="0"/>
              <a:t>を作ることによって、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バレットに関する処理の追加が楽</a:t>
            </a:r>
            <a:r>
              <a:rPr lang="ja-JP" altLang="en-US" sz="2400" dirty="0"/>
              <a:t>になったり、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バレットで不具合が起きたときに確認しやすく</a:t>
            </a:r>
            <a:r>
              <a:rPr lang="ja-JP" altLang="en-US" sz="2400" dirty="0"/>
              <a:t>なったりします。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■ほかのマネージャークラスの例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PlayerManager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EnemyManager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ItemManager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CameraManager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このように各グループごとに用意したりします。</a:t>
            </a:r>
            <a:endParaRPr lang="en-US" altLang="ja-JP" sz="2400" dirty="0"/>
          </a:p>
          <a:p>
            <a:r>
              <a:rPr lang="ja-JP" altLang="en-US" sz="2400" dirty="0"/>
              <a:t>特にエネミーやアイテムなど、</a:t>
            </a:r>
            <a:r>
              <a:rPr lang="ja-JP" altLang="en-US" sz="2400" b="1" dirty="0">
                <a:solidFill>
                  <a:srgbClr val="FF0000"/>
                </a:solidFill>
              </a:rPr>
              <a:t>動的に出現するものはほぼ必須</a:t>
            </a:r>
            <a:r>
              <a:rPr lang="ja-JP" altLang="en-US" sz="2400" dirty="0"/>
              <a:t>となります。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06021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0489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CreateInstance</a:t>
            </a:r>
            <a:r>
              <a:rPr lang="en-US" altLang="ja-JP" sz="2400" dirty="0"/>
              <a:t>/</a:t>
            </a:r>
            <a:r>
              <a:rPr lang="en-US" altLang="ja-JP" sz="2400" dirty="0" err="1"/>
              <a:t>DeleteInstance</a:t>
            </a:r>
            <a:r>
              <a:rPr lang="ja-JP" altLang="en-US" sz="2400" dirty="0"/>
              <a:t>関数は</a:t>
            </a:r>
            <a:r>
              <a:rPr lang="en-US" altLang="ja-JP" sz="2400" b="1" dirty="0">
                <a:solidFill>
                  <a:srgbClr val="FF0000"/>
                </a:solidFill>
              </a:rPr>
              <a:t>static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en-US" altLang="ja-JP" sz="2400" dirty="0"/>
              <a:t>static</a:t>
            </a:r>
            <a:r>
              <a:rPr lang="ja-JP" altLang="en-US" sz="2400" dirty="0"/>
              <a:t>関数は</a:t>
            </a:r>
            <a:r>
              <a:rPr lang="ja-JP" altLang="en-US" sz="2400" b="1" dirty="0">
                <a:solidFill>
                  <a:srgbClr val="FF0000"/>
                </a:solidFill>
              </a:rPr>
              <a:t>クラスの実体がなくても呼べる関数</a:t>
            </a:r>
            <a:r>
              <a:rPr lang="ja-JP" altLang="en-US" sz="2400" dirty="0"/>
              <a:t>なので、</a:t>
            </a:r>
            <a:endParaRPr lang="en-US" altLang="ja-JP" sz="2400" dirty="0"/>
          </a:p>
          <a:p>
            <a:r>
              <a:rPr lang="ja-JP" altLang="en-US" sz="2400" dirty="0"/>
              <a:t>実体である</a:t>
            </a:r>
            <a:r>
              <a:rPr lang="en-US" altLang="ja-JP" sz="2400" b="1" dirty="0">
                <a:solidFill>
                  <a:srgbClr val="FF0000"/>
                </a:solidFill>
              </a:rPr>
              <a:t>Instance</a:t>
            </a:r>
            <a:r>
              <a:rPr lang="ja-JP" altLang="en-US" sz="2400" b="1" dirty="0">
                <a:solidFill>
                  <a:srgbClr val="FF0000"/>
                </a:solidFill>
              </a:rPr>
              <a:t>から呼ぶ必要がありません。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8962605-4242-4023-A05B-8D1AF24DF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8626402" cy="265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00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437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FireBullet</a:t>
            </a:r>
            <a:r>
              <a:rPr lang="ja-JP" altLang="en-US" sz="2400" dirty="0"/>
              <a:t>関数は通常の関数なので</a:t>
            </a:r>
            <a:r>
              <a:rPr lang="ja-JP" altLang="en-US" sz="2400" b="1" dirty="0">
                <a:solidFill>
                  <a:srgbClr val="FF0000"/>
                </a:solidFill>
              </a:rPr>
              <a:t>実体がないと呼べません。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つまり、</a:t>
            </a:r>
            <a:r>
              <a:rPr lang="en-US" altLang="ja-JP" sz="2400" b="1" dirty="0">
                <a:solidFill>
                  <a:srgbClr val="FF0000"/>
                </a:solidFill>
              </a:rPr>
              <a:t>Instance</a:t>
            </a:r>
            <a:r>
              <a:rPr lang="ja-JP" altLang="en-US" sz="2400" b="1" dirty="0">
                <a:solidFill>
                  <a:srgbClr val="FF0000"/>
                </a:solidFill>
              </a:rPr>
              <a:t>から呼ぶ必要があります。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D38B94B-CE0D-4CBA-972B-39B99D1E7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697046" cy="3205568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2360932-4AD7-410A-9A72-956EC51BC517}"/>
              </a:ext>
            </a:extLst>
          </p:cNvPr>
          <p:cNvSpPr/>
          <p:nvPr/>
        </p:nvSpPr>
        <p:spPr>
          <a:xfrm>
            <a:off x="4446494" y="4580966"/>
            <a:ext cx="1048871" cy="367552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7764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429</Words>
  <Application>Microsoft Office PowerPoint</Application>
  <PresentationFormat>ワイド画面</PresentationFormat>
  <Paragraphs>62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23</cp:revision>
  <dcterms:created xsi:type="dcterms:W3CDTF">2024-08-27T02:15:54Z</dcterms:created>
  <dcterms:modified xsi:type="dcterms:W3CDTF">2024-11-05T02:25:26Z</dcterms:modified>
</cp:coreProperties>
</file>