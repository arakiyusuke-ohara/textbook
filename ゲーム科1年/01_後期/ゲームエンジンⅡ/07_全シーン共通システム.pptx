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全シーン共通システム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5684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画面のフェードイン</a:t>
            </a:r>
            <a:r>
              <a:rPr kumimoji="1" lang="en-US" altLang="ja-JP" sz="2400" dirty="0"/>
              <a:t>/</a:t>
            </a:r>
            <a:r>
              <a:rPr kumimoji="1" lang="ja-JP" altLang="en-US" sz="2400" dirty="0"/>
              <a:t>アウトは、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どのシーン</a:t>
            </a:r>
            <a:r>
              <a:rPr lang="ja-JP" altLang="en-US" sz="2400" b="1" dirty="0">
                <a:solidFill>
                  <a:srgbClr val="FF0000"/>
                </a:solidFill>
              </a:rPr>
              <a:t>でも使用する可能性</a:t>
            </a:r>
            <a:r>
              <a:rPr lang="ja-JP" altLang="en-US" sz="2400" dirty="0"/>
              <a:t>があります。</a:t>
            </a:r>
            <a:endParaRPr lang="en-US" altLang="ja-JP" sz="2400" dirty="0"/>
          </a:p>
          <a:p>
            <a:r>
              <a:rPr kumimoji="1" lang="ja-JP" altLang="en-US" sz="2400" dirty="0"/>
              <a:t>このように、ゲームを作っていると、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全てのシーンでいつでも使えたら便利</a:t>
            </a:r>
            <a:r>
              <a:rPr kumimoji="1" lang="ja-JP" altLang="en-US" sz="2400" dirty="0"/>
              <a:t>な</a:t>
            </a:r>
            <a:endParaRPr kumimoji="1" lang="en-US" altLang="ja-JP" sz="2400" dirty="0"/>
          </a:p>
          <a:p>
            <a:r>
              <a:rPr lang="ja-JP" altLang="en-US" sz="2400" dirty="0"/>
              <a:t>物が出てきます。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今回はそのような場合の実装方法を練習します。</a:t>
            </a:r>
            <a:endParaRPr lang="en-US" altLang="ja-JP" sz="2400" dirty="0"/>
          </a:p>
          <a:p>
            <a:r>
              <a:rPr lang="ja-JP" altLang="en-US" sz="2400" dirty="0"/>
              <a:t>細かいテクニックが</a:t>
            </a:r>
            <a:r>
              <a:rPr lang="ja-JP" altLang="en-US" sz="2400" b="1" dirty="0">
                <a:solidFill>
                  <a:srgbClr val="FF0000"/>
                </a:solidFill>
              </a:rPr>
              <a:t>３つ</a:t>
            </a:r>
            <a:r>
              <a:rPr lang="ja-JP" altLang="en-US" sz="2400" dirty="0"/>
              <a:t>出てきますので抑えていきましょう。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全シーン共通システム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380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Scripts &gt; </a:t>
            </a:r>
            <a:r>
              <a:rPr kumimoji="1" lang="en-US" altLang="ja-JP" sz="2400" dirty="0" err="1"/>
              <a:t>GameSystem</a:t>
            </a:r>
            <a:r>
              <a:rPr kumimoji="1" lang="ja-JP" altLang="en-US" sz="2400" dirty="0"/>
              <a:t>フォルダに</a:t>
            </a:r>
            <a:r>
              <a:rPr kumimoji="1" lang="en-US" altLang="ja-JP" sz="2400" dirty="0" err="1"/>
              <a:t>GameCore.cs</a:t>
            </a:r>
            <a:r>
              <a:rPr kumimoji="1" lang="ja-JP" altLang="en-US" sz="2400" dirty="0"/>
              <a:t>を追加します。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6D97F50-CC86-4FF7-8B59-B66726280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958764" cy="4326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400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全シーン共通システム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391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Scripts &gt; </a:t>
            </a:r>
            <a:r>
              <a:rPr kumimoji="1" lang="en-US" altLang="ja-JP" sz="2400" dirty="0" err="1"/>
              <a:t>GameSystem</a:t>
            </a:r>
            <a:r>
              <a:rPr kumimoji="1" lang="en-US" altLang="ja-JP" sz="2400" dirty="0"/>
              <a:t> &gt; Fade</a:t>
            </a:r>
            <a:r>
              <a:rPr kumimoji="1" lang="ja-JP" altLang="en-US" sz="2400" dirty="0"/>
              <a:t>フォルダに</a:t>
            </a:r>
            <a:r>
              <a:rPr kumimoji="1" lang="en-US" altLang="ja-JP" sz="2400" dirty="0" err="1"/>
              <a:t>ScreenFadeSystem.cs</a:t>
            </a:r>
            <a:r>
              <a:rPr kumimoji="1" lang="ja-JP" altLang="en-US" sz="2400" dirty="0"/>
              <a:t>を追加します。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258F1DC-A394-449E-8653-F04024580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736327" cy="442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11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全シーン共通システム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08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ScreenFadeSystem.cs</a:t>
            </a:r>
            <a:r>
              <a:rPr kumimoji="1" lang="ja-JP" altLang="en-US" sz="2400" dirty="0"/>
              <a:t>を書きます。（その１）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4A2AE89-CA0C-4CE8-A51C-2969560A9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491729" cy="462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186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全シーン共通システム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08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ScreenFadeSystem.cs</a:t>
            </a:r>
            <a:r>
              <a:rPr kumimoji="1" lang="ja-JP" altLang="en-US" sz="2400" dirty="0"/>
              <a:t>を書きます。（その２）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7855388-B647-4037-BF19-BD5742EE4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6708888" cy="4570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080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全シーン共通システム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08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ScreenFadeSystem.cs</a:t>
            </a:r>
            <a:r>
              <a:rPr kumimoji="1" lang="ja-JP" altLang="en-US" sz="2400" dirty="0"/>
              <a:t>を書きます。（その３）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C4BE876-673D-4F40-9B66-2B5E660A5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360393" cy="311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77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全シーン共通システム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3924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GameCore.cs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DDE78B2-E970-4F89-AF0E-83E707330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10163199" cy="406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484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867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全シーン共通システム テクニック１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195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B050"/>
                </a:solidFill>
              </a:rPr>
              <a:t>RuntimeInitializeOnLoadMethod</a:t>
            </a:r>
            <a:r>
              <a:rPr kumimoji="1" lang="ja-JP" altLang="en-US" sz="2400" dirty="0"/>
              <a:t>を関数に付与すると、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ゲームの起動時</a:t>
            </a:r>
            <a:r>
              <a:rPr lang="ja-JP" altLang="en-US" sz="2400" dirty="0"/>
              <a:t>にその関数が呼ばれます。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8683996-EAB5-45F0-906C-B50A33D6F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39" y="2187126"/>
            <a:ext cx="10343599" cy="137186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45B1456-AC65-423C-8E19-E830D3FACF58}"/>
              </a:ext>
            </a:extLst>
          </p:cNvPr>
          <p:cNvSpPr txBox="1"/>
          <p:nvPr/>
        </p:nvSpPr>
        <p:spPr>
          <a:xfrm>
            <a:off x="567542" y="3698688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フェードは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どのシーンから開始されても必要</a:t>
            </a:r>
            <a:r>
              <a:rPr kumimoji="1" lang="ja-JP" altLang="en-US" sz="2400" dirty="0"/>
              <a:t>なので、</a:t>
            </a:r>
            <a:endParaRPr kumimoji="1" lang="en-US" altLang="ja-JP" sz="2400" dirty="0"/>
          </a:p>
          <a:p>
            <a:r>
              <a:rPr lang="ja-JP" altLang="en-US" sz="2400" dirty="0"/>
              <a:t>この関数で準備します。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412275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867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全シーン共通システム テクニック２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923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Resources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フォルダ</a:t>
            </a:r>
            <a:r>
              <a:rPr kumimoji="1" lang="ja-JP" altLang="en-US" sz="2400" dirty="0"/>
              <a:t>に保存してあるデータは、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Resources</a:t>
            </a:r>
            <a:r>
              <a:rPr lang="ja-JP" altLang="en-US" sz="2400" dirty="0"/>
              <a:t>クラスからロードすることができます。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696DF5B-759C-4324-B3BB-FF0B3CC92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286848" cy="265784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6651CF04-D098-444A-A8AF-3E359422D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1" y="4984672"/>
            <a:ext cx="8935697" cy="905001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25BAAE2-9B82-4558-BFDD-4E02C2E5B40E}"/>
              </a:ext>
            </a:extLst>
          </p:cNvPr>
          <p:cNvSpPr txBox="1"/>
          <p:nvPr/>
        </p:nvSpPr>
        <p:spPr>
          <a:xfrm>
            <a:off x="5035390" y="2637508"/>
            <a:ext cx="6457217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① </a:t>
            </a:r>
            <a:r>
              <a:rPr kumimoji="1" lang="en-US" altLang="ja-JP" sz="2400" dirty="0"/>
              <a:t>Resources</a:t>
            </a:r>
            <a:r>
              <a:rPr kumimoji="1" lang="ja-JP" altLang="en-US" sz="2400" dirty="0"/>
              <a:t>フォルダ以下にあるプレハブを</a:t>
            </a:r>
            <a:endParaRPr kumimoji="1" lang="en-US" altLang="ja-JP" sz="24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724EF23-58ED-4057-8A68-663CB721503C}"/>
              </a:ext>
            </a:extLst>
          </p:cNvPr>
          <p:cNvSpPr txBox="1"/>
          <p:nvPr/>
        </p:nvSpPr>
        <p:spPr>
          <a:xfrm>
            <a:off x="6127034" y="5118258"/>
            <a:ext cx="4273927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② </a:t>
            </a:r>
            <a:r>
              <a:rPr kumimoji="1" lang="ja-JP" altLang="en-US" sz="2400" dirty="0"/>
              <a:t>プログラムでロードできる</a:t>
            </a:r>
            <a:endParaRPr kumimoji="1" lang="en-US" altLang="ja-JP" sz="2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B7DDEF6-8FF0-403B-A8F8-06232C328D31}"/>
              </a:ext>
            </a:extLst>
          </p:cNvPr>
          <p:cNvSpPr txBox="1"/>
          <p:nvPr/>
        </p:nvSpPr>
        <p:spPr>
          <a:xfrm>
            <a:off x="523038" y="6135213"/>
            <a:ext cx="10370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※</a:t>
            </a:r>
            <a:r>
              <a:rPr lang="en-US" altLang="ja-JP" sz="2400" b="1" dirty="0">
                <a:solidFill>
                  <a:srgbClr val="FF0000"/>
                </a:solidFill>
              </a:rPr>
              <a:t>Resources</a:t>
            </a:r>
            <a:r>
              <a:rPr lang="ja-JP" altLang="en-US" sz="2400" b="1" dirty="0">
                <a:solidFill>
                  <a:srgbClr val="FF0000"/>
                </a:solidFill>
              </a:rPr>
              <a:t>フォルダに入っているデータでないとロードできません！！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45600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8675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全シーン共通システム テクニック３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802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Scene</a:t>
            </a:r>
            <a:r>
              <a:rPr lang="ja-JP" altLang="en-US" sz="2400" b="1" dirty="0">
                <a:solidFill>
                  <a:srgbClr val="FF0000"/>
                </a:solidFill>
              </a:rPr>
              <a:t>が遷移しても残ってほしい</a:t>
            </a:r>
            <a:r>
              <a:rPr lang="ja-JP" altLang="en-US" sz="2400" dirty="0"/>
              <a:t>オブジェクト、</a:t>
            </a:r>
            <a:endParaRPr lang="en-US" altLang="ja-JP" sz="2400" dirty="0"/>
          </a:p>
          <a:p>
            <a:r>
              <a:rPr kumimoji="1" lang="ja-JP" altLang="en-US" sz="2400" dirty="0"/>
              <a:t>つまり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シーンを跨いで存在してほしい</a:t>
            </a:r>
            <a:r>
              <a:rPr kumimoji="1" lang="ja-JP" altLang="en-US" sz="2400" dirty="0"/>
              <a:t>オブジェクトは、</a:t>
            </a:r>
            <a:endParaRPr kumimoji="1" lang="en-US" altLang="ja-JP" sz="2400" dirty="0"/>
          </a:p>
          <a:p>
            <a:r>
              <a:rPr lang="en-US" altLang="ja-JP" sz="2400" b="1" dirty="0" err="1">
                <a:solidFill>
                  <a:srgbClr val="FF0000"/>
                </a:solidFill>
              </a:rPr>
              <a:t>DontDestroyOnLoad</a:t>
            </a:r>
            <a:r>
              <a:rPr lang="ja-JP" altLang="en-US" sz="2400" dirty="0"/>
              <a:t>領域に確保しておくことができます。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5A94C58-F461-45BB-A195-5BB97E6DB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5706271" cy="504895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829337FA-B175-4ACC-B5A9-11E7516C9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3214500"/>
            <a:ext cx="3458058" cy="2534004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3E89DD0-5C7C-4F44-A57D-D1CAB6E4136B}"/>
              </a:ext>
            </a:extLst>
          </p:cNvPr>
          <p:cNvSpPr/>
          <p:nvPr/>
        </p:nvSpPr>
        <p:spPr>
          <a:xfrm>
            <a:off x="567542" y="5262282"/>
            <a:ext cx="3475540" cy="3792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5364575-9A7D-4B74-9EDF-DBD39587ABA5}"/>
              </a:ext>
            </a:extLst>
          </p:cNvPr>
          <p:cNvSpPr txBox="1"/>
          <p:nvPr/>
        </p:nvSpPr>
        <p:spPr>
          <a:xfrm>
            <a:off x="6273813" y="2624239"/>
            <a:ext cx="5777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① </a:t>
            </a:r>
            <a:r>
              <a:rPr lang="en-US" altLang="ja-JP" dirty="0" err="1"/>
              <a:t>DontDestroyOnLoad</a:t>
            </a:r>
            <a:r>
              <a:rPr lang="ja-JP" altLang="en-US" dirty="0"/>
              <a:t>関数で渡したオブジェクトは</a:t>
            </a:r>
            <a:endParaRPr kumimoji="1" lang="en-US" altLang="ja-JP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5961B61-A590-4765-9A8D-3695FEDFABA0}"/>
              </a:ext>
            </a:extLst>
          </p:cNvPr>
          <p:cNvSpPr txBox="1"/>
          <p:nvPr/>
        </p:nvSpPr>
        <p:spPr>
          <a:xfrm>
            <a:off x="4043082" y="5267260"/>
            <a:ext cx="3020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② 専用の領域に残り続ける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05603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全シーン共通システム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これらのテクニックにより、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１．ゲーム起動時にフェードシステム準備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２．画面フェード用のオブジェクトを常に確保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これを実現しています。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あとは必要なタイミングでフェードをリクエストするだけです。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9195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全シーン共通システム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398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Title.cs</a:t>
            </a:r>
            <a:r>
              <a:rPr kumimoji="1" lang="ja-JP" altLang="en-US" sz="2400" dirty="0"/>
              <a:t>でフェードアウトを使ってみます。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CF1B909-FC04-4E08-88AE-FC1636738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55" y="1817794"/>
            <a:ext cx="9216559" cy="2297006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E418B1A-D518-4F1D-AFB4-C59FD1513708}"/>
              </a:ext>
            </a:extLst>
          </p:cNvPr>
          <p:cNvSpPr/>
          <p:nvPr/>
        </p:nvSpPr>
        <p:spPr>
          <a:xfrm>
            <a:off x="3552788" y="3083860"/>
            <a:ext cx="6217125" cy="44204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302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全シーン共通システム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96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/>
              <a:t>StageSelect.cs</a:t>
            </a:r>
            <a:r>
              <a:rPr kumimoji="1" lang="ja-JP" altLang="en-US" sz="2400" dirty="0"/>
              <a:t>でフェードインを使ってみます。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04D5FB7-2EA2-45BD-ADDB-E81C2D6F6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044347" cy="149018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55E0832-74BF-43C2-85AF-85F76EB0EB02}"/>
              </a:ext>
            </a:extLst>
          </p:cNvPr>
          <p:cNvSpPr txBox="1"/>
          <p:nvPr/>
        </p:nvSpPr>
        <p:spPr>
          <a:xfrm>
            <a:off x="567542" y="3717582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正しく動作するか確認しましょう。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27037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359</Words>
  <Application>Microsoft Office PowerPoint</Application>
  <PresentationFormat>ワイド画面</PresentationFormat>
  <Paragraphs>48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52</cp:revision>
  <dcterms:created xsi:type="dcterms:W3CDTF">2024-08-27T02:15:54Z</dcterms:created>
  <dcterms:modified xsi:type="dcterms:W3CDTF">2024-10-30T01:43:25Z</dcterms:modified>
</cp:coreProperties>
</file>