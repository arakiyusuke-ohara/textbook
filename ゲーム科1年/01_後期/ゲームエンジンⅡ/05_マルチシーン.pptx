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2025/3/5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マルチシーン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70275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Unity</a:t>
            </a:r>
            <a:r>
              <a:rPr kumimoji="1" lang="ja-JP" altLang="en-US" sz="2400" dirty="0"/>
              <a:t>のシーンは複数同時に表示することができます。</a:t>
            </a:r>
            <a:endParaRPr kumimoji="1" lang="en-US" altLang="ja-JP" sz="2400" dirty="0"/>
          </a:p>
          <a:p>
            <a:r>
              <a:rPr lang="ja-JP" altLang="en-US" sz="2400" dirty="0"/>
              <a:t>このことは</a:t>
            </a:r>
            <a:r>
              <a:rPr lang="ja-JP" altLang="en-US" sz="2400" b="1" dirty="0">
                <a:solidFill>
                  <a:srgbClr val="FF0000"/>
                </a:solidFill>
              </a:rPr>
              <a:t>マルチシーン</a:t>
            </a:r>
            <a:r>
              <a:rPr lang="ja-JP" altLang="en-US" sz="2400" dirty="0"/>
              <a:t>と呼ばれています。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kumimoji="1" lang="ja-JP" altLang="en-US" sz="2400" dirty="0"/>
              <a:t>用途は様々ですが、簡単な例で練習してみましょう。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マルチシーン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配布した</a:t>
            </a:r>
            <a:r>
              <a:rPr lang="ja-JP" altLang="en-US" sz="2400" dirty="0"/>
              <a:t>アセットにはステージセレクト画面があります。</a:t>
            </a:r>
            <a:endParaRPr lang="en-US" altLang="ja-JP" sz="2400" dirty="0"/>
          </a:p>
          <a:p>
            <a:r>
              <a:rPr kumimoji="1" lang="ja-JP" altLang="en-US" sz="2400" dirty="0"/>
              <a:t>ここで入力したキーで遊べるステージが変わります。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B157245-C27E-4F1A-B5AD-8ABE911A3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962811" cy="3901312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640932F-8426-403E-87ED-060188231556}"/>
              </a:ext>
            </a:extLst>
          </p:cNvPr>
          <p:cNvSpPr txBox="1"/>
          <p:nvPr/>
        </p:nvSpPr>
        <p:spPr>
          <a:xfrm>
            <a:off x="567542" y="6228138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※</a:t>
            </a:r>
            <a:r>
              <a:rPr kumimoji="1" lang="ja-JP" altLang="en-US" sz="2400" dirty="0"/>
              <a:t>まだ未実装です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771398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マルチシーン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9544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Stage1</a:t>
            </a:r>
            <a:r>
              <a:rPr kumimoji="1" lang="ja-JP" altLang="en-US" sz="2400" dirty="0"/>
              <a:t>と</a:t>
            </a:r>
            <a:r>
              <a:rPr kumimoji="1" lang="en-US" altLang="ja-JP" sz="2400" dirty="0"/>
              <a:t>Stage2</a:t>
            </a:r>
            <a:r>
              <a:rPr lang="ja-JP" altLang="en-US" sz="2400" dirty="0"/>
              <a:t>では</a:t>
            </a:r>
            <a:r>
              <a:rPr lang="en-US" altLang="ja-JP" sz="2400" b="1" dirty="0">
                <a:solidFill>
                  <a:srgbClr val="FF0000"/>
                </a:solidFill>
              </a:rPr>
              <a:t>Scene</a:t>
            </a:r>
            <a:r>
              <a:rPr lang="ja-JP" altLang="en-US" sz="2400" b="1" dirty="0">
                <a:solidFill>
                  <a:srgbClr val="FF0000"/>
                </a:solidFill>
              </a:rPr>
              <a:t>ファイルが分かれています。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1B8527D-B3E5-46DB-B63E-7A93F4A21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067182" cy="293350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64670AA-08F3-47AF-9C71-22E4EF07C82E}"/>
              </a:ext>
            </a:extLst>
          </p:cNvPr>
          <p:cNvSpPr/>
          <p:nvPr/>
        </p:nvSpPr>
        <p:spPr>
          <a:xfrm>
            <a:off x="5244353" y="2537012"/>
            <a:ext cx="1927412" cy="13805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7681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マルチシーン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809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ここでプレイ中の</a:t>
            </a:r>
            <a:r>
              <a:rPr kumimoji="1" lang="en-US" altLang="ja-JP" sz="2400" dirty="0"/>
              <a:t>UI</a:t>
            </a:r>
            <a:r>
              <a:rPr kumimoji="1" lang="ja-JP" altLang="en-US" sz="2400" dirty="0"/>
              <a:t>表示のことを考えてみましょう。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10D088D-34F4-4BD6-AE3F-EDE0B0011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386814"/>
            <a:ext cx="7081945" cy="397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4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マルチシーン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653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Stage1</a:t>
            </a:r>
            <a:r>
              <a:rPr kumimoji="1" lang="ja-JP" altLang="en-US" sz="2400" dirty="0"/>
              <a:t>と</a:t>
            </a:r>
            <a:r>
              <a:rPr kumimoji="1" lang="en-US" altLang="ja-JP" sz="2400" dirty="0"/>
              <a:t>Stage2</a:t>
            </a:r>
            <a:r>
              <a:rPr kumimoji="1" lang="ja-JP" altLang="en-US" sz="2400" dirty="0"/>
              <a:t>はシーンファイルが違うので、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両方のシーンに</a:t>
            </a:r>
            <a:r>
              <a:rPr lang="en-US" altLang="ja-JP" sz="2400" b="1" dirty="0">
                <a:solidFill>
                  <a:srgbClr val="FF0000"/>
                </a:solidFill>
              </a:rPr>
              <a:t>UI</a:t>
            </a:r>
            <a:r>
              <a:rPr lang="ja-JP" altLang="en-US" sz="2400" b="1" dirty="0">
                <a:solidFill>
                  <a:srgbClr val="FF0000"/>
                </a:solidFill>
              </a:rPr>
              <a:t>を配置しなければいけません。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10D088D-34F4-4BD6-AE3F-EDE0B0011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386815"/>
            <a:ext cx="4016673" cy="2256904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020D90D6-0AC7-4965-88FD-2ACA472D6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6083" y="2399496"/>
            <a:ext cx="4016673" cy="2244223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5E642EA-7684-460D-B8D2-318AE24BFBD7}"/>
              </a:ext>
            </a:extLst>
          </p:cNvPr>
          <p:cNvSpPr txBox="1"/>
          <p:nvPr/>
        </p:nvSpPr>
        <p:spPr>
          <a:xfrm>
            <a:off x="567542" y="4995789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ステージがたくさんあると大変なことに。。。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585010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マルチシーン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731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このようなときにマルチシーンを使います。</a:t>
            </a:r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ステージのシーン</a:t>
            </a:r>
            <a:r>
              <a:rPr lang="ja-JP" altLang="en-US" sz="2400" b="1" dirty="0">
                <a:solidFill>
                  <a:srgbClr val="FF0000"/>
                </a:solidFill>
              </a:rPr>
              <a:t>と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UI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のシーンを両方表示します。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CD42D36D-B361-456C-82A8-CC10F5B7E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621836"/>
            <a:ext cx="3226319" cy="1815693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3FD6F62E-EA5C-4B57-9FDB-C58DF793D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874" y="2621836"/>
            <a:ext cx="3230657" cy="1815693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A20025D-2661-4CAE-A4D5-5FAEF38AD198}"/>
              </a:ext>
            </a:extLst>
          </p:cNvPr>
          <p:cNvSpPr txBox="1"/>
          <p:nvPr/>
        </p:nvSpPr>
        <p:spPr>
          <a:xfrm>
            <a:off x="3985146" y="329884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＋</a:t>
            </a:r>
            <a:endParaRPr kumimoji="1" lang="en-US" altLang="ja-JP" sz="24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BEA3415-2481-403C-B928-2C5775C9CD95}"/>
              </a:ext>
            </a:extLst>
          </p:cNvPr>
          <p:cNvSpPr txBox="1"/>
          <p:nvPr/>
        </p:nvSpPr>
        <p:spPr>
          <a:xfrm>
            <a:off x="7899531" y="329884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＝</a:t>
            </a:r>
            <a:endParaRPr kumimoji="1" lang="en-US" altLang="ja-JP" sz="2400" dirty="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04935CC9-526C-4541-ABA5-2397EC96FA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2342" y="2621836"/>
            <a:ext cx="3233426" cy="1815693"/>
          </a:xfrm>
          <a:prstGeom prst="rect">
            <a:avLst/>
          </a:prstGeom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311793C-2EE6-43BC-BF9E-636CC13D02D1}"/>
              </a:ext>
            </a:extLst>
          </p:cNvPr>
          <p:cNvSpPr txBox="1"/>
          <p:nvPr/>
        </p:nvSpPr>
        <p:spPr>
          <a:xfrm>
            <a:off x="567541" y="4810574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実際に練習してみましょう。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284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マルチシーン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27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StageSelect.cs</a:t>
            </a:r>
            <a:r>
              <a:rPr lang="ja-JP" altLang="en-US" sz="2400" dirty="0"/>
              <a:t>にステージをロードする処理を書きます。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A5F44B2-2D6F-4884-874A-8FCFE4256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6655528" cy="3910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82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マルチシーン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1232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Play.cs</a:t>
            </a:r>
            <a:r>
              <a:rPr kumimoji="1" lang="ja-JP" altLang="en-US" sz="2400" dirty="0"/>
              <a:t>（プレイシーンのスクリプト）で</a:t>
            </a:r>
            <a:r>
              <a:rPr kumimoji="1" lang="en-US" altLang="ja-JP" sz="2400" dirty="0"/>
              <a:t>UI</a:t>
            </a:r>
            <a:r>
              <a:rPr kumimoji="1" lang="ja-JP" altLang="en-US" sz="2400" dirty="0"/>
              <a:t>用のシーンをロードします。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31F101D-F71D-4133-9814-652A69024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421011" cy="2791215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735078F-2D5E-40E3-904B-A2AFB31AF9FF}"/>
              </a:ext>
            </a:extLst>
          </p:cNvPr>
          <p:cNvSpPr txBox="1"/>
          <p:nvPr/>
        </p:nvSpPr>
        <p:spPr>
          <a:xfrm>
            <a:off x="567542" y="4748709"/>
            <a:ext cx="10729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Awake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関数</a:t>
            </a:r>
            <a:r>
              <a:rPr kumimoji="1" lang="ja-JP" altLang="en-US" sz="2400" dirty="0"/>
              <a:t>は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Start</a:t>
            </a:r>
            <a:r>
              <a:rPr kumimoji="1" lang="ja-JP" altLang="en-US" sz="2400" dirty="0"/>
              <a:t>や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Update</a:t>
            </a:r>
            <a:r>
              <a:rPr kumimoji="1" lang="ja-JP" altLang="en-US" sz="2400" dirty="0"/>
              <a:t>と同じく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元々用意されている関数</a:t>
            </a:r>
            <a:r>
              <a:rPr kumimoji="1" lang="ja-JP" altLang="en-US" sz="2400" dirty="0"/>
              <a:t>です。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オブジェクト生成タイミング</a:t>
            </a:r>
            <a:r>
              <a:rPr lang="ja-JP" altLang="en-US" sz="2400" dirty="0"/>
              <a:t>で呼ばれ、</a:t>
            </a:r>
            <a:r>
              <a:rPr lang="en-US" altLang="ja-JP" sz="2400" b="1" dirty="0">
                <a:solidFill>
                  <a:srgbClr val="0070C0"/>
                </a:solidFill>
              </a:rPr>
              <a:t>Start</a:t>
            </a:r>
            <a:r>
              <a:rPr lang="ja-JP" altLang="en-US" sz="2400" dirty="0"/>
              <a:t>よりも先に呼ばれる関数です。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311568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マルチシーン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7976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実行すると</a:t>
            </a:r>
            <a:r>
              <a:rPr kumimoji="1" lang="en-US" altLang="ja-JP" sz="2400" dirty="0"/>
              <a:t>Stage1, Stage2</a:t>
            </a:r>
            <a:r>
              <a:rPr kumimoji="1" lang="ja-JP" altLang="en-US" sz="2400" dirty="0"/>
              <a:t>ともに</a:t>
            </a:r>
            <a:r>
              <a:rPr kumimoji="1" lang="en-US" altLang="ja-JP" sz="2400" dirty="0"/>
              <a:t>UI</a:t>
            </a:r>
            <a:r>
              <a:rPr kumimoji="1" lang="ja-JP" altLang="en-US" sz="2400" dirty="0"/>
              <a:t>のシーンが表示されます。</a:t>
            </a:r>
            <a:endParaRPr kumimoji="1" lang="en-US" altLang="ja-JP" sz="2400" dirty="0"/>
          </a:p>
          <a:p>
            <a:r>
              <a:rPr lang="ja-JP" altLang="en-US" sz="2400" dirty="0"/>
              <a:t>ヒエラルキーにもシーンが２つ配置されています。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91984186-C057-4832-9FC8-9E5F5B949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386815"/>
            <a:ext cx="4016673" cy="225690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7FAD42A0-C921-4D39-B44D-6D590E73E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6083" y="2399496"/>
            <a:ext cx="4016673" cy="2244223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4276F722-D1F7-4B9F-9424-222930A48C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41" y="4983108"/>
            <a:ext cx="4670677" cy="138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984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マルチシーン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6188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0070C0"/>
                </a:solidFill>
              </a:rPr>
              <a:t>LoadScene</a:t>
            </a:r>
            <a:r>
              <a:rPr lang="ja-JP" altLang="en-US" sz="2400" dirty="0"/>
              <a:t>関数の第</a:t>
            </a:r>
            <a:r>
              <a:rPr lang="en-US" altLang="ja-JP" sz="2400" dirty="0"/>
              <a:t>2</a:t>
            </a:r>
            <a:r>
              <a:rPr lang="ja-JP" altLang="en-US" sz="2400" dirty="0"/>
              <a:t>引数に</a:t>
            </a:r>
            <a:r>
              <a:rPr lang="en-US" altLang="ja-JP" sz="2400" b="1" dirty="0" err="1">
                <a:solidFill>
                  <a:srgbClr val="00B050"/>
                </a:solidFill>
              </a:rPr>
              <a:t>LoadSceneMode</a:t>
            </a:r>
            <a:r>
              <a:rPr lang="en-US" altLang="ja-JP" sz="2400" dirty="0" err="1"/>
              <a:t>.</a:t>
            </a:r>
            <a:r>
              <a:rPr lang="en-US" altLang="ja-JP" sz="2400" b="1" dirty="0" err="1">
                <a:solidFill>
                  <a:srgbClr val="0070C0"/>
                </a:solidFill>
              </a:rPr>
              <a:t>Additive</a:t>
            </a:r>
            <a:r>
              <a:rPr lang="ja-JP" altLang="en-US" sz="2400" dirty="0"/>
              <a:t>を指定することによって、</a:t>
            </a:r>
            <a:endParaRPr lang="en-US" altLang="ja-JP" sz="2400" dirty="0"/>
          </a:p>
          <a:p>
            <a:r>
              <a:rPr kumimoji="1" lang="ja-JP" altLang="en-US" sz="2400" dirty="0"/>
              <a:t>遷移ではなく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追加する形でシーンを読み込んでいます。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7EDF7AB-83A9-492F-9CBC-62FDED699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777791" cy="1241874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1D35C73-66CB-4621-8E4A-2E9FD8AAA629}"/>
              </a:ext>
            </a:extLst>
          </p:cNvPr>
          <p:cNvSpPr txBox="1"/>
          <p:nvPr/>
        </p:nvSpPr>
        <p:spPr>
          <a:xfrm>
            <a:off x="567542" y="3568700"/>
            <a:ext cx="920797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色々なシーンに共通して表示するもの</a:t>
            </a:r>
            <a:r>
              <a:rPr kumimoji="1" lang="ja-JP" altLang="en-US" sz="2400" dirty="0"/>
              <a:t>があれば、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シーンで分けて追加する形</a:t>
            </a:r>
            <a:r>
              <a:rPr lang="ja-JP" altLang="en-US" sz="2400" dirty="0"/>
              <a:t>で実装しましょう。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■例</a:t>
            </a:r>
            <a:endParaRPr lang="en-US" altLang="ja-JP" sz="2400" dirty="0"/>
          </a:p>
          <a:p>
            <a:r>
              <a:rPr kumimoji="1" lang="ja-JP" altLang="en-US" sz="2400" dirty="0"/>
              <a:t>・スマホゲームのホームメニュー（ずっと一番下や上にある</a:t>
            </a:r>
            <a:r>
              <a:rPr kumimoji="1" lang="en-US" altLang="ja-JP" sz="2400" dirty="0"/>
              <a:t>UI </a:t>
            </a:r>
            <a:r>
              <a:rPr kumimoji="1" lang="ja-JP" altLang="en-US" sz="2400" dirty="0"/>
              <a:t>）</a:t>
            </a:r>
            <a:endParaRPr kumimoji="1"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RPG</a:t>
            </a:r>
            <a:r>
              <a:rPr lang="ja-JP" altLang="en-US" sz="2400" dirty="0"/>
              <a:t>の戦闘中メニュー</a:t>
            </a:r>
            <a:endParaRPr lang="en-US" altLang="ja-JP" sz="2400" dirty="0"/>
          </a:p>
          <a:p>
            <a:r>
              <a:rPr kumimoji="1" lang="ja-JP" altLang="en-US" sz="2400" dirty="0"/>
              <a:t>など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715017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307</Words>
  <Application>Microsoft Office PowerPoint</Application>
  <PresentationFormat>ワイド画面</PresentationFormat>
  <Paragraphs>42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36</cp:revision>
  <dcterms:created xsi:type="dcterms:W3CDTF">2024-08-27T02:15:54Z</dcterms:created>
  <dcterms:modified xsi:type="dcterms:W3CDTF">2025-03-05T01:42:02Z</dcterms:modified>
</cp:coreProperties>
</file>