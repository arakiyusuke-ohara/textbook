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コルーチン</a:t>
            </a:r>
            <a:r>
              <a:rPr kumimoji="1" lang="ja-JP" altLang="en-US" sz="2400" dirty="0"/>
              <a:t>とは、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ゲームの処理の進行と並行して実行する処理</a:t>
            </a:r>
            <a:r>
              <a:rPr kumimoji="1" lang="ja-JP" altLang="en-US" sz="2400" dirty="0"/>
              <a:t>を実現するものです。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■コルーチンの使用例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・ロード画面（ロードとロード中画面の表示を並行）</a:t>
            </a:r>
            <a:endParaRPr kumimoji="1" lang="en-US" altLang="ja-JP" sz="2400" dirty="0"/>
          </a:p>
          <a:p>
            <a:r>
              <a:rPr lang="ja-JP" altLang="en-US" sz="2400" dirty="0"/>
              <a:t>・フェード暗転（暗転中のゲーム画面と暗転を並行）</a:t>
            </a:r>
            <a:endParaRPr lang="en-US" altLang="ja-JP" sz="2400" dirty="0"/>
          </a:p>
          <a:p>
            <a:r>
              <a:rPr kumimoji="1" lang="ja-JP" altLang="en-US" sz="2400" dirty="0"/>
              <a:t>など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使いこなすととても便利です。</a:t>
            </a:r>
            <a:r>
              <a:rPr lang="ja-JP" altLang="en-US" sz="2400" dirty="0"/>
              <a:t>まずは簡単な練習をしてみましょう。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今回作成するスクリプトです。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28B37F3-5835-40A0-9689-E30D2ECB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6175570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1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12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CoroutineTestA</a:t>
            </a:r>
            <a:r>
              <a:rPr kumimoji="1" lang="ja-JP" altLang="en-US" sz="2400" dirty="0"/>
              <a:t>を書いていきます。（その１）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DFD4171-3A60-4B24-96C9-FB9C0DCF4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925853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5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12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CoroutineTestA</a:t>
            </a:r>
            <a:r>
              <a:rPr kumimoji="1" lang="ja-JP" altLang="en-US" sz="2400" dirty="0"/>
              <a:t>を書いていきます。（その２）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368305-4040-4434-942C-1702D8C9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16591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3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12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CoroutineTestA</a:t>
            </a:r>
            <a:r>
              <a:rPr kumimoji="1" lang="ja-JP" altLang="en-US" sz="2400" dirty="0"/>
              <a:t>を書いていきます。（その３）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ABAE5-5EAF-43F3-9277-A9FEC007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80548"/>
            <a:ext cx="7437940" cy="468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1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0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</a:t>
            </a:r>
            <a:r>
              <a:rPr kumimoji="1" lang="en-US" altLang="ja-JP" sz="2400" dirty="0"/>
              <a:t>Sphere</a:t>
            </a:r>
            <a:r>
              <a:rPr kumimoji="1" lang="ja-JP" altLang="en-US" sz="2400" dirty="0"/>
              <a:t>を配置して</a:t>
            </a:r>
            <a:r>
              <a:rPr kumimoji="1" lang="en-US" altLang="ja-JP" sz="2400" dirty="0" err="1">
                <a:solidFill>
                  <a:srgbClr val="00B050"/>
                </a:solidFill>
              </a:rPr>
              <a:t>CoroutineTestA</a:t>
            </a:r>
            <a:r>
              <a:rPr kumimoji="1" lang="ja-JP" altLang="en-US" sz="2400" dirty="0"/>
              <a:t>を付与しましょう。</a:t>
            </a:r>
            <a:endParaRPr kumimoji="1" lang="en-US" altLang="ja-JP" sz="2400" dirty="0"/>
          </a:p>
          <a:p>
            <a:r>
              <a:rPr lang="ja-JP" altLang="en-US" sz="2400" dirty="0"/>
              <a:t>実行すると、一定のサイズまで大きくなり消滅します。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632ED82-541D-4E08-A720-AD726BF8D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226834" cy="42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16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コルーチンの処理は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IEnumerator</a:t>
            </a:r>
            <a:r>
              <a:rPr kumimoji="1" lang="ja-JP" altLang="en-US" sz="2400" dirty="0"/>
              <a:t>で定義した関数に書きます。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9942735-C15F-4C85-9132-06126168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716591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3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678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コルーチン処理の関数は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StartCoroutine</a:t>
            </a:r>
            <a:r>
              <a:rPr kumimoji="1" lang="ja-JP" altLang="en-US" sz="2400" dirty="0"/>
              <a:t>関数を呼ぶことにより、</a:t>
            </a:r>
            <a:endParaRPr kumimoji="1" lang="en-US" altLang="ja-JP" sz="2400" dirty="0"/>
          </a:p>
          <a:p>
            <a:r>
              <a:rPr lang="ja-JP" altLang="en-US" sz="2400" dirty="0"/>
              <a:t>処理が開始します。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6C5269-A947-4015-B01E-65CA1B042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8013286" cy="181113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5DCA88-DF7E-4CEF-AFA0-71F4703D8A4C}"/>
              </a:ext>
            </a:extLst>
          </p:cNvPr>
          <p:cNvSpPr txBox="1"/>
          <p:nvPr/>
        </p:nvSpPr>
        <p:spPr>
          <a:xfrm>
            <a:off x="567542" y="4137957"/>
            <a:ext cx="10971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上のように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IEnumerator</a:t>
            </a:r>
            <a:r>
              <a:rPr kumimoji="1" lang="ja-JP" altLang="en-US" sz="2400" dirty="0"/>
              <a:t>変数に関数の参照を渡してから呼び出すと良いです。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7454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コルーチンの処理の中には </a:t>
            </a:r>
            <a:r>
              <a:rPr lang="en-US" altLang="ja-JP" sz="2400" b="1" dirty="0">
                <a:solidFill>
                  <a:srgbClr val="7030A0"/>
                </a:solidFill>
              </a:rPr>
              <a:t>yield return</a:t>
            </a:r>
            <a:r>
              <a:rPr lang="en-US" altLang="ja-JP" sz="2400" b="1" dirty="0"/>
              <a:t> </a:t>
            </a:r>
            <a:r>
              <a:rPr lang="ja-JP" altLang="en-US" sz="2400" dirty="0"/>
              <a:t>を書くことができます。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7030A0"/>
                </a:solidFill>
              </a:rPr>
              <a:t>yield return 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処理を中断して、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以降のフレームから続きの処理を行うための文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そのため、ゲームを動かしながら並行してコルーチンの処理をしているような</a:t>
            </a:r>
            <a:endParaRPr lang="en-US" altLang="ja-JP" sz="2400" dirty="0"/>
          </a:p>
          <a:p>
            <a:r>
              <a:rPr kumimoji="1" lang="ja-JP" altLang="en-US" sz="2400" dirty="0"/>
              <a:t>挙動になります。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■コルーチン処理の図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24B759-1E1D-4A0B-93B2-0F206EF75DBF}"/>
              </a:ext>
            </a:extLst>
          </p:cNvPr>
          <p:cNvSpPr txBox="1"/>
          <p:nvPr/>
        </p:nvSpPr>
        <p:spPr>
          <a:xfrm>
            <a:off x="2081800" y="4246389"/>
            <a:ext cx="179728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7030A0"/>
                </a:solidFill>
              </a:rPr>
              <a:t>yield return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DF546BA-1AC6-4D0B-9A9B-3A2769AC5A72}"/>
              </a:ext>
            </a:extLst>
          </p:cNvPr>
          <p:cNvSpPr txBox="1"/>
          <p:nvPr/>
        </p:nvSpPr>
        <p:spPr>
          <a:xfrm>
            <a:off x="567542" y="4246389"/>
            <a:ext cx="80021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</a:t>
            </a:r>
            <a:endParaRPr lang="en-US" altLang="ja-JP" sz="24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6B1F2E1-4F1D-4C80-9F18-76B8ED773490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1367761" y="4477222"/>
            <a:ext cx="71403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FE3396-1C8F-48AE-8A70-9F7CAB1FB6AB}"/>
              </a:ext>
            </a:extLst>
          </p:cNvPr>
          <p:cNvSpPr txBox="1"/>
          <p:nvPr/>
        </p:nvSpPr>
        <p:spPr>
          <a:xfrm>
            <a:off x="6670131" y="4246388"/>
            <a:ext cx="172354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処理の続き</a:t>
            </a:r>
            <a:endParaRPr lang="en-US" altLang="ja-JP" sz="24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4F6ED7E-841A-4FB1-9C68-2A69FC6085FE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3879087" y="4477221"/>
            <a:ext cx="2791044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351F08F-DAEA-46B7-B0C9-03E5A727CDA9}"/>
              </a:ext>
            </a:extLst>
          </p:cNvPr>
          <p:cNvSpPr txBox="1"/>
          <p:nvPr/>
        </p:nvSpPr>
        <p:spPr>
          <a:xfrm>
            <a:off x="4023253" y="459869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コルーチン中断</a:t>
            </a:r>
            <a:endParaRPr kumimoji="1" lang="en-US" altLang="ja-JP" sz="2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E9B658F-3CE7-48EA-9B0A-80FB13ED3EFD}"/>
              </a:ext>
            </a:extLst>
          </p:cNvPr>
          <p:cNvSpPr txBox="1"/>
          <p:nvPr/>
        </p:nvSpPr>
        <p:spPr>
          <a:xfrm>
            <a:off x="3879087" y="4063875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この間もゲームは動いてる</a:t>
            </a:r>
            <a:endParaRPr kumimoji="1" lang="en-US" altLang="ja-JP" sz="16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8728D66-305C-4561-8863-A169A3E9FC89}"/>
              </a:ext>
            </a:extLst>
          </p:cNvPr>
          <p:cNvSpPr txBox="1"/>
          <p:nvPr/>
        </p:nvSpPr>
        <p:spPr>
          <a:xfrm>
            <a:off x="567542" y="5904381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中断にはいくつか種類があるので、確認していきましょう。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07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yield return null </a:t>
            </a:r>
            <a:r>
              <a:rPr lang="ja-JP" altLang="en-US" sz="2400" dirty="0"/>
              <a:t>を使用すると、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１フレーム処理を中断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kumimoji="1" lang="ja-JP" altLang="en-US" sz="2400" dirty="0"/>
              <a:t>練習プログラムは拡大と１フレーム待機を繰り返しているので、</a:t>
            </a:r>
            <a:endParaRPr kumimoji="1" lang="en-US" altLang="ja-JP" sz="2400" dirty="0"/>
          </a:p>
          <a:p>
            <a:r>
              <a:rPr lang="ja-JP" altLang="en-US" sz="2400" dirty="0"/>
              <a:t>オブジェクトを徐々に大きくしていることがわかります。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■流れ図</a:t>
            </a:r>
            <a:endParaRPr lang="en-US" altLang="ja-JP" sz="24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80348C4-C219-4CEE-91CD-6894F394CC24}"/>
              </a:ext>
            </a:extLst>
          </p:cNvPr>
          <p:cNvGrpSpPr/>
          <p:nvPr/>
        </p:nvGrpSpPr>
        <p:grpSpPr>
          <a:xfrm>
            <a:off x="567542" y="3295121"/>
            <a:ext cx="5476882" cy="1872472"/>
            <a:chOff x="746836" y="3642896"/>
            <a:chExt cx="5476882" cy="1872472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124B759-1E1D-4A0B-93B2-0F206EF75DBF}"/>
                </a:ext>
              </a:extLst>
            </p:cNvPr>
            <p:cNvSpPr txBox="1"/>
            <p:nvPr/>
          </p:nvSpPr>
          <p:spPr>
            <a:xfrm>
              <a:off x="2261094" y="5053703"/>
              <a:ext cx="2403222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7030A0"/>
                  </a:solidFill>
                </a:rPr>
                <a:t>yield return null</a:t>
              </a:r>
              <a:endParaRPr lang="en-US" altLang="ja-JP" sz="2400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DF546BA-1AC6-4D0B-9A9B-3A2769AC5A72}"/>
                </a:ext>
              </a:extLst>
            </p:cNvPr>
            <p:cNvSpPr txBox="1"/>
            <p:nvPr/>
          </p:nvSpPr>
          <p:spPr>
            <a:xfrm>
              <a:off x="746836" y="5053703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拡大</a:t>
              </a:r>
              <a:endParaRPr lang="en-US" altLang="ja-JP" sz="2400" dirty="0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66B1F2E1-4F1D-4C80-9F18-76B8ED773490}"/>
                </a:ext>
              </a:extLst>
            </p:cNvPr>
            <p:cNvCxnSpPr>
              <a:stCxn id="8" idx="3"/>
              <a:endCxn id="7" idx="1"/>
            </p:cNvCxnSpPr>
            <p:nvPr/>
          </p:nvCxnSpPr>
          <p:spPr>
            <a:xfrm>
              <a:off x="1547055" y="5284536"/>
              <a:ext cx="71403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8FE3396-1C8F-48AE-8A70-9F7CAB1FB6AB}"/>
                </a:ext>
              </a:extLst>
            </p:cNvPr>
            <p:cNvSpPr txBox="1"/>
            <p:nvPr/>
          </p:nvSpPr>
          <p:spPr>
            <a:xfrm>
              <a:off x="1685797" y="3642896"/>
              <a:ext cx="2646878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中断中に画面更新</a:t>
              </a:r>
              <a:endParaRPr lang="en-US" altLang="ja-JP" sz="2400" dirty="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6351F08F-DAEA-46B7-B0C9-03E5A727CDA9}"/>
                </a:ext>
              </a:extLst>
            </p:cNvPr>
            <p:cNvSpPr txBox="1"/>
            <p:nvPr/>
          </p:nvSpPr>
          <p:spPr>
            <a:xfrm>
              <a:off x="5064426" y="4592038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1F</a:t>
              </a:r>
              <a:r>
                <a:rPr lang="ja-JP" altLang="en-US" sz="2400" dirty="0"/>
                <a:t>中断</a:t>
              </a:r>
              <a:endParaRPr kumimoji="1" lang="en-US" altLang="ja-JP" sz="2400" dirty="0"/>
            </a:p>
          </p:txBody>
        </p:sp>
        <p:cxnSp>
          <p:nvCxnSpPr>
            <p:cNvPr id="11" name="コネクタ: カギ線 10">
              <a:extLst>
                <a:ext uri="{FF2B5EF4-FFF2-40B4-BE49-F238E27FC236}">
                  <a16:creationId xmlns:a16="http://schemas.microsoft.com/office/drawing/2014/main" id="{9D0B39B6-4E24-4CEE-AC5E-65EBF8FF1CF4}"/>
                </a:ext>
              </a:extLst>
            </p:cNvPr>
            <p:cNvCxnSpPr>
              <a:cxnSpLocks/>
              <a:stCxn id="7" idx="3"/>
              <a:endCxn id="8" idx="0"/>
            </p:cNvCxnSpPr>
            <p:nvPr/>
          </p:nvCxnSpPr>
          <p:spPr>
            <a:xfrm flipH="1" flipV="1">
              <a:off x="1146946" y="5053703"/>
              <a:ext cx="3517370" cy="230833"/>
            </a:xfrm>
            <a:prstGeom prst="bentConnector4">
              <a:avLst>
                <a:gd name="adj1" fmla="val -6499"/>
                <a:gd name="adj2" fmla="val 432051"/>
              </a:avLst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518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148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yield return</a:t>
            </a:r>
            <a:r>
              <a:rPr lang="en-US" altLang="ja-JP" sz="2400" b="1" dirty="0">
                <a:solidFill>
                  <a:srgbClr val="FF0000"/>
                </a:solidFill>
              </a:rPr>
              <a:t> </a:t>
            </a:r>
            <a:r>
              <a:rPr lang="ja-JP" altLang="en-US" sz="2400" dirty="0"/>
              <a:t>の後に</a:t>
            </a:r>
            <a:r>
              <a:rPr lang="en-US" altLang="ja-JP" sz="2400" b="1" dirty="0">
                <a:solidFill>
                  <a:srgbClr val="00B050"/>
                </a:solidFill>
              </a:rPr>
              <a:t>Wait For Seconds</a:t>
            </a:r>
            <a:r>
              <a:rPr lang="ja-JP" altLang="en-US" sz="2400" dirty="0"/>
              <a:t>クラスを記述すると、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指定した秒数だけ中断</a:t>
            </a:r>
            <a:r>
              <a:rPr kumimoji="1" lang="ja-JP" altLang="en-US" sz="2400" dirty="0"/>
              <a:t>させることができます。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Wait For Seconds</a:t>
            </a:r>
            <a:r>
              <a:rPr lang="ja-JP" altLang="en-US" sz="2400" b="1" dirty="0">
                <a:solidFill>
                  <a:srgbClr val="FF0000"/>
                </a:solidFill>
              </a:rPr>
              <a:t>の図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B34AD5B-63A0-4646-858A-0E259E05C4C5}"/>
              </a:ext>
            </a:extLst>
          </p:cNvPr>
          <p:cNvGrpSpPr/>
          <p:nvPr/>
        </p:nvGrpSpPr>
        <p:grpSpPr>
          <a:xfrm>
            <a:off x="639259" y="2876139"/>
            <a:ext cx="10551408" cy="1146467"/>
            <a:chOff x="639259" y="2876139"/>
            <a:chExt cx="10551408" cy="1146467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615DD57-C2E1-4045-A4E3-158DED1A6CD5}"/>
                </a:ext>
              </a:extLst>
            </p:cNvPr>
            <p:cNvSpPr txBox="1"/>
            <p:nvPr/>
          </p:nvSpPr>
          <p:spPr>
            <a:xfrm>
              <a:off x="2153517" y="3099277"/>
              <a:ext cx="312297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solidFill>
                    <a:srgbClr val="7030A0"/>
                  </a:solidFill>
                </a:rPr>
                <a:t>Wait For Seconds 10</a:t>
              </a:r>
              <a:endParaRPr lang="en-US" altLang="ja-JP" sz="2400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7995396-E155-4757-A4EB-27E0A850D36C}"/>
                </a:ext>
              </a:extLst>
            </p:cNvPr>
            <p:cNvSpPr txBox="1"/>
            <p:nvPr/>
          </p:nvSpPr>
          <p:spPr>
            <a:xfrm>
              <a:off x="639259" y="3099277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処理</a:t>
              </a:r>
              <a:endParaRPr lang="en-US" altLang="ja-JP" sz="2400" dirty="0"/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137A72D9-BC47-4092-A935-8E01FF1BEE9E}"/>
                </a:ext>
              </a:extLst>
            </p:cNvPr>
            <p:cNvCxnSpPr>
              <a:stCxn id="14" idx="3"/>
              <a:endCxn id="13" idx="1"/>
            </p:cNvCxnSpPr>
            <p:nvPr/>
          </p:nvCxnSpPr>
          <p:spPr>
            <a:xfrm>
              <a:off x="1439478" y="3330110"/>
              <a:ext cx="71403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89280FB-3600-4C33-8286-9B369F13F988}"/>
                </a:ext>
              </a:extLst>
            </p:cNvPr>
            <p:cNvSpPr txBox="1"/>
            <p:nvPr/>
          </p:nvSpPr>
          <p:spPr>
            <a:xfrm>
              <a:off x="9467118" y="3099276"/>
              <a:ext cx="172354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処理の続き</a:t>
              </a:r>
              <a:endParaRPr lang="en-US" altLang="ja-JP" sz="2400" dirty="0"/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509F22DA-5CD3-4F17-877F-9585F47F51B6}"/>
                </a:ext>
              </a:extLst>
            </p:cNvPr>
            <p:cNvCxnSpPr>
              <a:cxnSpLocks/>
              <a:stCxn id="13" idx="3"/>
              <a:endCxn id="16" idx="1"/>
            </p:cNvCxnSpPr>
            <p:nvPr/>
          </p:nvCxnSpPr>
          <p:spPr>
            <a:xfrm flipV="1">
              <a:off x="5276488" y="3330109"/>
              <a:ext cx="4190630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0DFD53D-A676-4359-8D1B-2600625B9E9B}"/>
                </a:ext>
              </a:extLst>
            </p:cNvPr>
            <p:cNvSpPr txBox="1"/>
            <p:nvPr/>
          </p:nvSpPr>
          <p:spPr>
            <a:xfrm>
              <a:off x="6646284" y="3560941"/>
              <a:ext cx="14510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10</a:t>
              </a:r>
              <a:r>
                <a:rPr lang="ja-JP" altLang="en-US" sz="2400" dirty="0"/>
                <a:t>秒中断</a:t>
              </a:r>
              <a:endParaRPr kumimoji="1" lang="en-US" altLang="ja-JP" sz="2400" dirty="0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F5AB840-E66D-4007-AB62-C3817DAEE91A}"/>
                </a:ext>
              </a:extLst>
            </p:cNvPr>
            <p:cNvSpPr txBox="1"/>
            <p:nvPr/>
          </p:nvSpPr>
          <p:spPr>
            <a:xfrm>
              <a:off x="5896145" y="2876139"/>
              <a:ext cx="26468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 dirty="0"/>
                <a:t>この間もゲームは動いてる</a:t>
              </a:r>
              <a:endParaRPr kumimoji="1" lang="en-US" altLang="ja-JP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6784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0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dirty="0"/>
              <a:t>関数のコルーチンの設定を</a:t>
            </a:r>
            <a:r>
              <a:rPr lang="en-US" altLang="ja-JP" sz="2400" dirty="0"/>
              <a:t>CoroutineTest2</a:t>
            </a:r>
            <a:r>
              <a:rPr lang="ja-JP" altLang="en-US" sz="2400" dirty="0"/>
              <a:t>に変えてみましょう。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5013434-400D-4733-A9DB-F58DC611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029478" cy="17143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079679-CB50-4951-9B56-7C30B554A625}"/>
              </a:ext>
            </a:extLst>
          </p:cNvPr>
          <p:cNvSpPr/>
          <p:nvPr/>
        </p:nvSpPr>
        <p:spPr>
          <a:xfrm>
            <a:off x="5880847" y="2599765"/>
            <a:ext cx="2456329" cy="3854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50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拡大後に３秒待つように組んでいるので実行して確認しましょう。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A5280FF-6A76-4266-A8EF-6C977D27D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80548"/>
            <a:ext cx="7437940" cy="46834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B6093A-52AB-4B03-9009-9E75AB4DB171}"/>
              </a:ext>
            </a:extLst>
          </p:cNvPr>
          <p:cNvSpPr/>
          <p:nvPr/>
        </p:nvSpPr>
        <p:spPr>
          <a:xfrm>
            <a:off x="1830183" y="5002306"/>
            <a:ext cx="3539676" cy="537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04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最後にコルーチンがよく使われるフェード処理を実際作ってみます。</a:t>
            </a:r>
            <a:endParaRPr kumimoji="1" lang="en-US" altLang="ja-JP" sz="2400" dirty="0"/>
          </a:p>
          <a:p>
            <a:r>
              <a:rPr lang="en-US" altLang="ja-JP" sz="2400" dirty="0" err="1"/>
              <a:t>Fade.cs</a:t>
            </a:r>
            <a:r>
              <a:rPr lang="ja-JP" altLang="en-US" sz="2400" dirty="0"/>
              <a:t>を書いていきます。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98A8B09-BDE7-4F24-B0B5-6868B8CB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802328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31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98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Fade.cs</a:t>
            </a:r>
            <a:r>
              <a:rPr lang="ja-JP" altLang="en-US" sz="2400" dirty="0"/>
              <a:t>を書いていきます。（その２）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E96EB4-AC86-4ECB-9129-DFE90DBB9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071678" cy="465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4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98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Fade.cs</a:t>
            </a:r>
            <a:r>
              <a:rPr lang="ja-JP" altLang="en-US" sz="2400" dirty="0"/>
              <a:t>を書いていきます。（その３）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AB9B76-F385-4EAF-81A9-876474394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9695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81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98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Fade.cs</a:t>
            </a:r>
            <a:r>
              <a:rPr lang="ja-JP" altLang="en-US" sz="2400" dirty="0"/>
              <a:t>を書いていきます。（その４）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228D96-0A8F-4BEF-86A7-014648E13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884572" cy="464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1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98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Fade.cs</a:t>
            </a:r>
            <a:r>
              <a:rPr lang="ja-JP" altLang="en-US" sz="2400" dirty="0"/>
              <a:t>を書いていきます。（その５）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3B04A2-A83D-43F9-9390-F200C02C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40834" cy="47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23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CoroutineTestB.cs</a:t>
            </a:r>
            <a:r>
              <a:rPr lang="ja-JP" altLang="en-US" sz="2400" dirty="0"/>
              <a:t>を書いていきます。</a:t>
            </a:r>
            <a:endParaRPr lang="en-US" altLang="ja-JP" sz="2400" dirty="0"/>
          </a:p>
          <a:p>
            <a:r>
              <a:rPr kumimoji="1" lang="ja-JP" altLang="en-US" sz="2400" dirty="0"/>
              <a:t>こちらはキー入力でフェードする機能だけです。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11052E6-DA0F-4834-98B3-5D3F67328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363592" cy="398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96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16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CoroutineTestB.cs</a:t>
            </a:r>
            <a:r>
              <a:rPr lang="ja-JP" altLang="en-US" sz="2400" dirty="0"/>
              <a:t>を書いていきます。（その２）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C18ABB-2E26-4942-95A7-40A9E999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719238" cy="41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67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9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Fade</a:t>
            </a:r>
            <a:r>
              <a:rPr lang="ja-JP" altLang="en-US" sz="2400" dirty="0"/>
              <a:t>プレハブを開いて、作ったスクリプトを付与しましょう。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38422C-7D2B-4871-AC56-675938E03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27453" cy="20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96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3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Fade</a:t>
            </a:r>
            <a:r>
              <a:rPr lang="ja-JP" altLang="en-US" sz="2400" dirty="0"/>
              <a:t>プレハブを</a:t>
            </a:r>
            <a:r>
              <a:rPr lang="en-US" altLang="ja-JP" sz="2400" dirty="0"/>
              <a:t>Canvas</a:t>
            </a:r>
            <a:r>
              <a:rPr lang="ja-JP" altLang="en-US" sz="2400" dirty="0"/>
              <a:t>の子に配置して動作確認しましょう。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73CF88-135D-4051-9BD1-57927701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0241305" cy="39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3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コルーチン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フェードはあくまでも一例で、</a:t>
            </a:r>
            <a:endParaRPr lang="en-US" altLang="ja-JP" sz="2400" dirty="0"/>
          </a:p>
          <a:p>
            <a:r>
              <a:rPr lang="ja-JP" altLang="en-US" sz="2400" dirty="0"/>
              <a:t>コルーチンは使いこなすと、便利な機能が作れたり、</a:t>
            </a:r>
            <a:endParaRPr lang="en-US" altLang="ja-JP" sz="2400" dirty="0"/>
          </a:p>
          <a:p>
            <a:r>
              <a:rPr lang="ja-JP" altLang="en-US" sz="2400" dirty="0"/>
              <a:t>少ないプログラムで複雑な挙動を実装したりすることができます。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ゲーム制作の中でもコルーチンが使えそうかもと思ったら、</a:t>
            </a:r>
            <a:endParaRPr lang="en-US" altLang="ja-JP" sz="2400" dirty="0"/>
          </a:p>
          <a:p>
            <a:r>
              <a:rPr lang="ja-JP" altLang="en-US" sz="2400" dirty="0"/>
              <a:t>まず実装を試してみましょう。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34424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578</Words>
  <Application>Microsoft Office PowerPoint</Application>
  <PresentationFormat>ワイド画面</PresentationFormat>
  <Paragraphs>92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44</cp:revision>
  <dcterms:created xsi:type="dcterms:W3CDTF">2024-08-27T02:15:54Z</dcterms:created>
  <dcterms:modified xsi:type="dcterms:W3CDTF">2024-11-05T02:50:23Z</dcterms:modified>
</cp:coreProperties>
</file>