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ここまでの課題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エネミーを２種類作成しましょう。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EF86ADB-46F6-4DB5-B654-F28392276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78156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ここまでの課題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9903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エネミーは以下の仕様通りに実装してください。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■エネミー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</a:t>
            </a:r>
          </a:p>
          <a:p>
            <a:r>
              <a:rPr lang="ja-JP" altLang="en-US" sz="2400" dirty="0"/>
              <a:t>・一定時間間隔で前方に体当たりする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0070C0"/>
                </a:solidFill>
              </a:rPr>
              <a:t>サンプルだと青いカプセルオブジェクト</a:t>
            </a:r>
            <a:endParaRPr kumimoji="1" lang="en-US" altLang="ja-JP" sz="2400" b="1" dirty="0">
              <a:solidFill>
                <a:srgbClr val="0070C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■エネミー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</a:t>
            </a:r>
          </a:p>
          <a:p>
            <a:r>
              <a:rPr lang="ja-JP" altLang="en-US" sz="2400" dirty="0"/>
              <a:t>・一定時間間隔で弾を発射する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00B050"/>
                </a:solidFill>
              </a:rPr>
              <a:t>サンプルだと緑のカプセルオブジェクト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■その他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必ず</a:t>
            </a:r>
            <a:r>
              <a:rPr lang="en-US" altLang="ja-JP" sz="2400" dirty="0" err="1">
                <a:solidFill>
                  <a:srgbClr val="00B050"/>
                </a:solidFill>
              </a:rPr>
              <a:t>EnemyBase</a:t>
            </a:r>
            <a:r>
              <a:rPr lang="ja-JP" altLang="en-US" sz="2400" dirty="0"/>
              <a:t>クラスを作成して、それぞれのエネミークラスに継承させること。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821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ここまでの課題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以下は評価基準です。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■最低限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・２体のエネミーが別々の動きをしている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■中評価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・プレイヤーとエネミーが衝突すると、お互い死亡する</a:t>
            </a:r>
            <a:endParaRPr kumimoji="1" lang="en-US" altLang="ja-JP" sz="2400" dirty="0"/>
          </a:p>
          <a:p>
            <a:r>
              <a:rPr lang="ja-JP" altLang="en-US" sz="2400" dirty="0"/>
              <a:t>・エネミーのバレットがプレイヤーに当たったらプレイヤーが死亡する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■高評価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・上記すべてに加えてエネミーに</a:t>
            </a:r>
            <a:r>
              <a:rPr lang="en-US" altLang="ja-JP" sz="2400" dirty="0"/>
              <a:t>HP</a:t>
            </a:r>
            <a:r>
              <a:rPr lang="ja-JP" altLang="en-US" sz="2400" dirty="0"/>
              <a:t>があり、</a:t>
            </a:r>
            <a:endParaRPr lang="en-US" altLang="ja-JP" sz="2400" dirty="0"/>
          </a:p>
          <a:p>
            <a:r>
              <a:rPr kumimoji="1" lang="ja-JP" altLang="en-US" sz="2400" dirty="0"/>
              <a:t>　</a:t>
            </a:r>
            <a:r>
              <a:rPr lang="ja-JP" altLang="en-US" sz="2400" dirty="0"/>
              <a:t>プレイヤーバレットに当たると</a:t>
            </a:r>
            <a:r>
              <a:rPr lang="en-US" altLang="ja-JP" sz="2400" dirty="0"/>
              <a:t>HP</a:t>
            </a:r>
            <a:r>
              <a:rPr lang="ja-JP" altLang="en-US" sz="2400" dirty="0"/>
              <a:t>が１減る。</a:t>
            </a:r>
            <a:endParaRPr lang="en-US" altLang="ja-JP" sz="2400" dirty="0"/>
          </a:p>
          <a:p>
            <a:r>
              <a:rPr kumimoji="1" lang="ja-JP" altLang="en-US" sz="2400" dirty="0"/>
              <a:t>　</a:t>
            </a:r>
            <a:r>
              <a:rPr kumimoji="1" lang="en-US" altLang="ja-JP" sz="2400" dirty="0"/>
              <a:t>HP</a:t>
            </a:r>
            <a:r>
              <a:rPr kumimoji="1" lang="ja-JP" altLang="en-US" sz="2400" dirty="0"/>
              <a:t>が</a:t>
            </a:r>
            <a:r>
              <a:rPr kumimoji="1" lang="en-US" altLang="ja-JP" sz="2400" dirty="0"/>
              <a:t>0</a:t>
            </a:r>
            <a:r>
              <a:rPr kumimoji="1" lang="ja-JP" altLang="en-US" sz="2400"/>
              <a:t>になったら死亡する。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16345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159</Words>
  <Application>Microsoft Office PowerPoint</Application>
  <PresentationFormat>ワイド画面</PresentationFormat>
  <Paragraphs>29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37</cp:revision>
  <dcterms:created xsi:type="dcterms:W3CDTF">2024-08-27T02:15:54Z</dcterms:created>
  <dcterms:modified xsi:type="dcterms:W3CDTF">2024-10-28T03:13:26Z</dcterms:modified>
</cp:coreProperties>
</file>