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はじめに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プログラムでモノづくりをする際は、きちんとした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設計</a:t>
            </a:r>
            <a:r>
              <a:rPr kumimoji="1" lang="ja-JP" altLang="en-US" sz="2400" dirty="0"/>
              <a:t>が必要になります。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昨今のゲームは大規模な開発も多く、雑な設計をしてしまうと、</a:t>
            </a:r>
            <a:endParaRPr lang="en-US" altLang="ja-JP" sz="2400" dirty="0"/>
          </a:p>
          <a:p>
            <a:r>
              <a:rPr lang="ja-JP" altLang="en-US" sz="2400" dirty="0"/>
              <a:t>バグが多発したり、昔書いたコードがどうなっているかわからなくなるなど、</a:t>
            </a:r>
            <a:endParaRPr lang="en-US" altLang="ja-JP" sz="2400" dirty="0"/>
          </a:p>
          <a:p>
            <a:r>
              <a:rPr lang="ja-JP" altLang="en-US" sz="2400" dirty="0"/>
              <a:t>開発作業の進行に多大な影響を与えてしまいます。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ゲームエンジン</a:t>
            </a:r>
            <a:r>
              <a:rPr lang="en-US" altLang="ja-JP" sz="2400" dirty="0"/>
              <a:t>Ⅱ</a:t>
            </a:r>
            <a:r>
              <a:rPr lang="ja-JP" altLang="en-US" sz="2400" dirty="0"/>
              <a:t>では、</a:t>
            </a:r>
            <a:r>
              <a:rPr lang="ja-JP" altLang="en-US" sz="2400" b="1" dirty="0">
                <a:solidFill>
                  <a:srgbClr val="FF0000"/>
                </a:solidFill>
              </a:rPr>
              <a:t>設計を意識した</a:t>
            </a:r>
            <a:r>
              <a:rPr lang="en-US" altLang="ja-JP" sz="2400" b="1" dirty="0">
                <a:solidFill>
                  <a:srgbClr val="FF0000"/>
                </a:solidFill>
              </a:rPr>
              <a:t>Unity</a:t>
            </a:r>
            <a:r>
              <a:rPr lang="ja-JP" altLang="en-US" sz="2400" b="1" dirty="0">
                <a:solidFill>
                  <a:srgbClr val="FF0000"/>
                </a:solidFill>
              </a:rPr>
              <a:t>でのゲーム制作</a:t>
            </a:r>
            <a:r>
              <a:rPr lang="ja-JP" altLang="en-US" sz="2400" dirty="0"/>
              <a:t>を学びます。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はじめに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設計といっても、ゲームは</a:t>
            </a:r>
            <a:r>
              <a:rPr lang="ja-JP" altLang="en-US" sz="2400" b="1" dirty="0">
                <a:solidFill>
                  <a:srgbClr val="FF0000"/>
                </a:solidFill>
              </a:rPr>
              <a:t>オブジェクトごとに役割が分かれている</a:t>
            </a:r>
            <a:r>
              <a:rPr lang="ja-JP" altLang="en-US" sz="2400" dirty="0"/>
              <a:t>ので、</a:t>
            </a:r>
            <a:endParaRPr lang="en-US" altLang="ja-JP" sz="2400" dirty="0"/>
          </a:p>
          <a:p>
            <a:r>
              <a:rPr lang="ja-JP" altLang="en-US" sz="2400" dirty="0"/>
              <a:t>さほど難しいものではありません。</a:t>
            </a:r>
            <a:endParaRPr lang="en-US" altLang="ja-JP" sz="2400" dirty="0"/>
          </a:p>
          <a:p>
            <a:r>
              <a:rPr lang="ja-JP" altLang="en-US" sz="2400" dirty="0"/>
              <a:t>まずはきちんと</a:t>
            </a:r>
            <a:r>
              <a:rPr lang="ja-JP" altLang="en-US" sz="2400" b="1" dirty="0">
                <a:solidFill>
                  <a:srgbClr val="FF0000"/>
                </a:solidFill>
              </a:rPr>
              <a:t>グループ分け</a:t>
            </a:r>
            <a:r>
              <a:rPr lang="ja-JP" altLang="en-US" sz="2400" dirty="0"/>
              <a:t>をする意識をつけていきましょう。</a:t>
            </a:r>
            <a:endParaRPr lang="en-US" altLang="ja-JP" sz="24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E8C21FA-33C3-493A-A0B3-A70CB862DC06}"/>
              </a:ext>
            </a:extLst>
          </p:cNvPr>
          <p:cNvSpPr/>
          <p:nvPr/>
        </p:nvSpPr>
        <p:spPr>
          <a:xfrm>
            <a:off x="567542" y="2556459"/>
            <a:ext cx="1246094" cy="672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Player</a:t>
            </a:r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DF93A5E-EAF5-4A2F-A0B6-C09060D8C677}"/>
              </a:ext>
            </a:extLst>
          </p:cNvPr>
          <p:cNvSpPr/>
          <p:nvPr/>
        </p:nvSpPr>
        <p:spPr>
          <a:xfrm>
            <a:off x="567542" y="3381212"/>
            <a:ext cx="1246094" cy="672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48D6B74-FCC3-4607-B569-07D9CBE7FDC0}"/>
              </a:ext>
            </a:extLst>
          </p:cNvPr>
          <p:cNvSpPr/>
          <p:nvPr/>
        </p:nvSpPr>
        <p:spPr>
          <a:xfrm>
            <a:off x="567542" y="4209679"/>
            <a:ext cx="1246094" cy="672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Bullet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C874271-4C44-4A56-95FF-C01EFB25A0E0}"/>
              </a:ext>
            </a:extLst>
          </p:cNvPr>
          <p:cNvSpPr/>
          <p:nvPr/>
        </p:nvSpPr>
        <p:spPr>
          <a:xfrm>
            <a:off x="567542" y="5038146"/>
            <a:ext cx="1246094" cy="672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Item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087D936-0F72-4063-97C9-4207DAA54B4A}"/>
              </a:ext>
            </a:extLst>
          </p:cNvPr>
          <p:cNvSpPr/>
          <p:nvPr/>
        </p:nvSpPr>
        <p:spPr>
          <a:xfrm>
            <a:off x="2001894" y="2556458"/>
            <a:ext cx="1246094" cy="672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Map</a:t>
            </a:r>
            <a:endParaRPr kumimoji="1" lang="en-US" altLang="ja-JP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C2F720E-8789-4491-8FD4-5CA8F026066A}"/>
              </a:ext>
            </a:extLst>
          </p:cNvPr>
          <p:cNvSpPr/>
          <p:nvPr/>
        </p:nvSpPr>
        <p:spPr>
          <a:xfrm>
            <a:off x="2001894" y="3381212"/>
            <a:ext cx="1246094" cy="672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Scene</a:t>
            </a:r>
            <a:endParaRPr kumimoji="1" lang="en-US" altLang="ja-JP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F603517-88EC-47EC-96C9-36FB7123D410}"/>
              </a:ext>
            </a:extLst>
          </p:cNvPr>
          <p:cNvSpPr/>
          <p:nvPr/>
        </p:nvSpPr>
        <p:spPr>
          <a:xfrm>
            <a:off x="1992928" y="4205966"/>
            <a:ext cx="1246094" cy="672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UI</a:t>
            </a:r>
            <a:endParaRPr kumimoji="1" lang="en-US" altLang="ja-JP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2DD31D5-B1A8-4264-9006-7E86EBA1C73F}"/>
              </a:ext>
            </a:extLst>
          </p:cNvPr>
          <p:cNvSpPr/>
          <p:nvPr/>
        </p:nvSpPr>
        <p:spPr>
          <a:xfrm>
            <a:off x="1992928" y="5030720"/>
            <a:ext cx="1246094" cy="672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Camera</a:t>
            </a:r>
            <a:endParaRPr kumimoji="1"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3FD2E13-A796-49F4-8489-B5C1F57C65EC}"/>
              </a:ext>
            </a:extLst>
          </p:cNvPr>
          <p:cNvSpPr txBox="1"/>
          <p:nvPr/>
        </p:nvSpPr>
        <p:spPr>
          <a:xfrm>
            <a:off x="567542" y="5866613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このようにきれいにグループ分けされたプログラムを意識して学習しましょう。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8209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141</Words>
  <Application>Microsoft Office PowerPoint</Application>
  <PresentationFormat>ワイド画面</PresentationFormat>
  <Paragraphs>21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15</cp:revision>
  <dcterms:created xsi:type="dcterms:W3CDTF">2024-08-27T02:15:54Z</dcterms:created>
  <dcterms:modified xsi:type="dcterms:W3CDTF">2024-10-21T01:38:33Z</dcterms:modified>
</cp:coreProperties>
</file>