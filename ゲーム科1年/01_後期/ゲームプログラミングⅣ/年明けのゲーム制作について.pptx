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ゲーム制作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tx1"/>
                </a:solidFill>
              </a:rPr>
              <a:t>年明けからゲームを２つ制作することになります。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■各ゲーム制作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・４日間、</a:t>
            </a:r>
            <a:r>
              <a:rPr lang="en-US" altLang="ja-JP" sz="2400" dirty="0"/>
              <a:t>12</a:t>
            </a:r>
            <a:r>
              <a:rPr lang="ja-JP" altLang="en-US" sz="2400" dirty="0"/>
              <a:t>コマで制作する短期ゲーム制作</a:t>
            </a:r>
            <a:endParaRPr lang="en-US" altLang="ja-JP" sz="2400" dirty="0"/>
          </a:p>
          <a:p>
            <a:r>
              <a:rPr kumimoji="1" lang="ja-JP" altLang="en-US" sz="2400" dirty="0">
                <a:solidFill>
                  <a:schemeClr val="tx1"/>
                </a:solidFill>
              </a:rPr>
              <a:t>・２か月間で制作する長期ゲーム制作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dirty="0">
                <a:solidFill>
                  <a:schemeClr val="tx1"/>
                </a:solidFill>
              </a:rPr>
              <a:t>それぞれ説明します。</a:t>
            </a:r>
            <a:endParaRPr kumimoji="1" lang="en-US" altLang="ja-JP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138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短期ゲーム制作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7655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tx1"/>
                </a:solidFill>
              </a:rPr>
              <a:t>授業では</a:t>
            </a:r>
            <a:r>
              <a:rPr kumimoji="1" lang="en-US" altLang="ja-JP" sz="2400" dirty="0">
                <a:solidFill>
                  <a:schemeClr val="tx1"/>
                </a:solidFill>
              </a:rPr>
              <a:t>12</a:t>
            </a:r>
            <a:r>
              <a:rPr kumimoji="1" lang="ja-JP" altLang="en-US" sz="2400" dirty="0">
                <a:solidFill>
                  <a:schemeClr val="tx1"/>
                </a:solidFill>
              </a:rPr>
              <a:t>コマしかとらないのでミニゲームを１つ作っていただきます。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r>
              <a:rPr lang="ja-JP" altLang="en-US" sz="2400" dirty="0"/>
              <a:t>詳細は以下の通りです。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制作期間：</a:t>
            </a:r>
            <a:r>
              <a:rPr lang="en-US" altLang="ja-JP" sz="2400" dirty="0"/>
              <a:t>1</a:t>
            </a:r>
            <a:r>
              <a:rPr lang="ja-JP" altLang="en-US" sz="2400" dirty="0"/>
              <a:t>月</a:t>
            </a:r>
            <a:r>
              <a:rPr lang="en-US" altLang="ja-JP" sz="2400" dirty="0"/>
              <a:t>21</a:t>
            </a:r>
            <a:r>
              <a:rPr lang="ja-JP" altLang="en-US" sz="2400" dirty="0"/>
              <a:t>日～</a:t>
            </a:r>
            <a:r>
              <a:rPr lang="en-US" altLang="ja-JP" sz="2400" dirty="0"/>
              <a:t>1</a:t>
            </a:r>
            <a:r>
              <a:rPr lang="ja-JP" altLang="en-US" sz="2400" dirty="0"/>
              <a:t>月</a:t>
            </a:r>
            <a:r>
              <a:rPr lang="en-US" altLang="ja-JP" sz="2400"/>
              <a:t>28</a:t>
            </a:r>
            <a:r>
              <a:rPr lang="ja-JP" altLang="en-US" sz="2400"/>
              <a:t>日</a:t>
            </a:r>
            <a:endParaRPr lang="en-US" altLang="ja-JP" sz="2400" dirty="0"/>
          </a:p>
          <a:p>
            <a:r>
              <a:rPr lang="ja-JP" altLang="en-US" sz="2400" dirty="0"/>
              <a:t>提出期限：</a:t>
            </a:r>
            <a:r>
              <a:rPr lang="en-US" altLang="ja-JP" sz="2400" dirty="0"/>
              <a:t>1</a:t>
            </a:r>
            <a:r>
              <a:rPr lang="ja-JP" altLang="en-US" sz="2400" dirty="0"/>
              <a:t>月</a:t>
            </a:r>
            <a:r>
              <a:rPr lang="en-US" altLang="ja-JP" sz="2400" dirty="0"/>
              <a:t>15</a:t>
            </a:r>
            <a:r>
              <a:rPr lang="ja-JP" altLang="en-US" sz="2400" dirty="0"/>
              <a:t>日 </a:t>
            </a:r>
            <a:r>
              <a:rPr lang="en-US" altLang="ja-JP" sz="2400" dirty="0"/>
              <a:t>17</a:t>
            </a:r>
            <a:r>
              <a:rPr lang="ja-JP" altLang="en-US" sz="2400" dirty="0"/>
              <a:t>時に完全提出</a:t>
            </a:r>
            <a:endParaRPr lang="en-US" altLang="ja-JP" sz="2400" dirty="0"/>
          </a:p>
          <a:p>
            <a:r>
              <a:rPr lang="ja-JP" altLang="en-US" sz="2400" dirty="0"/>
              <a:t>発表日：</a:t>
            </a:r>
            <a:r>
              <a:rPr lang="en-US" altLang="ja-JP" sz="2400" dirty="0"/>
              <a:t>1</a:t>
            </a:r>
            <a:r>
              <a:rPr lang="ja-JP" altLang="en-US" sz="2400" dirty="0"/>
              <a:t>月</a:t>
            </a:r>
            <a:r>
              <a:rPr lang="en-US" altLang="ja-JP" sz="2400" dirty="0"/>
              <a:t>20</a:t>
            </a:r>
            <a:r>
              <a:rPr lang="ja-JP" altLang="en-US" sz="2400" dirty="0"/>
              <a:t>日　</a:t>
            </a:r>
            <a:r>
              <a:rPr lang="en-US" altLang="ja-JP" sz="2400" dirty="0"/>
              <a:t>1</a:t>
            </a:r>
            <a:r>
              <a:rPr lang="ja-JP" altLang="en-US" sz="2400" dirty="0"/>
              <a:t>限目から</a:t>
            </a:r>
            <a:endParaRPr lang="en-US" altLang="ja-JP" sz="2400" dirty="0"/>
          </a:p>
          <a:p>
            <a:r>
              <a:rPr lang="ja-JP" altLang="en-US" sz="2400" dirty="0"/>
              <a:t>制作環境：</a:t>
            </a:r>
            <a:r>
              <a:rPr lang="en-US" altLang="ja-JP" sz="2400" dirty="0" err="1"/>
              <a:t>DxLib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■ミニゲーム例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・じゃんけんゲーム</a:t>
            </a:r>
            <a:endParaRPr lang="en-US" altLang="ja-JP" sz="2400" dirty="0"/>
          </a:p>
          <a:p>
            <a:r>
              <a:rPr lang="ja-JP" altLang="en-US" sz="2400" dirty="0"/>
              <a:t>・インベーダー</a:t>
            </a:r>
            <a:endParaRPr lang="en-US" altLang="ja-JP" sz="2400" dirty="0"/>
          </a:p>
          <a:p>
            <a:r>
              <a:rPr lang="ja-JP" altLang="en-US" sz="2400" dirty="0"/>
              <a:t>・五目並べ</a:t>
            </a:r>
            <a:endParaRPr lang="en-US" altLang="ja-JP" sz="2400" dirty="0"/>
          </a:p>
          <a:p>
            <a:r>
              <a:rPr lang="ja-JP" altLang="en-US" sz="2400" dirty="0"/>
              <a:t>・○</a:t>
            </a:r>
            <a:r>
              <a:rPr lang="en-US" altLang="ja-JP" sz="2400" dirty="0"/>
              <a:t>×</a:t>
            </a:r>
            <a:r>
              <a:rPr lang="ja-JP" altLang="en-US" sz="2400" dirty="0"/>
              <a:t>ゲーム</a:t>
            </a:r>
            <a:endParaRPr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長期ゲーム制作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tx1"/>
                </a:solidFill>
              </a:rPr>
              <a:t>その後、本格的な長期制作を行います。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r>
              <a:rPr lang="ja-JP" altLang="en-US" sz="2400" dirty="0"/>
              <a:t>ここで作成したゲームは</a:t>
            </a:r>
            <a:r>
              <a:rPr lang="ja-JP" altLang="en-US" sz="2400" b="1" dirty="0">
                <a:solidFill>
                  <a:srgbClr val="FF0000"/>
                </a:solidFill>
              </a:rPr>
              <a:t>就活のポートフォリオに必ず載せます。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制作期間：</a:t>
            </a:r>
            <a:r>
              <a:rPr lang="en-US" altLang="ja-JP" sz="2400" dirty="0"/>
              <a:t>1</a:t>
            </a:r>
            <a:r>
              <a:rPr lang="ja-JP" altLang="en-US" sz="2400" dirty="0"/>
              <a:t>月</a:t>
            </a:r>
            <a:r>
              <a:rPr lang="en-US" altLang="ja-JP" sz="2400"/>
              <a:t>29</a:t>
            </a:r>
            <a:r>
              <a:rPr lang="ja-JP" altLang="en-US" sz="2400"/>
              <a:t>日</a:t>
            </a:r>
            <a:r>
              <a:rPr lang="ja-JP" altLang="en-US" sz="2400" dirty="0"/>
              <a:t>～</a:t>
            </a:r>
            <a:r>
              <a:rPr lang="en-US" altLang="ja-JP" sz="2400" dirty="0"/>
              <a:t>3</a:t>
            </a:r>
            <a:r>
              <a:rPr lang="ja-JP" altLang="en-US" sz="2400" dirty="0"/>
              <a:t>月</a:t>
            </a:r>
            <a:r>
              <a:rPr lang="en-US" altLang="ja-JP" sz="2400" dirty="0"/>
              <a:t>18</a:t>
            </a:r>
            <a:r>
              <a:rPr lang="ja-JP" altLang="en-US" sz="2400" dirty="0"/>
              <a:t>日</a:t>
            </a:r>
            <a:endParaRPr lang="en-US" altLang="ja-JP" sz="2400" dirty="0"/>
          </a:p>
          <a:p>
            <a:r>
              <a:rPr lang="ja-JP" altLang="en-US" sz="2400" dirty="0"/>
              <a:t>提出期限：</a:t>
            </a:r>
            <a:r>
              <a:rPr lang="en-US" altLang="ja-JP" sz="2400" dirty="0"/>
              <a:t>3</a:t>
            </a:r>
            <a:r>
              <a:rPr lang="ja-JP" altLang="en-US" sz="2400" dirty="0"/>
              <a:t>月</a:t>
            </a:r>
            <a:r>
              <a:rPr lang="en-US" altLang="ja-JP" sz="2400" dirty="0"/>
              <a:t>18</a:t>
            </a:r>
            <a:r>
              <a:rPr lang="ja-JP" altLang="en-US" sz="2400" dirty="0"/>
              <a:t>日 </a:t>
            </a:r>
            <a:r>
              <a:rPr lang="en-US" altLang="ja-JP" sz="2400" dirty="0"/>
              <a:t>17</a:t>
            </a:r>
            <a:r>
              <a:rPr lang="ja-JP" altLang="en-US" sz="2400" dirty="0"/>
              <a:t>時に完全提出</a:t>
            </a:r>
            <a:endParaRPr lang="en-US" altLang="ja-JP" sz="2400" dirty="0"/>
          </a:p>
          <a:p>
            <a:r>
              <a:rPr lang="ja-JP" altLang="en-US" sz="2400" dirty="0"/>
              <a:t>発表日：</a:t>
            </a:r>
            <a:r>
              <a:rPr lang="en-US" altLang="ja-JP" sz="2400" dirty="0"/>
              <a:t>3</a:t>
            </a:r>
            <a:r>
              <a:rPr lang="ja-JP" altLang="en-US" sz="2400" dirty="0"/>
              <a:t>月</a:t>
            </a:r>
            <a:r>
              <a:rPr lang="en-US" altLang="ja-JP" sz="2400" dirty="0"/>
              <a:t>19</a:t>
            </a:r>
            <a:r>
              <a:rPr lang="ja-JP" altLang="en-US" sz="2400" dirty="0"/>
              <a:t>日　</a:t>
            </a:r>
            <a:r>
              <a:rPr lang="en-US" altLang="ja-JP" sz="2400" dirty="0"/>
              <a:t>1</a:t>
            </a:r>
            <a:r>
              <a:rPr lang="ja-JP" altLang="en-US" sz="2400" dirty="0"/>
              <a:t>限目から</a:t>
            </a:r>
            <a:endParaRPr lang="en-US" altLang="ja-JP" sz="2400" dirty="0"/>
          </a:p>
          <a:p>
            <a:r>
              <a:rPr lang="ja-JP" altLang="en-US" sz="2400" dirty="0"/>
              <a:t>制作環境：</a:t>
            </a:r>
            <a:r>
              <a:rPr lang="en-US" altLang="ja-JP" sz="2400" dirty="0" err="1"/>
              <a:t>DxLib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テーマやジャンルは問いません。</a:t>
            </a:r>
            <a:endParaRPr lang="en-US" altLang="ja-JP" sz="2400" dirty="0"/>
          </a:p>
          <a:p>
            <a:r>
              <a:rPr lang="ja-JP" altLang="en-US" sz="2400" dirty="0"/>
              <a:t>各自で制作したい</a:t>
            </a:r>
            <a:r>
              <a:rPr lang="en-US" altLang="ja-JP" sz="2400" dirty="0"/>
              <a:t>2D</a:t>
            </a:r>
            <a:r>
              <a:rPr lang="ja-JP" altLang="en-US" sz="2400" dirty="0"/>
              <a:t>のゲームを作っていただきます。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46248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冬休みのお願い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冬休み中にこの</a:t>
            </a:r>
            <a:r>
              <a:rPr lang="en-US" altLang="ja-JP" sz="2400" dirty="0"/>
              <a:t>2</a:t>
            </a:r>
            <a:r>
              <a:rPr lang="ja-JP" altLang="en-US" sz="2400" dirty="0"/>
              <a:t>つの制作で、</a:t>
            </a:r>
            <a:endParaRPr lang="en-US" altLang="ja-JP" sz="2400"/>
          </a:p>
          <a:p>
            <a:r>
              <a:rPr lang="ja-JP" altLang="en-US" sz="2400"/>
              <a:t>どの</a:t>
            </a:r>
            <a:r>
              <a:rPr lang="ja-JP" altLang="en-US" sz="2400" dirty="0"/>
              <a:t>ようなゲームを作るか考えておきましょう。</a:t>
            </a:r>
            <a:endParaRPr lang="en-US" altLang="ja-JP" sz="2400" dirty="0"/>
          </a:p>
          <a:p>
            <a:r>
              <a:rPr lang="ja-JP" altLang="en-US" sz="2400" dirty="0"/>
              <a:t>余裕があれば企画書を書いても良いです。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冬休み明けからすぐに制作に入れるように準備しておきましょう。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74299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243</Words>
  <Application>Microsoft Office PowerPoint</Application>
  <PresentationFormat>ワイド画面</PresentationFormat>
  <Paragraphs>40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20</cp:revision>
  <dcterms:created xsi:type="dcterms:W3CDTF">2024-08-27T02:15:54Z</dcterms:created>
  <dcterms:modified xsi:type="dcterms:W3CDTF">2024-11-27T00:21:45Z</dcterms:modified>
</cp:coreProperties>
</file>