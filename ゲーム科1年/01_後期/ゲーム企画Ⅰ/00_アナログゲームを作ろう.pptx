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アナログゲームをつくろう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チームを組んでアナログゲームを作ります。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■進め方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１．アイデア出し</a:t>
            </a:r>
            <a:endParaRPr lang="en-US" altLang="ja-JP" sz="2400" dirty="0"/>
          </a:p>
          <a:p>
            <a:r>
              <a:rPr lang="ja-JP" altLang="en-US" sz="2400" dirty="0"/>
              <a:t>２．制作</a:t>
            </a:r>
            <a:endParaRPr lang="en-US" altLang="ja-JP" sz="2400" dirty="0"/>
          </a:p>
          <a:p>
            <a:r>
              <a:rPr lang="ja-JP" altLang="en-US" sz="2400" dirty="0"/>
              <a:t>３．テスト、修正</a:t>
            </a:r>
            <a:endParaRPr lang="en-US" altLang="ja-JP" sz="2400" dirty="0"/>
          </a:p>
          <a:p>
            <a:r>
              <a:rPr lang="ja-JP" altLang="en-US" sz="2400" dirty="0"/>
              <a:t>４．説明書作成</a:t>
            </a:r>
            <a:endParaRPr lang="en-US" altLang="ja-JP" sz="2400" dirty="0"/>
          </a:p>
          <a:p>
            <a:r>
              <a:rPr lang="ja-JP" altLang="en-US" sz="2400" dirty="0"/>
              <a:t>５．展示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688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アナログゲームをつくろう アイデア出し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まずはどのようなゲームを作るかアイデアを出しましょう。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■ヒント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・既存のゲームを参考に考える</a:t>
            </a:r>
            <a:endParaRPr lang="en-US" altLang="ja-JP" sz="2400" dirty="0"/>
          </a:p>
          <a:p>
            <a:r>
              <a:rPr lang="ja-JP" altLang="en-US" sz="2400" dirty="0"/>
              <a:t>　・麻雀、ポーカーなどルールが複雑なものをカジュアルにしたり</a:t>
            </a:r>
            <a:endParaRPr lang="en-US" altLang="ja-JP" sz="2400" dirty="0"/>
          </a:p>
          <a:p>
            <a:r>
              <a:rPr lang="ja-JP" altLang="en-US" sz="2400" dirty="0"/>
              <a:t>　・あまり世に知れてないゲームを探してオマージュしたり</a:t>
            </a:r>
            <a:endParaRPr lang="en-US" altLang="ja-JP" sz="2400" dirty="0"/>
          </a:p>
          <a:p>
            <a:r>
              <a:rPr lang="ja-JP" altLang="en-US" sz="2400" dirty="0"/>
              <a:t>　・トランプなど既存のツールから新しいルールを考えたり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実際に作るので</a:t>
            </a:r>
            <a:r>
              <a:rPr lang="ja-JP" altLang="en-US" sz="2400" b="1" dirty="0">
                <a:solidFill>
                  <a:srgbClr val="FF0000"/>
                </a:solidFill>
              </a:rPr>
              <a:t>予算</a:t>
            </a:r>
            <a:r>
              <a:rPr lang="ja-JP" altLang="en-US" sz="2400" dirty="0"/>
              <a:t>なども考慮しましょう。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66122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688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アナログゲームをつくろう 制作～テスト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アイデアが固まったら早速作りましょう。</a:t>
            </a:r>
            <a:endParaRPr lang="en-US" altLang="ja-JP" sz="2400" dirty="0"/>
          </a:p>
          <a:p>
            <a:r>
              <a:rPr lang="ja-JP" altLang="en-US" sz="2400" dirty="0"/>
              <a:t>テストを繰り返し、</a:t>
            </a:r>
            <a:r>
              <a:rPr lang="ja-JP" altLang="en-US" sz="2400" b="1" dirty="0">
                <a:solidFill>
                  <a:srgbClr val="FF0000"/>
                </a:solidFill>
              </a:rPr>
              <a:t>ルールに抜けがないか</a:t>
            </a:r>
            <a:r>
              <a:rPr lang="ja-JP" altLang="en-US" sz="2400" dirty="0"/>
              <a:t>よく調べましょう。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064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277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アナログゲームをつくろう 説明書作成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問題なく遊べるようになったら説明書を作りましょう。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■説明書詳細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・データで用意すること</a:t>
            </a:r>
            <a:endParaRPr lang="en-US" altLang="ja-JP" sz="2400" dirty="0"/>
          </a:p>
          <a:p>
            <a:r>
              <a:rPr lang="ja-JP" altLang="en-US" sz="2400" dirty="0"/>
              <a:t>・読めば遊べるように丁寧に作ること</a:t>
            </a:r>
            <a:endParaRPr lang="en-US" altLang="ja-JP" sz="2400" dirty="0"/>
          </a:p>
          <a:p>
            <a:r>
              <a:rPr lang="ja-JP" altLang="en-US" sz="2400" dirty="0"/>
              <a:t>・必要に応じて印刷はこちらで対応できます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24062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アナログゲームをつくろう 展示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作ったゲームは展示してほかのチームに遊んでもらいます。</a:t>
            </a:r>
            <a:endParaRPr lang="en-US" altLang="ja-JP" sz="2400" dirty="0"/>
          </a:p>
          <a:p>
            <a:r>
              <a:rPr lang="ja-JP" altLang="en-US" sz="2400" dirty="0"/>
              <a:t>楽しいゲームを作りましょう。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89321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アナログゲームをつくろう 注意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・買い出しなど、教室外での活動は授業時間外でお願いします。</a:t>
            </a:r>
            <a:endParaRPr lang="en-US" altLang="ja-JP" sz="2400" dirty="0"/>
          </a:p>
          <a:p>
            <a:r>
              <a:rPr lang="ja-JP" altLang="en-US" sz="2400" dirty="0"/>
              <a:t>・予算に制限はありませんが、予算に見合ったゲームを作りましょう。</a:t>
            </a:r>
            <a:endParaRPr lang="en-US" altLang="ja-JP" sz="2400" dirty="0"/>
          </a:p>
          <a:p>
            <a:r>
              <a:rPr lang="ja-JP" altLang="en-US" sz="2400" dirty="0"/>
              <a:t>・完成した作品から成績をつけます。必ず完成させましょう。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49618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242</Words>
  <Application>Microsoft Office PowerPoint</Application>
  <PresentationFormat>ワイド画面</PresentationFormat>
  <Paragraphs>36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20</cp:revision>
  <dcterms:created xsi:type="dcterms:W3CDTF">2024-08-27T02:15:54Z</dcterms:created>
  <dcterms:modified xsi:type="dcterms:W3CDTF">2024-12-13T01:02:08Z</dcterms:modified>
</cp:coreProperties>
</file>