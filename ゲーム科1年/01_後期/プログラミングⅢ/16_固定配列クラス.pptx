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固定配列クラス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191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の標準ライブラリには</a:t>
            </a:r>
            <a:r>
              <a:rPr lang="ja-JP" altLang="en-US" sz="2400" b="1" dirty="0">
                <a:solidFill>
                  <a:srgbClr val="FF0000"/>
                </a:solidFill>
              </a:rPr>
              <a:t>固定配列クラス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配列を安全かつ便利に使用できるクラスです。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簡単に練習します。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固定配列クラス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E70832B-4121-489E-9A5B-64DE6436D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297301" cy="46253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A347FD-408D-411F-AE4D-07687DC95C1C}"/>
              </a:ext>
            </a:extLst>
          </p:cNvPr>
          <p:cNvSpPr txBox="1"/>
          <p:nvPr/>
        </p:nvSpPr>
        <p:spPr>
          <a:xfrm>
            <a:off x="6515367" y="5981468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書き終わったら実行してみましょう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3644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固定配列クラス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954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固定配列クラス</a:t>
            </a:r>
            <a:r>
              <a:rPr lang="en-US" altLang="ja-JP" sz="2400" b="1" dirty="0">
                <a:solidFill>
                  <a:srgbClr val="00B050"/>
                </a:solidFill>
              </a:rPr>
              <a:t>array</a:t>
            </a:r>
            <a:r>
              <a:rPr lang="ja-JP" altLang="en-US" sz="2400" dirty="0"/>
              <a:t>の宣言は以下の通りです。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std::</a:t>
            </a:r>
            <a:r>
              <a:rPr lang="en-US" altLang="ja-JP" sz="2400" dirty="0">
                <a:solidFill>
                  <a:srgbClr val="00B050"/>
                </a:solidFill>
              </a:rPr>
              <a:t>array</a:t>
            </a:r>
            <a:r>
              <a:rPr lang="en-US" altLang="ja-JP" sz="2400" dirty="0"/>
              <a:t>&lt;</a:t>
            </a:r>
            <a:r>
              <a:rPr lang="ja-JP" altLang="en-US" sz="2400" dirty="0">
                <a:solidFill>
                  <a:srgbClr val="0070C0"/>
                </a:solidFill>
              </a:rPr>
              <a:t>型名</a:t>
            </a:r>
            <a:r>
              <a:rPr lang="en-US" altLang="ja-JP" sz="2400" dirty="0"/>
              <a:t>, </a:t>
            </a:r>
            <a:r>
              <a:rPr lang="ja-JP" altLang="en-US" sz="2400" dirty="0"/>
              <a:t>件数</a:t>
            </a:r>
            <a:r>
              <a:rPr lang="en-US" altLang="ja-JP" sz="2400" dirty="0"/>
              <a:t>&gt; </a:t>
            </a:r>
            <a:r>
              <a:rPr lang="ja-JP" altLang="en-US" sz="2400" dirty="0"/>
              <a:t>変数名</a:t>
            </a:r>
            <a:r>
              <a:rPr lang="en-US" altLang="ja-JP" sz="2400" dirty="0"/>
              <a:t>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40EDCC-EF6F-485E-A217-FFE90553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8049972" cy="95720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21D211-5C90-4219-8A5E-C6ED92463BA0}"/>
              </a:ext>
            </a:extLst>
          </p:cNvPr>
          <p:cNvSpPr txBox="1"/>
          <p:nvPr/>
        </p:nvSpPr>
        <p:spPr>
          <a:xfrm>
            <a:off x="567542" y="3653365"/>
            <a:ext cx="6242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言語と同じ方法で初期値も設定できます。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35598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固定配列クラス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657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array</a:t>
            </a:r>
            <a:r>
              <a:rPr lang="ja-JP" altLang="en-US" sz="2400" dirty="0"/>
              <a:t>はクラスなので</a:t>
            </a:r>
            <a:r>
              <a:rPr lang="ja-JP" altLang="en-US" sz="2400" b="1" dirty="0">
                <a:solidFill>
                  <a:srgbClr val="FF0000"/>
                </a:solidFill>
              </a:rPr>
              <a:t>コピー</a:t>
            </a:r>
            <a:r>
              <a:rPr lang="ja-JP" altLang="en-US" sz="2400" dirty="0"/>
              <a:t>できます。</a:t>
            </a:r>
            <a:endParaRPr lang="en-US" altLang="ja-JP" sz="2400" dirty="0"/>
          </a:p>
          <a:p>
            <a:r>
              <a:rPr lang="en-US" altLang="ja-JP" sz="2400" dirty="0"/>
              <a:t>C</a:t>
            </a:r>
            <a:r>
              <a:rPr lang="ja-JP" altLang="en-US" sz="2400" dirty="0"/>
              <a:t>言語の配列では、このようなことはできません。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1ED980-B2D6-4DDC-8E77-B7158C4E9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093964" cy="91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0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固定配列クラス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82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array</a:t>
            </a:r>
            <a:r>
              <a:rPr lang="ja-JP" altLang="en-US" sz="2400" dirty="0"/>
              <a:t>はクラスなので</a:t>
            </a:r>
            <a:r>
              <a:rPr lang="ja-JP" altLang="en-US" sz="2400" b="1" dirty="0">
                <a:solidFill>
                  <a:srgbClr val="FF0000"/>
                </a:solidFill>
              </a:rPr>
              <a:t>メンバ関数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size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は件数を取得できる関数です。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0F8308-42E3-4499-BDED-10D49E66B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923088" cy="12418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39EEB8A-1A08-450C-BD6A-CA5EEE6BDEB4}"/>
              </a:ext>
            </a:extLst>
          </p:cNvPr>
          <p:cNvSpPr txBox="1"/>
          <p:nvPr/>
        </p:nvSpPr>
        <p:spPr>
          <a:xfrm>
            <a:off x="567542" y="3568700"/>
            <a:ext cx="57246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他にも様々なメンバ関数があります。</a:t>
            </a:r>
            <a:endParaRPr lang="en-US" altLang="ja-JP" sz="2400" dirty="0"/>
          </a:p>
          <a:p>
            <a:r>
              <a:rPr lang="ja-JP" altLang="en-US" sz="2400" dirty="0"/>
              <a:t>　興味のある方は調べてみましょう。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20624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固定配列クラス おまけ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624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には</a:t>
            </a:r>
            <a:r>
              <a:rPr lang="ja-JP" altLang="en-US" sz="2400" b="1" dirty="0">
                <a:solidFill>
                  <a:srgbClr val="FF0000"/>
                </a:solidFill>
              </a:rPr>
              <a:t>範囲</a:t>
            </a:r>
            <a:r>
              <a:rPr lang="en-US" altLang="ja-JP" sz="2400" b="1" dirty="0">
                <a:solidFill>
                  <a:srgbClr val="FF0000"/>
                </a:solidFill>
              </a:rPr>
              <a:t>for</a:t>
            </a:r>
            <a:r>
              <a:rPr lang="ja-JP" altLang="en-US" sz="2400" b="1" dirty="0">
                <a:solidFill>
                  <a:srgbClr val="FF0000"/>
                </a:solidFill>
              </a:rPr>
              <a:t>文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配列の先頭から末尾までを総当たりする</a:t>
            </a:r>
            <a:r>
              <a:rPr lang="en-US" altLang="ja-JP" sz="2400" b="1" dirty="0">
                <a:solidFill>
                  <a:srgbClr val="FF0000"/>
                </a:solidFill>
              </a:rPr>
              <a:t>for</a:t>
            </a:r>
            <a:r>
              <a:rPr lang="ja-JP" altLang="en-US" sz="2400" b="1" dirty="0">
                <a:solidFill>
                  <a:srgbClr val="FF0000"/>
                </a:solidFill>
              </a:rPr>
              <a:t>文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配列外参照を防ぐ</a:t>
            </a:r>
            <a:r>
              <a:rPr lang="ja-JP" altLang="en-US" sz="2400" dirty="0"/>
              <a:t>ことができ、安全に</a:t>
            </a:r>
            <a:r>
              <a:rPr lang="en-US" altLang="ja-JP" sz="2400" dirty="0"/>
              <a:t>for</a:t>
            </a:r>
            <a:r>
              <a:rPr lang="ja-JP" altLang="en-US" sz="2400" dirty="0"/>
              <a:t>文を回せます。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90A519-BE60-4DFE-B9C1-F9F8848B8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5184276" cy="243887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E303A4-95F1-4932-BC72-1CBB4CCCC771}"/>
              </a:ext>
            </a:extLst>
          </p:cNvPr>
          <p:cNvSpPr txBox="1"/>
          <p:nvPr/>
        </p:nvSpPr>
        <p:spPr>
          <a:xfrm>
            <a:off x="567542" y="5135031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ゲーム開発でも積極的に使いましょう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61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200</Words>
  <Application>Microsoft Office PowerPoint</Application>
  <PresentationFormat>ワイド画面</PresentationFormat>
  <Paragraphs>26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63</cp:revision>
  <dcterms:created xsi:type="dcterms:W3CDTF">2024-08-27T02:15:54Z</dcterms:created>
  <dcterms:modified xsi:type="dcterms:W3CDTF">2026-03-12T01:05:55Z</dcterms:modified>
</cp:coreProperties>
</file>