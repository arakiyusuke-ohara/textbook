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文字列クラス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094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C++</a:t>
            </a:r>
            <a:r>
              <a:rPr lang="ja-JP" altLang="en-US" sz="2400" dirty="0"/>
              <a:t>の</a:t>
            </a:r>
            <a:r>
              <a:rPr lang="en-US" altLang="ja-JP" sz="2400" b="1" dirty="0">
                <a:solidFill>
                  <a:srgbClr val="FF0000"/>
                </a:solidFill>
              </a:rPr>
              <a:t>string</a:t>
            </a:r>
            <a:r>
              <a:rPr lang="ja-JP" altLang="en-US" sz="2400" b="1" dirty="0">
                <a:solidFill>
                  <a:srgbClr val="FF0000"/>
                </a:solidFill>
              </a:rPr>
              <a:t>クラス</a:t>
            </a:r>
            <a:r>
              <a:rPr lang="ja-JP" altLang="en-US" sz="2400" dirty="0"/>
              <a:t>を使うと、文字列の扱いがとても簡単になります。</a:t>
            </a:r>
            <a:endParaRPr lang="en-US" altLang="ja-JP" sz="2400" dirty="0"/>
          </a:p>
          <a:p>
            <a:r>
              <a:rPr lang="ja-JP" altLang="en-US" sz="2400" dirty="0"/>
              <a:t>練習してみましょう。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文字列クラス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417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を書きます。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CFE4905-CB49-4484-BF22-E8F301268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4019443" cy="4735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422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文字列クラス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493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特に宣言は難しくありません。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4948C12-C40E-4A19-9B88-9E2CF9654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4"/>
            <a:ext cx="5658961" cy="1441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88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文字列クラス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足し算で連結できます。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8534C4A-372F-4FF8-B4E6-D3817A650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4384760" cy="1856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485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文字列クラス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比較も簡単です。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942A2CB-700D-410A-AB66-8D1C35D3D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3"/>
            <a:ext cx="5066521" cy="197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515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文字列クラス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85796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C</a:t>
            </a:r>
            <a:r>
              <a:rPr lang="ja-JP" altLang="en-US" sz="2400" dirty="0"/>
              <a:t>言語の時は配列で文字列を制御していたので、</a:t>
            </a:r>
            <a:endParaRPr lang="en-US" altLang="ja-JP" sz="2400" dirty="0"/>
          </a:p>
          <a:p>
            <a:r>
              <a:rPr lang="ja-JP" altLang="en-US" sz="2400" dirty="0"/>
              <a:t>不具合のリスクを伴うものでした。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b="1" dirty="0">
                <a:solidFill>
                  <a:srgbClr val="00B050"/>
                </a:solidFill>
              </a:rPr>
              <a:t>string</a:t>
            </a:r>
            <a:r>
              <a:rPr lang="ja-JP" altLang="en-US" sz="2400" b="1" dirty="0">
                <a:solidFill>
                  <a:srgbClr val="00B050"/>
                </a:solidFill>
              </a:rPr>
              <a:t>クラス</a:t>
            </a:r>
            <a:r>
              <a:rPr lang="ja-JP" altLang="en-US" sz="2400" dirty="0"/>
              <a:t>は簡単かつ安全に使えますので、</a:t>
            </a:r>
            <a:endParaRPr lang="en-US" altLang="ja-JP" sz="2400" dirty="0"/>
          </a:p>
          <a:p>
            <a:r>
              <a:rPr lang="ja-JP" altLang="en-US" sz="2400" dirty="0"/>
              <a:t>積極的に使いましょう。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023488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1436</TotalTime>
  <Words>93</Words>
  <Application>Microsoft Office PowerPoint</Application>
  <PresentationFormat>ワイド画面</PresentationFormat>
  <Paragraphs>17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107</cp:revision>
  <dcterms:created xsi:type="dcterms:W3CDTF">2024-08-27T02:15:54Z</dcterms:created>
  <dcterms:modified xsi:type="dcterms:W3CDTF">2026-03-12T03:21:53Z</dcterms:modified>
</cp:coreProperties>
</file>