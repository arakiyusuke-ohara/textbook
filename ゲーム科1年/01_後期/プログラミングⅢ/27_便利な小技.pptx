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2025/10/15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2025/10/15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2025/10/15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2025/10/15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2025/10/15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2025/10/15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2025/10/15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2025/10/15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2025/10/15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2025/10/15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2025/10/15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2025/10/15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97361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範囲</a:t>
            </a:r>
            <a:r>
              <a:rPr kumimoji="1" lang="en-US" altLang="ja-JP" sz="3200" b="1" u="sng" dirty="0"/>
              <a:t>for</a:t>
            </a:r>
            <a:r>
              <a:rPr kumimoji="1" lang="ja-JP" altLang="en-US" sz="3200" b="1" u="sng" dirty="0"/>
              <a:t>文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033516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>
                <a:solidFill>
                  <a:srgbClr val="FF0000"/>
                </a:solidFill>
              </a:rPr>
              <a:t>オブジェクトの生成、削除</a:t>
            </a:r>
            <a:r>
              <a:rPr lang="ja-JP" altLang="en-US" sz="2400" dirty="0"/>
              <a:t>には</a:t>
            </a:r>
            <a:r>
              <a:rPr lang="en-US" altLang="ja-JP" sz="2400" b="1" dirty="0">
                <a:solidFill>
                  <a:srgbClr val="0070C0"/>
                </a:solidFill>
              </a:rPr>
              <a:t>new</a:t>
            </a:r>
            <a:r>
              <a:rPr lang="en-US" altLang="ja-JP" sz="2400" dirty="0"/>
              <a:t>, </a:t>
            </a:r>
            <a:r>
              <a:rPr lang="en-US" altLang="ja-JP" sz="2400" b="1" dirty="0">
                <a:solidFill>
                  <a:srgbClr val="0070C0"/>
                </a:solidFill>
              </a:rPr>
              <a:t>delete</a:t>
            </a:r>
            <a:r>
              <a:rPr lang="ja-JP" altLang="en-US" sz="2400" dirty="0"/>
              <a:t>を使用してきましたが、</a:t>
            </a:r>
            <a:endParaRPr lang="en-US" altLang="ja-JP" sz="2400" dirty="0"/>
          </a:p>
          <a:p>
            <a:r>
              <a:rPr lang="ja-JP" altLang="en-US" sz="2400" dirty="0"/>
              <a:t>これらには明確な</a:t>
            </a:r>
            <a:r>
              <a:rPr lang="ja-JP" altLang="en-US" sz="2400" b="1" dirty="0">
                <a:solidFill>
                  <a:srgbClr val="FF0000"/>
                </a:solidFill>
              </a:rPr>
              <a:t>欠点</a:t>
            </a:r>
            <a:r>
              <a:rPr lang="ja-JP" altLang="en-US" sz="2400" dirty="0"/>
              <a:t>があります。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それは、</a:t>
            </a:r>
            <a:r>
              <a:rPr lang="en-US" altLang="ja-JP" sz="2400" b="1" dirty="0">
                <a:solidFill>
                  <a:srgbClr val="0070C0"/>
                </a:solidFill>
              </a:rPr>
              <a:t>delete</a:t>
            </a:r>
            <a:r>
              <a:rPr lang="ja-JP" altLang="en-US" sz="2400" dirty="0"/>
              <a:t>を書き忘れたときの</a:t>
            </a:r>
            <a:r>
              <a:rPr lang="ja-JP" altLang="en-US" sz="2400" b="1" dirty="0">
                <a:solidFill>
                  <a:srgbClr val="FF0000"/>
                </a:solidFill>
              </a:rPr>
              <a:t>メモリリーク</a:t>
            </a:r>
            <a:r>
              <a:rPr lang="ja-JP" altLang="en-US" sz="2400" dirty="0"/>
              <a:t>です。</a:t>
            </a:r>
            <a:endParaRPr lang="en-US" altLang="ja-JP" sz="2400" dirty="0"/>
          </a:p>
          <a:p>
            <a:r>
              <a:rPr lang="ja-JP" altLang="en-US" sz="2400" dirty="0"/>
              <a:t>多くのゲームプログラマーが、このメモリリークと格闘していました。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en-US" altLang="ja-JP" sz="2400" b="1" dirty="0">
                <a:solidFill>
                  <a:srgbClr val="FF0000"/>
                </a:solidFill>
              </a:rPr>
              <a:t>※</a:t>
            </a:r>
            <a:r>
              <a:rPr lang="ja-JP" altLang="en-US" sz="2400" b="1" dirty="0">
                <a:solidFill>
                  <a:srgbClr val="FF0000"/>
                </a:solidFill>
              </a:rPr>
              <a:t>メモリリークはフリーズの原因ともなる致命的な不具合です</a:t>
            </a:r>
            <a:endParaRPr lang="en-US" altLang="ja-JP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028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1563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 err="1"/>
              <a:t>constexpr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033516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>
                <a:solidFill>
                  <a:srgbClr val="FF0000"/>
                </a:solidFill>
              </a:rPr>
              <a:t>オブジェクトの生成、削除</a:t>
            </a:r>
            <a:r>
              <a:rPr lang="ja-JP" altLang="en-US" sz="2400" dirty="0"/>
              <a:t>には</a:t>
            </a:r>
            <a:r>
              <a:rPr lang="en-US" altLang="ja-JP" sz="2400" b="1" dirty="0">
                <a:solidFill>
                  <a:srgbClr val="0070C0"/>
                </a:solidFill>
              </a:rPr>
              <a:t>new</a:t>
            </a:r>
            <a:r>
              <a:rPr lang="en-US" altLang="ja-JP" sz="2400" dirty="0"/>
              <a:t>, </a:t>
            </a:r>
            <a:r>
              <a:rPr lang="en-US" altLang="ja-JP" sz="2400" b="1" dirty="0">
                <a:solidFill>
                  <a:srgbClr val="0070C0"/>
                </a:solidFill>
              </a:rPr>
              <a:t>delete</a:t>
            </a:r>
            <a:r>
              <a:rPr lang="ja-JP" altLang="en-US" sz="2400" dirty="0"/>
              <a:t>を使用してきましたが、</a:t>
            </a:r>
            <a:endParaRPr lang="en-US" altLang="ja-JP" sz="2400" dirty="0"/>
          </a:p>
          <a:p>
            <a:r>
              <a:rPr lang="ja-JP" altLang="en-US" sz="2400" dirty="0"/>
              <a:t>これらには明確な</a:t>
            </a:r>
            <a:r>
              <a:rPr lang="ja-JP" altLang="en-US" sz="2400" b="1" dirty="0">
                <a:solidFill>
                  <a:srgbClr val="FF0000"/>
                </a:solidFill>
              </a:rPr>
              <a:t>欠点</a:t>
            </a:r>
            <a:r>
              <a:rPr lang="ja-JP" altLang="en-US" sz="2400" dirty="0"/>
              <a:t>があります。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それは、</a:t>
            </a:r>
            <a:r>
              <a:rPr lang="en-US" altLang="ja-JP" sz="2400" b="1" dirty="0">
                <a:solidFill>
                  <a:srgbClr val="0070C0"/>
                </a:solidFill>
              </a:rPr>
              <a:t>delete</a:t>
            </a:r>
            <a:r>
              <a:rPr lang="ja-JP" altLang="en-US" sz="2400" dirty="0"/>
              <a:t>を書き忘れたときの</a:t>
            </a:r>
            <a:r>
              <a:rPr lang="ja-JP" altLang="en-US" sz="2400" b="1" dirty="0">
                <a:solidFill>
                  <a:srgbClr val="FF0000"/>
                </a:solidFill>
              </a:rPr>
              <a:t>メモリリーク</a:t>
            </a:r>
            <a:r>
              <a:rPr lang="ja-JP" altLang="en-US" sz="2400" dirty="0"/>
              <a:t>です。</a:t>
            </a:r>
            <a:endParaRPr lang="en-US" altLang="ja-JP" sz="2400" dirty="0"/>
          </a:p>
          <a:p>
            <a:r>
              <a:rPr lang="ja-JP" altLang="en-US" sz="2400" dirty="0"/>
              <a:t>多くのゲームプログラマーが、このメモリリークと格闘していました。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en-US" altLang="ja-JP" sz="2400" b="1" dirty="0">
                <a:solidFill>
                  <a:srgbClr val="FF0000"/>
                </a:solidFill>
              </a:rPr>
              <a:t>※</a:t>
            </a:r>
            <a:r>
              <a:rPr lang="ja-JP" altLang="en-US" sz="2400" b="1" dirty="0">
                <a:solidFill>
                  <a:srgbClr val="FF0000"/>
                </a:solidFill>
              </a:rPr>
              <a:t>メモリリークはフリーズの原因ともなる致命的な不具合です</a:t>
            </a:r>
            <a:endParaRPr lang="en-US" altLang="ja-JP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13988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47054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 err="1"/>
              <a:t>enum</a:t>
            </a:r>
            <a:r>
              <a:rPr kumimoji="1" lang="en-US" altLang="ja-JP" sz="3200" b="1" u="sng" dirty="0"/>
              <a:t> class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033516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>
                <a:solidFill>
                  <a:srgbClr val="FF0000"/>
                </a:solidFill>
              </a:rPr>
              <a:t>オブジェクトの生成、削除</a:t>
            </a:r>
            <a:r>
              <a:rPr lang="ja-JP" altLang="en-US" sz="2400" dirty="0"/>
              <a:t>には</a:t>
            </a:r>
            <a:r>
              <a:rPr lang="en-US" altLang="ja-JP" sz="2400" b="1" dirty="0">
                <a:solidFill>
                  <a:srgbClr val="0070C0"/>
                </a:solidFill>
              </a:rPr>
              <a:t>new</a:t>
            </a:r>
            <a:r>
              <a:rPr lang="en-US" altLang="ja-JP" sz="2400" dirty="0"/>
              <a:t>, </a:t>
            </a:r>
            <a:r>
              <a:rPr lang="en-US" altLang="ja-JP" sz="2400" b="1" dirty="0">
                <a:solidFill>
                  <a:srgbClr val="0070C0"/>
                </a:solidFill>
              </a:rPr>
              <a:t>delete</a:t>
            </a:r>
            <a:r>
              <a:rPr lang="ja-JP" altLang="en-US" sz="2400" dirty="0"/>
              <a:t>を使用してきましたが、</a:t>
            </a:r>
            <a:endParaRPr lang="en-US" altLang="ja-JP" sz="2400" dirty="0"/>
          </a:p>
          <a:p>
            <a:r>
              <a:rPr lang="ja-JP" altLang="en-US" sz="2400" dirty="0"/>
              <a:t>これらには明確な</a:t>
            </a:r>
            <a:r>
              <a:rPr lang="ja-JP" altLang="en-US" sz="2400" b="1" dirty="0">
                <a:solidFill>
                  <a:srgbClr val="FF0000"/>
                </a:solidFill>
              </a:rPr>
              <a:t>欠点</a:t>
            </a:r>
            <a:r>
              <a:rPr lang="ja-JP" altLang="en-US" sz="2400" dirty="0"/>
              <a:t>があります。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それは、</a:t>
            </a:r>
            <a:r>
              <a:rPr lang="en-US" altLang="ja-JP" sz="2400" b="1" dirty="0">
                <a:solidFill>
                  <a:srgbClr val="0070C0"/>
                </a:solidFill>
              </a:rPr>
              <a:t>delete</a:t>
            </a:r>
            <a:r>
              <a:rPr lang="ja-JP" altLang="en-US" sz="2400" dirty="0"/>
              <a:t>を書き忘れたときの</a:t>
            </a:r>
            <a:r>
              <a:rPr lang="ja-JP" altLang="en-US" sz="2400" b="1" dirty="0">
                <a:solidFill>
                  <a:srgbClr val="FF0000"/>
                </a:solidFill>
              </a:rPr>
              <a:t>メモリリーク</a:t>
            </a:r>
            <a:r>
              <a:rPr lang="ja-JP" altLang="en-US" sz="2400" dirty="0"/>
              <a:t>です。</a:t>
            </a:r>
            <a:endParaRPr lang="en-US" altLang="ja-JP" sz="2400" dirty="0"/>
          </a:p>
          <a:p>
            <a:r>
              <a:rPr lang="ja-JP" altLang="en-US" sz="2400" dirty="0"/>
              <a:t>多くのゲームプログラマーが、このメモリリークと格闘していました。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en-US" altLang="ja-JP" sz="2400" b="1" dirty="0">
                <a:solidFill>
                  <a:srgbClr val="FF0000"/>
                </a:solidFill>
              </a:rPr>
              <a:t>※</a:t>
            </a:r>
            <a:r>
              <a:rPr lang="ja-JP" altLang="en-US" sz="2400" b="1" dirty="0">
                <a:solidFill>
                  <a:srgbClr val="FF0000"/>
                </a:solidFill>
              </a:rPr>
              <a:t>メモリリークはフリーズの原因ともなる致命的な不具合です</a:t>
            </a:r>
            <a:endParaRPr lang="en-US" altLang="ja-JP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07415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069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optional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033516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>
                <a:solidFill>
                  <a:srgbClr val="FF0000"/>
                </a:solidFill>
              </a:rPr>
              <a:t>オブジェクトの生成、削除</a:t>
            </a:r>
            <a:r>
              <a:rPr lang="ja-JP" altLang="en-US" sz="2400" dirty="0"/>
              <a:t>には</a:t>
            </a:r>
            <a:r>
              <a:rPr lang="en-US" altLang="ja-JP" sz="2400" b="1" dirty="0">
                <a:solidFill>
                  <a:srgbClr val="0070C0"/>
                </a:solidFill>
              </a:rPr>
              <a:t>new</a:t>
            </a:r>
            <a:r>
              <a:rPr lang="en-US" altLang="ja-JP" sz="2400" dirty="0"/>
              <a:t>, </a:t>
            </a:r>
            <a:r>
              <a:rPr lang="en-US" altLang="ja-JP" sz="2400" b="1" dirty="0">
                <a:solidFill>
                  <a:srgbClr val="0070C0"/>
                </a:solidFill>
              </a:rPr>
              <a:t>delete</a:t>
            </a:r>
            <a:r>
              <a:rPr lang="ja-JP" altLang="en-US" sz="2400" dirty="0"/>
              <a:t>を使用してきましたが、</a:t>
            </a:r>
            <a:endParaRPr lang="en-US" altLang="ja-JP" sz="2400" dirty="0"/>
          </a:p>
          <a:p>
            <a:r>
              <a:rPr lang="ja-JP" altLang="en-US" sz="2400" dirty="0"/>
              <a:t>これらには明確な</a:t>
            </a:r>
            <a:r>
              <a:rPr lang="ja-JP" altLang="en-US" sz="2400" b="1" dirty="0">
                <a:solidFill>
                  <a:srgbClr val="FF0000"/>
                </a:solidFill>
              </a:rPr>
              <a:t>欠点</a:t>
            </a:r>
            <a:r>
              <a:rPr lang="ja-JP" altLang="en-US" sz="2400" dirty="0"/>
              <a:t>があります。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それは、</a:t>
            </a:r>
            <a:r>
              <a:rPr lang="en-US" altLang="ja-JP" sz="2400" b="1" dirty="0">
                <a:solidFill>
                  <a:srgbClr val="0070C0"/>
                </a:solidFill>
              </a:rPr>
              <a:t>delete</a:t>
            </a:r>
            <a:r>
              <a:rPr lang="ja-JP" altLang="en-US" sz="2400" dirty="0"/>
              <a:t>を書き忘れたときの</a:t>
            </a:r>
            <a:r>
              <a:rPr lang="ja-JP" altLang="en-US" sz="2400" b="1" dirty="0">
                <a:solidFill>
                  <a:srgbClr val="FF0000"/>
                </a:solidFill>
              </a:rPr>
              <a:t>メモリリーク</a:t>
            </a:r>
            <a:r>
              <a:rPr lang="ja-JP" altLang="en-US" sz="2400" dirty="0"/>
              <a:t>です。</a:t>
            </a:r>
            <a:endParaRPr lang="en-US" altLang="ja-JP" sz="2400" dirty="0"/>
          </a:p>
          <a:p>
            <a:r>
              <a:rPr lang="ja-JP" altLang="en-US" sz="2400" dirty="0"/>
              <a:t>多くのゲームプログラマーが、このメモリリークと格闘していました。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en-US" altLang="ja-JP" sz="2400" b="1" dirty="0">
                <a:solidFill>
                  <a:srgbClr val="FF0000"/>
                </a:solidFill>
              </a:rPr>
              <a:t>※</a:t>
            </a:r>
            <a:r>
              <a:rPr lang="ja-JP" altLang="en-US" sz="2400" b="1" dirty="0">
                <a:solidFill>
                  <a:srgbClr val="FF0000"/>
                </a:solidFill>
              </a:rPr>
              <a:t>メモリリークはフリーズの原因ともなる致命的な不具合です</a:t>
            </a:r>
            <a:endParaRPr lang="en-US" altLang="ja-JP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03748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56805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variant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033516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>
                <a:solidFill>
                  <a:srgbClr val="FF0000"/>
                </a:solidFill>
              </a:rPr>
              <a:t>オブジェクトの生成、削除</a:t>
            </a:r>
            <a:r>
              <a:rPr lang="ja-JP" altLang="en-US" sz="2400" dirty="0"/>
              <a:t>には</a:t>
            </a:r>
            <a:r>
              <a:rPr lang="en-US" altLang="ja-JP" sz="2400" b="1" dirty="0">
                <a:solidFill>
                  <a:srgbClr val="0070C0"/>
                </a:solidFill>
              </a:rPr>
              <a:t>new</a:t>
            </a:r>
            <a:r>
              <a:rPr lang="en-US" altLang="ja-JP" sz="2400" dirty="0"/>
              <a:t>, </a:t>
            </a:r>
            <a:r>
              <a:rPr lang="en-US" altLang="ja-JP" sz="2400" b="1" dirty="0">
                <a:solidFill>
                  <a:srgbClr val="0070C0"/>
                </a:solidFill>
              </a:rPr>
              <a:t>delete</a:t>
            </a:r>
            <a:r>
              <a:rPr lang="ja-JP" altLang="en-US" sz="2400" dirty="0"/>
              <a:t>を使用してきましたが、</a:t>
            </a:r>
            <a:endParaRPr lang="en-US" altLang="ja-JP" sz="2400" dirty="0"/>
          </a:p>
          <a:p>
            <a:r>
              <a:rPr lang="ja-JP" altLang="en-US" sz="2400" dirty="0"/>
              <a:t>これらには明確な</a:t>
            </a:r>
            <a:r>
              <a:rPr lang="ja-JP" altLang="en-US" sz="2400" b="1" dirty="0">
                <a:solidFill>
                  <a:srgbClr val="FF0000"/>
                </a:solidFill>
              </a:rPr>
              <a:t>欠点</a:t>
            </a:r>
            <a:r>
              <a:rPr lang="ja-JP" altLang="en-US" sz="2400" dirty="0"/>
              <a:t>があります。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それは、</a:t>
            </a:r>
            <a:r>
              <a:rPr lang="en-US" altLang="ja-JP" sz="2400" b="1" dirty="0">
                <a:solidFill>
                  <a:srgbClr val="0070C0"/>
                </a:solidFill>
              </a:rPr>
              <a:t>delete</a:t>
            </a:r>
            <a:r>
              <a:rPr lang="ja-JP" altLang="en-US" sz="2400" dirty="0"/>
              <a:t>を書き忘れたときの</a:t>
            </a:r>
            <a:r>
              <a:rPr lang="ja-JP" altLang="en-US" sz="2400" b="1" dirty="0">
                <a:solidFill>
                  <a:srgbClr val="FF0000"/>
                </a:solidFill>
              </a:rPr>
              <a:t>メモリリーク</a:t>
            </a:r>
            <a:r>
              <a:rPr lang="ja-JP" altLang="en-US" sz="2400" dirty="0"/>
              <a:t>です。</a:t>
            </a:r>
            <a:endParaRPr lang="en-US" altLang="ja-JP" sz="2400" dirty="0"/>
          </a:p>
          <a:p>
            <a:r>
              <a:rPr lang="ja-JP" altLang="en-US" sz="2400" dirty="0"/>
              <a:t>多くのゲームプログラマーが、このメモリリークと格闘していました。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en-US" altLang="ja-JP" sz="2400" b="1" dirty="0">
                <a:solidFill>
                  <a:srgbClr val="FF0000"/>
                </a:solidFill>
              </a:rPr>
              <a:t>※</a:t>
            </a:r>
            <a:r>
              <a:rPr lang="ja-JP" altLang="en-US" sz="2400" b="1" dirty="0">
                <a:solidFill>
                  <a:srgbClr val="FF0000"/>
                </a:solidFill>
              </a:rPr>
              <a:t>メモリリークはフリーズの原因ともなる致命的な不具合です</a:t>
            </a:r>
            <a:endParaRPr lang="en-US" altLang="ja-JP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03226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8963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any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033516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>
                <a:solidFill>
                  <a:srgbClr val="FF0000"/>
                </a:solidFill>
              </a:rPr>
              <a:t>オブジェクトの生成、削除</a:t>
            </a:r>
            <a:r>
              <a:rPr lang="ja-JP" altLang="en-US" sz="2400" dirty="0"/>
              <a:t>には</a:t>
            </a:r>
            <a:r>
              <a:rPr lang="en-US" altLang="ja-JP" sz="2400" b="1" dirty="0">
                <a:solidFill>
                  <a:srgbClr val="0070C0"/>
                </a:solidFill>
              </a:rPr>
              <a:t>new</a:t>
            </a:r>
            <a:r>
              <a:rPr lang="en-US" altLang="ja-JP" sz="2400" dirty="0"/>
              <a:t>, </a:t>
            </a:r>
            <a:r>
              <a:rPr lang="en-US" altLang="ja-JP" sz="2400" b="1" dirty="0">
                <a:solidFill>
                  <a:srgbClr val="0070C0"/>
                </a:solidFill>
              </a:rPr>
              <a:t>delete</a:t>
            </a:r>
            <a:r>
              <a:rPr lang="ja-JP" altLang="en-US" sz="2400" dirty="0"/>
              <a:t>を使用してきましたが、</a:t>
            </a:r>
            <a:endParaRPr lang="en-US" altLang="ja-JP" sz="2400" dirty="0"/>
          </a:p>
          <a:p>
            <a:r>
              <a:rPr lang="ja-JP" altLang="en-US" sz="2400" dirty="0"/>
              <a:t>これらには明確な</a:t>
            </a:r>
            <a:r>
              <a:rPr lang="ja-JP" altLang="en-US" sz="2400" b="1" dirty="0">
                <a:solidFill>
                  <a:srgbClr val="FF0000"/>
                </a:solidFill>
              </a:rPr>
              <a:t>欠点</a:t>
            </a:r>
            <a:r>
              <a:rPr lang="ja-JP" altLang="en-US" sz="2400" dirty="0"/>
              <a:t>があります。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それは、</a:t>
            </a:r>
            <a:r>
              <a:rPr lang="en-US" altLang="ja-JP" sz="2400" b="1" dirty="0">
                <a:solidFill>
                  <a:srgbClr val="0070C0"/>
                </a:solidFill>
              </a:rPr>
              <a:t>delete</a:t>
            </a:r>
            <a:r>
              <a:rPr lang="ja-JP" altLang="en-US" sz="2400" dirty="0"/>
              <a:t>を書き忘れたときの</a:t>
            </a:r>
            <a:r>
              <a:rPr lang="ja-JP" altLang="en-US" sz="2400" b="1" dirty="0">
                <a:solidFill>
                  <a:srgbClr val="FF0000"/>
                </a:solidFill>
              </a:rPr>
              <a:t>メモリリーク</a:t>
            </a:r>
            <a:r>
              <a:rPr lang="ja-JP" altLang="en-US" sz="2400" dirty="0"/>
              <a:t>です。</a:t>
            </a:r>
            <a:endParaRPr lang="en-US" altLang="ja-JP" sz="2400" dirty="0"/>
          </a:p>
          <a:p>
            <a:r>
              <a:rPr lang="ja-JP" altLang="en-US" sz="2400" dirty="0"/>
              <a:t>多くのゲームプログラマーが、このメモリリークと格闘していました。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en-US" altLang="ja-JP" sz="2400" b="1" dirty="0">
                <a:solidFill>
                  <a:srgbClr val="FF0000"/>
                </a:solidFill>
              </a:rPr>
              <a:t>※</a:t>
            </a:r>
            <a:r>
              <a:rPr lang="ja-JP" altLang="en-US" sz="2400" b="1" dirty="0">
                <a:solidFill>
                  <a:srgbClr val="FF0000"/>
                </a:solidFill>
              </a:rPr>
              <a:t>メモリリークはフリーズの原因ともなる致命的な不具合です</a:t>
            </a:r>
            <a:endParaRPr lang="en-US" altLang="ja-JP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21304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1432</TotalTime>
  <Words>369</Words>
  <Application>Microsoft Office PowerPoint</Application>
  <PresentationFormat>ワイド画面</PresentationFormat>
  <Paragraphs>48</Paragraphs>
  <Slides>6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北九州校　ゲーム</cp:lastModifiedBy>
  <cp:revision>106</cp:revision>
  <dcterms:created xsi:type="dcterms:W3CDTF">2024-08-27T02:15:54Z</dcterms:created>
  <dcterms:modified xsi:type="dcterms:W3CDTF">2025-10-15T00:48:20Z</dcterms:modified>
</cp:coreProperties>
</file>