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269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C++</a:t>
            </a:r>
            <a:r>
              <a:rPr lang="ja-JP" altLang="en-US" sz="2400" dirty="0"/>
              <a:t>には</a:t>
            </a:r>
            <a:r>
              <a:rPr lang="ja-JP" altLang="en-US" sz="2400" b="1" dirty="0">
                <a:solidFill>
                  <a:srgbClr val="FF0000"/>
                </a:solidFill>
              </a:rPr>
              <a:t>ファイル操作</a:t>
            </a:r>
            <a:r>
              <a:rPr lang="ja-JP" altLang="en-US" sz="2400" dirty="0"/>
              <a:t>をサポートするクラスがあります。</a:t>
            </a:r>
            <a:endParaRPr lang="en-US" altLang="ja-JP" sz="2400" dirty="0"/>
          </a:p>
          <a:p>
            <a:r>
              <a:rPr lang="ja-JP" altLang="en-US" sz="2400" dirty="0"/>
              <a:t>簡単な例で練習します。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07E6B2E-DA2E-44FB-B44E-34CCD0178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876656" cy="441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77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41006AA-D7C4-4D96-891B-1286E6A71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357258" cy="455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833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を書きます。（その３）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1B91EB3-BD3C-491E-86A1-9278D8149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200010" cy="411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17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を書きます。（その４）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3F794EF-C0C7-41F0-9480-DFB000E06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9639469" cy="438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895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586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ファイルを読み込む</a:t>
            </a:r>
            <a:r>
              <a:rPr lang="ja-JP" altLang="en-US" sz="2400" dirty="0"/>
              <a:t>用途で開く場合は</a:t>
            </a:r>
            <a:r>
              <a:rPr lang="en-US" altLang="ja-JP" sz="2400" b="1" dirty="0" err="1">
                <a:solidFill>
                  <a:srgbClr val="00B050"/>
                </a:solidFill>
              </a:rPr>
              <a:t>ifstream</a:t>
            </a:r>
            <a:r>
              <a:rPr lang="ja-JP" altLang="en-US" sz="2400" dirty="0"/>
              <a:t>クラスを使います。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087B1A3-AA2C-41AA-954D-15FDAAEBC2F4}"/>
              </a:ext>
            </a:extLst>
          </p:cNvPr>
          <p:cNvSpPr txBox="1"/>
          <p:nvPr/>
        </p:nvSpPr>
        <p:spPr>
          <a:xfrm>
            <a:off x="567542" y="4229100"/>
            <a:ext cx="81868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コンストラクタの</a:t>
            </a:r>
            <a:r>
              <a:rPr lang="ja-JP" altLang="en-US" sz="2400" b="1" dirty="0">
                <a:solidFill>
                  <a:srgbClr val="FF0000"/>
                </a:solidFill>
              </a:rPr>
              <a:t>第１引数に開くファイル</a:t>
            </a:r>
            <a:r>
              <a:rPr lang="ja-JP" altLang="en-US" sz="2400" dirty="0"/>
              <a:t>を指定します。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第２引数にはファイルを開くモード</a:t>
            </a:r>
            <a:r>
              <a:rPr lang="ja-JP" altLang="en-US" sz="2400" dirty="0"/>
              <a:t>を指定します。</a:t>
            </a:r>
            <a:endParaRPr lang="en-US" altLang="ja-JP" sz="2400" dirty="0"/>
          </a:p>
          <a:p>
            <a:r>
              <a:rPr lang="ja-JP" altLang="en-US" sz="2400" dirty="0"/>
              <a:t>（バイナリモードが最も高速です）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1724242-E802-4A61-B840-37FD01356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239481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89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04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read</a:t>
            </a:r>
            <a:r>
              <a:rPr lang="ja-JP" altLang="en-US" sz="2400" dirty="0"/>
              <a:t>関数でファイルを読み込むことができます。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D76C6C4-EC8D-4648-9BBC-AF30240EF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125694" cy="552527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E366586-B15F-4C16-9F10-FB4AFCE8E895}"/>
              </a:ext>
            </a:extLst>
          </p:cNvPr>
          <p:cNvSpPr txBox="1"/>
          <p:nvPr/>
        </p:nvSpPr>
        <p:spPr>
          <a:xfrm>
            <a:off x="567542" y="2510021"/>
            <a:ext cx="745428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第１引数に読み込んだデータの格納先</a:t>
            </a:r>
            <a:r>
              <a:rPr lang="ja-JP" altLang="en-US" sz="2400" dirty="0"/>
              <a:t>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第２引数に読み込むデータのサイズ</a:t>
            </a:r>
            <a:r>
              <a:rPr lang="ja-JP" altLang="en-US" sz="2400" dirty="0"/>
              <a:t>を指定します。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第１引数が</a:t>
            </a:r>
            <a:r>
              <a:rPr lang="en-US" altLang="ja-JP" sz="2400" b="1" dirty="0">
                <a:solidFill>
                  <a:srgbClr val="0070C0"/>
                </a:solidFill>
              </a:rPr>
              <a:t>char</a:t>
            </a:r>
            <a:r>
              <a:rPr lang="en-US" altLang="ja-JP" sz="2400" dirty="0"/>
              <a:t>*</a:t>
            </a:r>
            <a:r>
              <a:rPr lang="ja-JP" altLang="en-US" sz="2400" dirty="0"/>
              <a:t>なので、アドレスを直接指定する、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0070C0"/>
                </a:solidFill>
              </a:rPr>
              <a:t>reinterpret_cast</a:t>
            </a:r>
            <a:r>
              <a:rPr lang="ja-JP" altLang="en-US" sz="2400" dirty="0"/>
              <a:t>を使います。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FP</a:t>
            </a:r>
            <a:r>
              <a:rPr lang="ja-JP" altLang="en-US" sz="2400" dirty="0"/>
              <a:t>などがない分、</a:t>
            </a:r>
            <a:r>
              <a:rPr lang="en-US" altLang="ja-JP" sz="2400" dirty="0"/>
              <a:t>C</a:t>
            </a:r>
            <a:r>
              <a:rPr lang="ja-JP" altLang="en-US" sz="2400" dirty="0"/>
              <a:t>言語のときよりも簡単です。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883125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26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ファイルを書き込む</a:t>
            </a:r>
            <a:r>
              <a:rPr lang="ja-JP" altLang="en-US" sz="2400" dirty="0"/>
              <a:t>用途で開く場合は</a:t>
            </a:r>
            <a:r>
              <a:rPr lang="en-US" altLang="ja-JP" sz="2400" b="1" dirty="0" err="1">
                <a:solidFill>
                  <a:srgbClr val="00B050"/>
                </a:solidFill>
              </a:rPr>
              <a:t>ofstream</a:t>
            </a:r>
            <a:r>
              <a:rPr lang="ja-JP" altLang="en-US" sz="2400" dirty="0"/>
              <a:t>クラスを使います。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087B1A3-AA2C-41AA-954D-15FDAAEBC2F4}"/>
              </a:ext>
            </a:extLst>
          </p:cNvPr>
          <p:cNvSpPr txBox="1"/>
          <p:nvPr/>
        </p:nvSpPr>
        <p:spPr>
          <a:xfrm>
            <a:off x="567542" y="4229100"/>
            <a:ext cx="81868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コンストラクタの</a:t>
            </a:r>
            <a:r>
              <a:rPr lang="ja-JP" altLang="en-US" sz="2400" b="1" dirty="0">
                <a:solidFill>
                  <a:srgbClr val="FF0000"/>
                </a:solidFill>
              </a:rPr>
              <a:t>第１引数に開くファイル</a:t>
            </a:r>
            <a:r>
              <a:rPr lang="ja-JP" altLang="en-US" sz="2400" dirty="0"/>
              <a:t>を指定します。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第２引数にはファイルを開くモード</a:t>
            </a:r>
            <a:r>
              <a:rPr lang="ja-JP" altLang="en-US" sz="2400" dirty="0"/>
              <a:t>を指定します。</a:t>
            </a:r>
            <a:endParaRPr lang="en-US" altLang="ja-JP" sz="2400" dirty="0"/>
          </a:p>
          <a:p>
            <a:r>
              <a:rPr lang="ja-JP" altLang="en-US" sz="2400" dirty="0"/>
              <a:t>（バイナリモードが最も高速です）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4DD068E-9E61-439C-97F0-CD05C2B61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179647" cy="229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586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04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write</a:t>
            </a:r>
            <a:r>
              <a:rPr lang="ja-JP" altLang="en-US" sz="2400" dirty="0"/>
              <a:t>関数でファイルを読み込むことができます。</a:t>
            </a:r>
            <a:endParaRPr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E366586-B15F-4C16-9F10-FB4AFCE8E895}"/>
              </a:ext>
            </a:extLst>
          </p:cNvPr>
          <p:cNvSpPr txBox="1"/>
          <p:nvPr/>
        </p:nvSpPr>
        <p:spPr>
          <a:xfrm>
            <a:off x="567542" y="2510021"/>
            <a:ext cx="745428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第１引数に書き込むデータの先頭アドレス</a:t>
            </a:r>
            <a:r>
              <a:rPr lang="ja-JP" altLang="en-US" sz="2400" dirty="0"/>
              <a:t>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第２引数に書き込むサイズ</a:t>
            </a:r>
            <a:r>
              <a:rPr lang="ja-JP" altLang="en-US" sz="2400" dirty="0"/>
              <a:t>を指定します。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第１引数が</a:t>
            </a:r>
            <a:r>
              <a:rPr lang="en-US" altLang="ja-JP" sz="2400" b="1" dirty="0">
                <a:solidFill>
                  <a:srgbClr val="0070C0"/>
                </a:solidFill>
              </a:rPr>
              <a:t>char</a:t>
            </a:r>
            <a:r>
              <a:rPr lang="en-US" altLang="ja-JP" sz="2400" dirty="0"/>
              <a:t>*</a:t>
            </a:r>
            <a:r>
              <a:rPr lang="ja-JP" altLang="en-US" sz="2400" dirty="0"/>
              <a:t>なので、アドレスを直接指定する、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0070C0"/>
                </a:solidFill>
              </a:rPr>
              <a:t>reinterpret_cast</a:t>
            </a:r>
            <a:r>
              <a:rPr lang="ja-JP" altLang="en-US" sz="2400" dirty="0"/>
              <a:t>を使います。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38457BF-477E-4D13-B825-507EF2ABF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192379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331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ファイル操作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334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いずれのクラスも</a:t>
            </a:r>
            <a:r>
              <a:rPr lang="en-US" altLang="ja-JP" sz="2400" b="1" dirty="0">
                <a:solidFill>
                  <a:srgbClr val="0070C0"/>
                </a:solidFill>
              </a:rPr>
              <a:t>close</a:t>
            </a:r>
            <a:r>
              <a:rPr lang="ja-JP" altLang="en-US" sz="2400" dirty="0"/>
              <a:t>関数でファイルを閉じます。</a:t>
            </a:r>
            <a:endParaRPr lang="en-US" altLang="ja-JP" sz="2400" dirty="0"/>
          </a:p>
          <a:p>
            <a:r>
              <a:rPr lang="ja-JP" altLang="en-US" sz="2400" dirty="0"/>
              <a:t>忘れないように呼びましょう。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EB3185C-E9F5-485C-89AC-F08C3FA2D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195020" cy="90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807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294</Words>
  <Application>Microsoft Office PowerPoint</Application>
  <PresentationFormat>ワイド画面</PresentationFormat>
  <Paragraphs>40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opencampus</cp:lastModifiedBy>
  <cp:revision>81</cp:revision>
  <dcterms:created xsi:type="dcterms:W3CDTF">2024-08-27T02:15:54Z</dcterms:created>
  <dcterms:modified xsi:type="dcterms:W3CDTF">2024-11-13T05:06:38Z</dcterms:modified>
</cp:coreProperties>
</file>