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仮想関数の中でも特別な</a:t>
            </a:r>
            <a:r>
              <a:rPr lang="ja-JP" altLang="en-US" sz="2400" b="1" dirty="0">
                <a:solidFill>
                  <a:srgbClr val="FF0000"/>
                </a:solidFill>
              </a:rPr>
              <a:t>純粋仮想関数</a:t>
            </a:r>
            <a:r>
              <a:rPr lang="ja-JP" altLang="en-US" sz="2400" dirty="0"/>
              <a:t>というテクニックがあります。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dirty="0"/>
              <a:t>の</a:t>
            </a:r>
            <a:r>
              <a:rPr lang="en-US" altLang="ja-JP" sz="2400" b="1" dirty="0" err="1">
                <a:solidFill>
                  <a:srgbClr val="0070C0"/>
                </a:solidFill>
              </a:rPr>
              <a:t>CalcPrice</a:t>
            </a:r>
            <a:r>
              <a:rPr lang="ja-JP" altLang="en-US" sz="2400" dirty="0"/>
              <a:t>関数を純粋仮想関数にします。</a:t>
            </a:r>
            <a:endParaRPr lang="en-US" altLang="ja-JP" sz="2400" dirty="0"/>
          </a:p>
          <a:p>
            <a:r>
              <a:rPr lang="ja-JP" altLang="en-US" sz="2400" dirty="0"/>
              <a:t>以下を書き加えましょう。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EB33AE3-6AA7-4731-8A36-7ACA2ED08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7"/>
            <a:ext cx="8086012" cy="362613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595DB57-D763-42DC-BE77-0716660961B7}"/>
              </a:ext>
            </a:extLst>
          </p:cNvPr>
          <p:cNvSpPr/>
          <p:nvPr/>
        </p:nvSpPr>
        <p:spPr>
          <a:xfrm>
            <a:off x="5569527" y="4613564"/>
            <a:ext cx="820882" cy="3740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Food.cpp</a:t>
            </a:r>
            <a:r>
              <a:rPr lang="ja-JP" altLang="en-US" sz="2400" dirty="0"/>
              <a:t>の</a:t>
            </a:r>
            <a:r>
              <a:rPr lang="en-US" altLang="ja-JP" sz="2400" b="1" dirty="0" err="1">
                <a:solidFill>
                  <a:srgbClr val="0070C0"/>
                </a:solidFill>
              </a:rPr>
              <a:t>CalcPrice</a:t>
            </a:r>
            <a:r>
              <a:rPr lang="ja-JP" altLang="en-US" sz="2400" dirty="0"/>
              <a:t>関数を削除します。</a:t>
            </a:r>
            <a:endParaRPr lang="en-US" altLang="ja-JP" sz="2400" dirty="0"/>
          </a:p>
          <a:p>
            <a:r>
              <a:rPr lang="ja-JP" altLang="en-US" sz="2400" dirty="0"/>
              <a:t>（他に何もなくなるので全部消します）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C7011E0-7876-4E87-A8E5-072A07668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002582" cy="397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98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実行すると前回と同様の結果を得られます。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D510BEE-6854-42AE-8F30-F1B199A47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675521" cy="149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18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92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純粋仮想関数の書き方は、</a:t>
            </a:r>
            <a:r>
              <a:rPr lang="ja-JP" altLang="en-US" sz="2400" b="1" dirty="0">
                <a:solidFill>
                  <a:srgbClr val="FF0000"/>
                </a:solidFill>
              </a:rPr>
              <a:t>仮想関数宣言の後に「</a:t>
            </a:r>
            <a:r>
              <a:rPr lang="en-US" altLang="ja-JP" sz="2400" b="1" dirty="0">
                <a:solidFill>
                  <a:srgbClr val="FF0000"/>
                </a:solidFill>
              </a:rPr>
              <a:t>= 0</a:t>
            </a:r>
            <a:r>
              <a:rPr lang="ja-JP" altLang="en-US" sz="2400" b="1" dirty="0">
                <a:solidFill>
                  <a:srgbClr val="FF0000"/>
                </a:solidFill>
              </a:rPr>
              <a:t>」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65460A5-9C94-4274-AC0B-569CEE35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52984" cy="73837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F8A77E-3CDC-415A-BE02-E4FAEB834AB2}"/>
              </a:ext>
            </a:extLst>
          </p:cNvPr>
          <p:cNvSpPr txBox="1"/>
          <p:nvPr/>
        </p:nvSpPr>
        <p:spPr>
          <a:xfrm>
            <a:off x="567542" y="2695864"/>
            <a:ext cx="1047594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純粋仮想関数は</a:t>
            </a:r>
            <a:r>
              <a:rPr lang="ja-JP" altLang="en-US" sz="2400" b="1" dirty="0">
                <a:solidFill>
                  <a:srgbClr val="FF0000"/>
                </a:solidFill>
              </a:rPr>
              <a:t>必ずオーバーライドするように強制するテクニック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つまり</a:t>
            </a:r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b="1" dirty="0">
                <a:solidFill>
                  <a:srgbClr val="FF0000"/>
                </a:solidFill>
              </a:rPr>
              <a:t>クラスを継承したクラスは、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必ず</a:t>
            </a:r>
            <a:r>
              <a:rPr lang="en-US" altLang="ja-JP" sz="2400" b="1" dirty="0" err="1">
                <a:solidFill>
                  <a:srgbClr val="FF0000"/>
                </a:solidFill>
              </a:rPr>
              <a:t>CalcPrice</a:t>
            </a:r>
            <a:r>
              <a:rPr lang="ja-JP" altLang="en-US" sz="2400" b="1" dirty="0">
                <a:solidFill>
                  <a:srgbClr val="FF0000"/>
                </a:solidFill>
              </a:rPr>
              <a:t>関数を実装</a:t>
            </a:r>
            <a:r>
              <a:rPr lang="ja-JP" altLang="en-US" sz="2400" dirty="0"/>
              <a:t>しなければいけません。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逆に言えば</a:t>
            </a:r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b="1" dirty="0">
                <a:solidFill>
                  <a:srgbClr val="FF0000"/>
                </a:solidFill>
              </a:rPr>
              <a:t>クラスは必ず継承される前提で作られるもの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3467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dirty="0"/>
              <a:t>は継承前提となりますので、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単体で生成しようとするとコンパイルエラー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9B9FDDB-D485-48C7-A743-B9F2C165F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7884463" cy="284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40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2928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純粋仮想関数もコンパイルエラーの要因となるので、</a:t>
            </a:r>
            <a:endParaRPr lang="en-US" altLang="ja-JP" sz="2400" dirty="0"/>
          </a:p>
          <a:p>
            <a:r>
              <a:rPr lang="ja-JP" altLang="en-US" sz="2400" dirty="0"/>
              <a:t>一見プログラムしにくくするものに感じますが、</a:t>
            </a:r>
            <a:endParaRPr lang="en-US" altLang="ja-JP" sz="2400" dirty="0"/>
          </a:p>
          <a:p>
            <a:r>
              <a:rPr lang="ja-JP" altLang="en-US" sz="2400" dirty="0"/>
              <a:t>これは</a:t>
            </a:r>
            <a:r>
              <a:rPr lang="en-US" altLang="ja-JP" sz="2400" b="1" dirty="0">
                <a:solidFill>
                  <a:srgbClr val="FF0000"/>
                </a:solidFill>
              </a:rPr>
              <a:t>Food</a:t>
            </a:r>
            <a:r>
              <a:rPr lang="ja-JP" altLang="en-US" sz="2400" b="1" dirty="0">
                <a:solidFill>
                  <a:srgbClr val="FF0000"/>
                </a:solidFill>
              </a:rPr>
              <a:t>クラスを単体で使わないでください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Food</a:t>
            </a:r>
            <a:r>
              <a:rPr lang="ja-JP" altLang="en-US" sz="2400" b="1" dirty="0">
                <a:solidFill>
                  <a:srgbClr val="FF0000"/>
                </a:solidFill>
              </a:rPr>
              <a:t>クラスは必ず継承してください</a:t>
            </a:r>
            <a:r>
              <a:rPr lang="ja-JP" altLang="en-US" sz="2400" dirty="0"/>
              <a:t>という表現になります。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これも大規模なゲーム制作やライブラリ制作、</a:t>
            </a:r>
            <a:endParaRPr lang="en-US" altLang="ja-JP" sz="2400" dirty="0"/>
          </a:p>
          <a:p>
            <a:r>
              <a:rPr lang="ja-JP" altLang="en-US" sz="2400" dirty="0"/>
              <a:t>またチーム制作にも役に立ちますので、</a:t>
            </a:r>
            <a:endParaRPr lang="en-US" altLang="ja-JP" sz="2400" dirty="0"/>
          </a:p>
          <a:p>
            <a:r>
              <a:rPr lang="ja-JP" altLang="en-US" sz="2400" dirty="0"/>
              <a:t>使い方は覚えておきましょう。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54465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235</Words>
  <Application>Microsoft Office PowerPoint</Application>
  <PresentationFormat>ワイド画面</PresentationFormat>
  <Paragraphs>28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53</cp:revision>
  <dcterms:created xsi:type="dcterms:W3CDTF">2024-08-27T02:15:54Z</dcterms:created>
  <dcterms:modified xsi:type="dcterms:W3CDTF">2024-11-11T07:28:59Z</dcterms:modified>
</cp:coreProperties>
</file>