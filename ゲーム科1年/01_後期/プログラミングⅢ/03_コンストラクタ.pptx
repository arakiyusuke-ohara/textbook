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クラスには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コンストラクタ</a:t>
            </a:r>
            <a:r>
              <a:rPr kumimoji="1" lang="ja-JP" altLang="en-US" sz="2400" dirty="0"/>
              <a:t>という特別な関数を書くことができます。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コンストラクタとは、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クラスが生成されたタイミングに呼び出される関数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実際に書いてみましょう。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959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OrangeBox</a:t>
            </a:r>
            <a:r>
              <a:rPr lang="en-US" altLang="ja-JP" sz="2400" b="1" dirty="0" err="1">
                <a:solidFill>
                  <a:srgbClr val="FF0000"/>
                </a:solidFill>
              </a:rPr>
              <a:t>.h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0E3100A-7CDC-458D-BD0C-FB249DA24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8677933" cy="321140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F35EF2-5B7C-405B-BA3A-8487F5D82E89}"/>
              </a:ext>
            </a:extLst>
          </p:cNvPr>
          <p:cNvSpPr/>
          <p:nvPr/>
        </p:nvSpPr>
        <p:spPr>
          <a:xfrm>
            <a:off x="1845733" y="2794000"/>
            <a:ext cx="5579534" cy="812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26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317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OrangeBox</a:t>
            </a:r>
            <a:r>
              <a:rPr lang="en-US" altLang="ja-JP" sz="2400" b="1" dirty="0">
                <a:solidFill>
                  <a:srgbClr val="FF0000"/>
                </a:solidFill>
              </a:rPr>
              <a:t>.cpp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35E6635-864A-4A3A-B732-D02CF09C4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725038" cy="3643206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0D555B4-EBC4-4088-8BE5-7D74FD56B515}"/>
              </a:ext>
            </a:extLst>
          </p:cNvPr>
          <p:cNvSpPr/>
          <p:nvPr/>
        </p:nvSpPr>
        <p:spPr>
          <a:xfrm>
            <a:off x="1811867" y="2446867"/>
            <a:ext cx="3810000" cy="14562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517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290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Main</a:t>
            </a:r>
            <a:r>
              <a:rPr lang="en-US" altLang="ja-JP" sz="2400" b="1" dirty="0">
                <a:solidFill>
                  <a:srgbClr val="FF0000"/>
                </a:solidFill>
              </a:rPr>
              <a:t>.cpp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0070C0"/>
                </a:solidFill>
              </a:rPr>
              <a:t>Empty</a:t>
            </a:r>
            <a:r>
              <a:rPr lang="ja-JP" altLang="en-US" sz="2400" dirty="0"/>
              <a:t>関数を消します。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A5DA240-A796-442D-8268-6257FA674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5764256" cy="4464473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3E0CCC5-AFAB-4A28-95CE-FD7513DC58C3}"/>
              </a:ext>
            </a:extLst>
          </p:cNvPr>
          <p:cNvSpPr/>
          <p:nvPr/>
        </p:nvSpPr>
        <p:spPr>
          <a:xfrm>
            <a:off x="2539999" y="3429000"/>
            <a:ext cx="3081867" cy="28786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88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クラス名と同名の関数</a:t>
            </a:r>
            <a:r>
              <a:rPr lang="ja-JP" altLang="en-US" sz="2400" dirty="0"/>
              <a:t>を宣言することにより、</a:t>
            </a:r>
            <a:endParaRPr lang="en-US" altLang="ja-JP" sz="2400" dirty="0"/>
          </a:p>
          <a:p>
            <a:r>
              <a:rPr kumimoji="1" lang="ja-JP" altLang="en-US" sz="2400" dirty="0"/>
              <a:t>その関数は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コンストラクタ</a:t>
            </a:r>
            <a:r>
              <a:rPr kumimoji="1" lang="ja-JP" altLang="en-US" sz="2400" dirty="0"/>
              <a:t>として宣言されます。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53C58E1-8933-4C5D-A190-DF83D154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10229" cy="187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520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コンストラクタは戻り値が存在しない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専用の定義</a:t>
            </a:r>
            <a:r>
              <a:rPr kumimoji="1" lang="ja-JP" altLang="en-US" sz="2400" dirty="0"/>
              <a:t>となります。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08DFDBA-464E-47E3-A49F-6E35A9E04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811206" cy="161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07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コンストラクタは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クラスの生成タイミングで呼ばれます。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FF0000"/>
                </a:solidFill>
              </a:rPr>
              <a:t>変数として宣言したタイミング</a:t>
            </a:r>
            <a:r>
              <a:rPr lang="ja-JP" altLang="en-US" sz="2400" dirty="0"/>
              <a:t>で呼ばれることになります。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214405-DBBF-4DA7-BD8F-896191E28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810210" cy="2986007"/>
          </a:xfrm>
          <a:prstGeom prst="rect">
            <a:avLst/>
          </a:prstGeom>
        </p:spPr>
      </p:pic>
      <p:sp>
        <p:nvSpPr>
          <p:cNvPr id="7" name="矢印: 左 6">
            <a:extLst>
              <a:ext uri="{FF2B5EF4-FFF2-40B4-BE49-F238E27FC236}">
                <a16:creationId xmlns:a16="http://schemas.microsoft.com/office/drawing/2014/main" id="{82529AA7-F3A0-41EB-9949-399F8B17C969}"/>
              </a:ext>
            </a:extLst>
          </p:cNvPr>
          <p:cNvSpPr/>
          <p:nvPr/>
        </p:nvSpPr>
        <p:spPr>
          <a:xfrm>
            <a:off x="5765799" y="3082985"/>
            <a:ext cx="1608667" cy="506881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左 7">
            <a:extLst>
              <a:ext uri="{FF2B5EF4-FFF2-40B4-BE49-F238E27FC236}">
                <a16:creationId xmlns:a16="http://schemas.microsoft.com/office/drawing/2014/main" id="{E0ACA05F-8622-4248-B733-6A73ECB969F4}"/>
              </a:ext>
            </a:extLst>
          </p:cNvPr>
          <p:cNvSpPr/>
          <p:nvPr/>
        </p:nvSpPr>
        <p:spPr>
          <a:xfrm>
            <a:off x="5765799" y="3426688"/>
            <a:ext cx="1608667" cy="506881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9A8D2C0-0865-4218-BF3E-F57644FF2ED2}"/>
              </a:ext>
            </a:extLst>
          </p:cNvPr>
          <p:cNvSpPr txBox="1"/>
          <p:nvPr/>
        </p:nvSpPr>
        <p:spPr>
          <a:xfrm>
            <a:off x="567541" y="5305657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ブレークポイントを置いて確認してみましょう。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340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80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コンストラクタは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public</a:t>
            </a:r>
            <a:r>
              <a:rPr kumimoji="1" lang="ja-JP" altLang="en-US" sz="2400" dirty="0"/>
              <a:t>にしないと、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クラスの外で宣言できなくなります。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なので基本的には</a:t>
            </a:r>
            <a:r>
              <a:rPr lang="en-US" altLang="ja-JP" sz="2400" b="1" dirty="0">
                <a:solidFill>
                  <a:srgbClr val="0070C0"/>
                </a:solidFill>
              </a:rPr>
              <a:t>public</a:t>
            </a:r>
            <a:r>
              <a:rPr lang="ja-JP" altLang="en-US" sz="2400" dirty="0"/>
              <a:t>になります。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4ACA9E4-3F7E-44D5-8A04-4D9C93A86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071508"/>
            <a:ext cx="3386391" cy="1740348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A8058D4-F78A-4BAC-B525-8F828A718EB9}"/>
              </a:ext>
            </a:extLst>
          </p:cNvPr>
          <p:cNvSpPr txBox="1"/>
          <p:nvPr/>
        </p:nvSpPr>
        <p:spPr>
          <a:xfrm>
            <a:off x="3624789" y="3615718"/>
            <a:ext cx="553228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public</a:t>
            </a:r>
            <a:r>
              <a:rPr kumimoji="1" lang="ja-JP" altLang="en-US" sz="2400" dirty="0"/>
              <a:t>にしないと</a:t>
            </a:r>
            <a:r>
              <a:rPr lang="en-US" altLang="ja-JP" sz="2400" b="1" dirty="0">
                <a:solidFill>
                  <a:srgbClr val="0070C0"/>
                </a:solidFill>
              </a:rPr>
              <a:t>main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で呼べない</a:t>
            </a:r>
            <a:endParaRPr kumimoji="1" lang="en-US" altLang="ja-JP" sz="24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034F54C7-5B84-4C6B-AC50-98461C9AA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047426"/>
            <a:ext cx="3513391" cy="8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7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コンストラクタ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コンストラクタは</a:t>
            </a:r>
            <a:r>
              <a:rPr lang="ja-JP" altLang="en-US" sz="2400" b="1" dirty="0">
                <a:solidFill>
                  <a:srgbClr val="FF0000"/>
                </a:solidFill>
              </a:rPr>
              <a:t>メンバ変数の</a:t>
            </a:r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初期化</a:t>
            </a:r>
            <a:r>
              <a:rPr lang="ja-JP" altLang="en-US" sz="2400" dirty="0"/>
              <a:t>でよく使われます。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また、生成タイミングで自動で呼ばれるので、</a:t>
            </a:r>
            <a:endParaRPr lang="en-US" altLang="ja-JP" sz="2400" dirty="0"/>
          </a:p>
          <a:p>
            <a:r>
              <a:rPr kumimoji="1" lang="ja-JP" altLang="en-US" sz="2400" dirty="0"/>
              <a:t>うっかり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意図していないタイミングで呼ばれる</a:t>
            </a:r>
            <a:r>
              <a:rPr kumimoji="1" lang="ja-JP" altLang="en-US" sz="2400" dirty="0"/>
              <a:t>ことがあるかもしれません。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なので、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基本的には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初期化以外の処理は書かない</a:t>
            </a:r>
            <a:r>
              <a:rPr lang="ja-JP" altLang="en-US" sz="2400" dirty="0"/>
              <a:t>ようにしましょう。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864050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208</Words>
  <Application>Microsoft Office PowerPoint</Application>
  <PresentationFormat>ワイド画面</PresentationFormat>
  <Paragraphs>33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24</cp:revision>
  <dcterms:created xsi:type="dcterms:W3CDTF">2024-08-27T02:15:54Z</dcterms:created>
  <dcterms:modified xsi:type="dcterms:W3CDTF">2026-05-15T01:02:31Z</dcterms:modified>
</cp:coreProperties>
</file>