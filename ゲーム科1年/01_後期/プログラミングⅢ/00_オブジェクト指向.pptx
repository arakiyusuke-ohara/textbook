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オブジェクト指向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1762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C++</a:t>
            </a:r>
            <a:r>
              <a:rPr kumimoji="1" lang="ja-JP" altLang="en-US" sz="2400" dirty="0"/>
              <a:t>を学習する前に、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オブジェクト指向</a:t>
            </a:r>
            <a:r>
              <a:rPr kumimoji="1" lang="ja-JP" altLang="en-US" sz="2400" dirty="0"/>
              <a:t>について学習します。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オブジェクト指向とは、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プログラムで組み込むものを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つのオブジェクトとしてまとめる</a:t>
            </a:r>
            <a:r>
              <a:rPr kumimoji="1" lang="ja-JP" altLang="en-US" sz="2400" dirty="0"/>
              <a:t>ことです。</a:t>
            </a:r>
            <a:endParaRPr kumimoji="1" lang="en-US" altLang="ja-JP" sz="2400" dirty="0"/>
          </a:p>
          <a:p>
            <a:r>
              <a:rPr kumimoji="1" lang="ja-JP" altLang="en-US" sz="2400" dirty="0"/>
              <a:t>そしてオブジェクトは、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データ</a:t>
            </a:r>
            <a:r>
              <a:rPr kumimoji="1" lang="ja-JP" altLang="en-US" sz="2400" dirty="0"/>
              <a:t>と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機能</a:t>
            </a:r>
            <a:r>
              <a:rPr kumimoji="1" lang="ja-JP" altLang="en-US" sz="2400" dirty="0"/>
              <a:t>の２つに分けてまとめます。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簡単な例を見てみましょう。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オブジェクト指向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例えばプレイヤーが操作するキャラクターは以下のようにまとめます。</a:t>
            </a:r>
            <a:endParaRPr kumimoji="1" lang="en-US" altLang="ja-JP" sz="2400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EF4AF87-8AE9-4233-A27F-7466A4FAEF4D}"/>
              </a:ext>
            </a:extLst>
          </p:cNvPr>
          <p:cNvSpPr/>
          <p:nvPr/>
        </p:nvSpPr>
        <p:spPr>
          <a:xfrm>
            <a:off x="4978401" y="2182530"/>
            <a:ext cx="4038325" cy="283040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7259A6-EDB2-45B7-AD05-85973C483321}"/>
              </a:ext>
            </a:extLst>
          </p:cNvPr>
          <p:cNvSpPr txBox="1"/>
          <p:nvPr/>
        </p:nvSpPr>
        <p:spPr>
          <a:xfrm>
            <a:off x="5350935" y="247293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データ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9A9CC18-9A07-44AF-A674-C8F9290D79EB}"/>
              </a:ext>
            </a:extLst>
          </p:cNvPr>
          <p:cNvSpPr txBox="1"/>
          <p:nvPr/>
        </p:nvSpPr>
        <p:spPr>
          <a:xfrm>
            <a:off x="5350935" y="2994174"/>
            <a:ext cx="20313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座標</a:t>
            </a:r>
            <a:endParaRPr kumimoji="1" lang="en-US" altLang="ja-JP" sz="2400" dirty="0"/>
          </a:p>
          <a:p>
            <a:r>
              <a:rPr lang="ja-JP" altLang="en-US" sz="2400" dirty="0"/>
              <a:t>移動量</a:t>
            </a:r>
            <a:endParaRPr kumimoji="1" lang="en-US" altLang="ja-JP" sz="2400" dirty="0"/>
          </a:p>
          <a:p>
            <a:r>
              <a:rPr lang="ja-JP" altLang="en-US" sz="2400" dirty="0"/>
              <a:t>画像ハンドル</a:t>
            </a:r>
            <a:endParaRPr lang="en-US" altLang="ja-JP" sz="2400" dirty="0"/>
          </a:p>
          <a:p>
            <a:r>
              <a:rPr lang="en-US" altLang="ja-JP" sz="2400" dirty="0"/>
              <a:t>HP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CD51ADB-4E75-461C-A0EB-1FB7CCE53E3A}"/>
              </a:ext>
            </a:extLst>
          </p:cNvPr>
          <p:cNvSpPr/>
          <p:nvPr/>
        </p:nvSpPr>
        <p:spPr>
          <a:xfrm>
            <a:off x="567542" y="2182530"/>
            <a:ext cx="4038325" cy="28304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78068C2-C89C-47F9-9176-BF70F801CCCD}"/>
              </a:ext>
            </a:extLst>
          </p:cNvPr>
          <p:cNvSpPr txBox="1"/>
          <p:nvPr/>
        </p:nvSpPr>
        <p:spPr>
          <a:xfrm>
            <a:off x="940076" y="247293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機能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422E89C-2A78-4BF6-8CF6-D80080930EBD}"/>
              </a:ext>
            </a:extLst>
          </p:cNvPr>
          <p:cNvSpPr txBox="1"/>
          <p:nvPr/>
        </p:nvSpPr>
        <p:spPr>
          <a:xfrm>
            <a:off x="940076" y="2994174"/>
            <a:ext cx="20313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走る</a:t>
            </a:r>
            <a:endParaRPr kumimoji="1" lang="en-US" altLang="ja-JP" sz="2400" dirty="0"/>
          </a:p>
          <a:p>
            <a:r>
              <a:rPr lang="ja-JP" altLang="en-US" sz="2400" dirty="0"/>
              <a:t>ジャンプする</a:t>
            </a:r>
            <a:endParaRPr kumimoji="1" lang="en-US" altLang="ja-JP" sz="2400" dirty="0"/>
          </a:p>
          <a:p>
            <a:r>
              <a:rPr lang="ja-JP" altLang="en-US" sz="2400" dirty="0"/>
              <a:t>描画する</a:t>
            </a:r>
            <a:endParaRPr lang="en-US" altLang="ja-JP" sz="2400" dirty="0"/>
          </a:p>
          <a:p>
            <a:r>
              <a:rPr lang="ja-JP" altLang="en-US" sz="2400" dirty="0"/>
              <a:t>死亡する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59509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オブジェクト指向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機能には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そのオブジェクトに振る舞ってほしい動作</a:t>
            </a:r>
            <a:r>
              <a:rPr kumimoji="1" lang="ja-JP" altLang="en-US" sz="2400" dirty="0"/>
              <a:t>をまとめます。</a:t>
            </a:r>
            <a:endParaRPr kumimoji="1" lang="en-US" altLang="ja-JP" sz="2400" dirty="0"/>
          </a:p>
          <a:p>
            <a:r>
              <a:rPr lang="ja-JP" altLang="en-US" sz="2400" dirty="0"/>
              <a:t>動作なので、基本的には</a:t>
            </a:r>
            <a:r>
              <a:rPr lang="ja-JP" altLang="en-US" sz="2400" b="1" dirty="0">
                <a:solidFill>
                  <a:srgbClr val="FF0000"/>
                </a:solidFill>
              </a:rPr>
              <a:t>動詞</a:t>
            </a:r>
            <a:r>
              <a:rPr lang="ja-JP" altLang="en-US" sz="2400" dirty="0"/>
              <a:t>になるはずです。</a:t>
            </a:r>
            <a:endParaRPr kumimoji="1" lang="en-US" altLang="ja-JP" sz="2400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CD51ADB-4E75-461C-A0EB-1FB7CCE53E3A}"/>
              </a:ext>
            </a:extLst>
          </p:cNvPr>
          <p:cNvSpPr/>
          <p:nvPr/>
        </p:nvSpPr>
        <p:spPr>
          <a:xfrm>
            <a:off x="567542" y="2182530"/>
            <a:ext cx="4038325" cy="28304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78068C2-C89C-47F9-9176-BF70F801CCCD}"/>
              </a:ext>
            </a:extLst>
          </p:cNvPr>
          <p:cNvSpPr txBox="1"/>
          <p:nvPr/>
        </p:nvSpPr>
        <p:spPr>
          <a:xfrm>
            <a:off x="940076" y="247293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機能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422E89C-2A78-4BF6-8CF6-D80080930EBD}"/>
              </a:ext>
            </a:extLst>
          </p:cNvPr>
          <p:cNvSpPr txBox="1"/>
          <p:nvPr/>
        </p:nvSpPr>
        <p:spPr>
          <a:xfrm>
            <a:off x="940076" y="2994174"/>
            <a:ext cx="20313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走る</a:t>
            </a:r>
            <a:endParaRPr kumimoji="1" lang="en-US" altLang="ja-JP" sz="2400" dirty="0"/>
          </a:p>
          <a:p>
            <a:r>
              <a:rPr lang="ja-JP" altLang="en-US" sz="2400" dirty="0"/>
              <a:t>ジャンプする</a:t>
            </a:r>
            <a:endParaRPr kumimoji="1" lang="en-US" altLang="ja-JP" sz="2400" dirty="0"/>
          </a:p>
          <a:p>
            <a:r>
              <a:rPr lang="ja-JP" altLang="en-US" sz="2400" dirty="0"/>
              <a:t>描画する</a:t>
            </a:r>
            <a:endParaRPr lang="en-US" altLang="ja-JP" sz="2400" dirty="0"/>
          </a:p>
          <a:p>
            <a:r>
              <a:rPr lang="ja-JP" altLang="en-US" sz="2400" dirty="0"/>
              <a:t>死亡する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8519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オブジェクト指向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データには、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機能を実現するために必要な情報</a:t>
            </a:r>
            <a:r>
              <a:rPr kumimoji="1" lang="ja-JP" altLang="en-US" sz="2400" dirty="0"/>
              <a:t>をまとめます。</a:t>
            </a:r>
            <a:endParaRPr kumimoji="1" lang="en-US" altLang="ja-JP" sz="2400" dirty="0"/>
          </a:p>
          <a:p>
            <a:r>
              <a:rPr lang="ja-JP" altLang="en-US" sz="2400" dirty="0"/>
              <a:t>データそのものなので、基本的には</a:t>
            </a:r>
            <a:r>
              <a:rPr lang="ja-JP" altLang="en-US" sz="2400" b="1" dirty="0">
                <a:solidFill>
                  <a:srgbClr val="FF0000"/>
                </a:solidFill>
              </a:rPr>
              <a:t>名詞</a:t>
            </a:r>
            <a:r>
              <a:rPr lang="ja-JP" altLang="en-US" sz="2400" dirty="0"/>
              <a:t>になるはずです。</a:t>
            </a:r>
            <a:endParaRPr kumimoji="1" lang="en-US" altLang="ja-JP" sz="2400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EF4AF87-8AE9-4233-A27F-7466A4FAEF4D}"/>
              </a:ext>
            </a:extLst>
          </p:cNvPr>
          <p:cNvSpPr/>
          <p:nvPr/>
        </p:nvSpPr>
        <p:spPr>
          <a:xfrm>
            <a:off x="567542" y="2140797"/>
            <a:ext cx="4038325" cy="283040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7259A6-EDB2-45B7-AD05-85973C483321}"/>
              </a:ext>
            </a:extLst>
          </p:cNvPr>
          <p:cNvSpPr txBox="1"/>
          <p:nvPr/>
        </p:nvSpPr>
        <p:spPr>
          <a:xfrm>
            <a:off x="940076" y="243120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データ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9A9CC18-9A07-44AF-A674-C8F9290D79EB}"/>
              </a:ext>
            </a:extLst>
          </p:cNvPr>
          <p:cNvSpPr txBox="1"/>
          <p:nvPr/>
        </p:nvSpPr>
        <p:spPr>
          <a:xfrm>
            <a:off x="940076" y="2952441"/>
            <a:ext cx="20313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座標</a:t>
            </a:r>
            <a:endParaRPr kumimoji="1" lang="en-US" altLang="ja-JP" sz="2400" dirty="0"/>
          </a:p>
          <a:p>
            <a:r>
              <a:rPr lang="ja-JP" altLang="en-US" sz="2400" dirty="0"/>
              <a:t>移動量</a:t>
            </a:r>
            <a:endParaRPr kumimoji="1" lang="en-US" altLang="ja-JP" sz="2400" dirty="0"/>
          </a:p>
          <a:p>
            <a:r>
              <a:rPr lang="ja-JP" altLang="en-US" sz="2400" dirty="0"/>
              <a:t>画像ハンドル</a:t>
            </a:r>
            <a:endParaRPr lang="en-US" altLang="ja-JP" sz="2400" dirty="0"/>
          </a:p>
          <a:p>
            <a:r>
              <a:rPr lang="en-US" altLang="ja-JP" sz="2400" dirty="0"/>
              <a:t>HP</a:t>
            </a:r>
          </a:p>
        </p:txBody>
      </p:sp>
    </p:spTree>
    <p:extLst>
      <p:ext uri="{BB962C8B-B14F-4D97-AF65-F5344CB8AC3E}">
        <p14:creationId xmlns:p14="http://schemas.microsoft.com/office/powerpoint/2010/main" val="2304072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オブジェクト指向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C++</a:t>
            </a:r>
            <a:r>
              <a:rPr kumimoji="1" lang="ja-JP" altLang="en-US" sz="2400" dirty="0"/>
              <a:t>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クラス</a:t>
            </a:r>
            <a:r>
              <a:rPr kumimoji="1" lang="ja-JP" altLang="en-US" sz="2400" dirty="0"/>
              <a:t>という機能が追加されています。</a:t>
            </a:r>
            <a:endParaRPr kumimoji="1" lang="en-US" altLang="ja-JP" sz="2400" dirty="0"/>
          </a:p>
          <a:p>
            <a:r>
              <a:rPr lang="ja-JP" altLang="en-US" sz="2400" dirty="0"/>
              <a:t>この</a:t>
            </a:r>
            <a:r>
              <a:rPr lang="ja-JP" altLang="en-US" sz="2400" b="1" dirty="0">
                <a:solidFill>
                  <a:srgbClr val="FF0000"/>
                </a:solidFill>
              </a:rPr>
              <a:t>クラスを使って機能とデータをオブジェクトとしてまとめていきます。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E8D2C97-3581-4C77-A6F3-1C79A1B57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321841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81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オブジェクト指向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機能は関数</a:t>
            </a:r>
            <a:r>
              <a:rPr kumimoji="1" lang="ja-JP" altLang="en-US" sz="2400" dirty="0"/>
              <a:t>としてまとめます。</a:t>
            </a:r>
            <a:endParaRPr kumimoji="1" lang="en-US" altLang="ja-JP" sz="2400" dirty="0"/>
          </a:p>
          <a:p>
            <a:r>
              <a:rPr lang="ja-JP" altLang="en-US" sz="2400" dirty="0"/>
              <a:t>この関数のことを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メンバ関数</a:t>
            </a:r>
            <a:r>
              <a:rPr lang="ja-JP" altLang="en-US" sz="2400" dirty="0"/>
              <a:t>といいます。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E8D2C97-3581-4C77-A6F3-1C79A1B57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321841" cy="417892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E9BC5B1-0768-4487-8E18-EF2F7BCB27AE}"/>
              </a:ext>
            </a:extLst>
          </p:cNvPr>
          <p:cNvSpPr/>
          <p:nvPr/>
        </p:nvSpPr>
        <p:spPr>
          <a:xfrm>
            <a:off x="1981200" y="2650067"/>
            <a:ext cx="4377267" cy="14308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055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オブジェクト指向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データは変数</a:t>
            </a:r>
            <a:r>
              <a:rPr kumimoji="1" lang="ja-JP" altLang="en-US" sz="2400" dirty="0"/>
              <a:t>としてまとめます。</a:t>
            </a:r>
            <a:endParaRPr kumimoji="1" lang="en-US" altLang="ja-JP" sz="2400" dirty="0"/>
          </a:p>
          <a:p>
            <a:r>
              <a:rPr lang="ja-JP" altLang="en-US" sz="2400" dirty="0"/>
              <a:t>この変数のことを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メンバ変数</a:t>
            </a:r>
            <a:r>
              <a:rPr lang="ja-JP" altLang="en-US" sz="2400" dirty="0"/>
              <a:t>と言います。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E8D2C97-3581-4C77-A6F3-1C79A1B57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321841" cy="417892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E9BC5B1-0768-4487-8E18-EF2F7BCB27AE}"/>
              </a:ext>
            </a:extLst>
          </p:cNvPr>
          <p:cNvSpPr/>
          <p:nvPr/>
        </p:nvSpPr>
        <p:spPr>
          <a:xfrm>
            <a:off x="1947333" y="4210705"/>
            <a:ext cx="5942050" cy="19530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640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223</Words>
  <Application>Microsoft Office PowerPoint</Application>
  <PresentationFormat>ワイド画面</PresentationFormat>
  <Paragraphs>45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ゲーム1年</cp:lastModifiedBy>
  <cp:revision>10</cp:revision>
  <dcterms:created xsi:type="dcterms:W3CDTF">2024-08-27T02:15:54Z</dcterms:created>
  <dcterms:modified xsi:type="dcterms:W3CDTF">2024-11-08T01:09:14Z</dcterms:modified>
</cp:coreProperties>
</file>