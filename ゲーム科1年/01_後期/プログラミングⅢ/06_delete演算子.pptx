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delete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2348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delete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演算子</a:t>
            </a:r>
            <a:r>
              <a:rPr kumimoji="1" lang="ja-JP" altLang="en-US" sz="2400" dirty="0"/>
              <a:t>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new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で生成したオブジェクトを削除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使い終わったオブジェクトを削除するときに使用します。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delete</a:t>
            </a:r>
            <a:r>
              <a:rPr lang="ja-JP" altLang="en-US" sz="2400" b="1" dirty="0">
                <a:solidFill>
                  <a:srgbClr val="FF0000"/>
                </a:solidFill>
              </a:rPr>
              <a:t>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b="1" dirty="0">
                <a:solidFill>
                  <a:srgbClr val="0070C0"/>
                </a:solidFill>
              </a:rPr>
              <a:t>delete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削除対象のポインタ</a:t>
            </a:r>
            <a:r>
              <a:rPr kumimoji="1" lang="en-US" altLang="ja-JP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delete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Main.cpp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F659A0-2EDC-461B-A2E1-D302BDE28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566014" cy="252560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422B1B-78BB-435D-807A-A46E1C726FB3}"/>
              </a:ext>
            </a:extLst>
          </p:cNvPr>
          <p:cNvSpPr/>
          <p:nvPr/>
        </p:nvSpPr>
        <p:spPr>
          <a:xfrm>
            <a:off x="1667933" y="2650067"/>
            <a:ext cx="3183467" cy="10329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0226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677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u="sng" dirty="0"/>
              <a:t>delete</a:t>
            </a:r>
            <a:r>
              <a:rPr kumimoji="1" lang="ja-JP" altLang="en-US" sz="3200" b="1" u="sng" dirty="0"/>
              <a:t>演算子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実行するとデストラクタが呼ばれていることがわかります。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きちんと削除されているようです。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E6C02A-C271-4DC3-B1F1-F6F6767D9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3434269" cy="155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629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62</Words>
  <Application>Microsoft Office PowerPoint</Application>
  <PresentationFormat>ワイド画面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ゲーム1年</cp:lastModifiedBy>
  <cp:revision>30</cp:revision>
  <dcterms:created xsi:type="dcterms:W3CDTF">2024-08-27T02:15:54Z</dcterms:created>
  <dcterms:modified xsi:type="dcterms:W3CDTF">2024-11-08T05:25:27Z</dcterms:modified>
</cp:coreProperties>
</file>