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90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派生クラスに機能を追加していきます。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クラスに</a:t>
            </a:r>
            <a:r>
              <a:rPr lang="ja-JP" altLang="en-US" sz="2400" b="1" dirty="0">
                <a:solidFill>
                  <a:srgbClr val="FF0000"/>
                </a:solidFill>
              </a:rPr>
              <a:t>果物専用の値段補正機能</a:t>
            </a:r>
            <a:r>
              <a:rPr lang="ja-JP" altLang="en-US" sz="2400" dirty="0"/>
              <a:t>を追加してみます。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02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Fruit.h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0220209-67CE-4D84-8B77-A82478F3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993833" cy="21715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2C3E651-7225-4AE7-ABE3-7A96096D0AB5}"/>
              </a:ext>
            </a:extLst>
          </p:cNvPr>
          <p:cNvSpPr/>
          <p:nvPr/>
        </p:nvSpPr>
        <p:spPr>
          <a:xfrm>
            <a:off x="2241176" y="3343836"/>
            <a:ext cx="2725271" cy="367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78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77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Fruit.cpp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AA03EC6-05D3-4812-BDDE-85103E1A1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84838" cy="312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4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2CE4722-8C52-4111-8D7E-F097A374D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27897" cy="225218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A8680BC-F26A-43D9-A0AE-9F0B4A581E0C}"/>
              </a:ext>
            </a:extLst>
          </p:cNvPr>
          <p:cNvSpPr/>
          <p:nvPr/>
        </p:nvSpPr>
        <p:spPr>
          <a:xfrm>
            <a:off x="2599766" y="2886635"/>
            <a:ext cx="3496234" cy="905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259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90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Fruit.cpp</a:t>
            </a:r>
            <a:r>
              <a:rPr lang="ja-JP" altLang="en-US" sz="2400" dirty="0"/>
              <a:t>でコンパイルエラーが発生します。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 err="1"/>
              <a:t>m_Price</a:t>
            </a:r>
            <a:r>
              <a:rPr lang="ja-JP" altLang="en-US" sz="2400" dirty="0"/>
              <a:t>が</a:t>
            </a:r>
            <a:r>
              <a:rPr lang="en-US" altLang="ja-JP" sz="2400" b="1" dirty="0">
                <a:solidFill>
                  <a:srgbClr val="0070C0"/>
                </a:solidFill>
              </a:rPr>
              <a:t>private</a:t>
            </a:r>
            <a:r>
              <a:rPr lang="ja-JP" altLang="en-US" sz="2400" dirty="0"/>
              <a:t>なので</a:t>
            </a:r>
            <a:r>
              <a:rPr lang="ja-JP" altLang="en-US" sz="2400" b="1" dirty="0">
                <a:solidFill>
                  <a:srgbClr val="FF0000"/>
                </a:solidFill>
              </a:rPr>
              <a:t>アクセスできない</a:t>
            </a:r>
            <a:r>
              <a:rPr lang="ja-JP" altLang="en-US" sz="2400" dirty="0"/>
              <a:t>というエラーです。</a:t>
            </a:r>
            <a:endParaRPr lang="en-US" altLang="ja-JP" sz="2400" dirty="0"/>
          </a:p>
          <a:p>
            <a:r>
              <a:rPr lang="ja-JP" altLang="en-US" sz="2400" dirty="0"/>
              <a:t>このように、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引き継いだメンバでも</a:t>
            </a:r>
            <a:r>
              <a:rPr lang="en-US" altLang="ja-JP" sz="2400" b="1" dirty="0">
                <a:solidFill>
                  <a:srgbClr val="FF0000"/>
                </a:solidFill>
              </a:rPr>
              <a:t>private</a:t>
            </a:r>
            <a:r>
              <a:rPr lang="ja-JP" altLang="en-US" sz="2400" b="1" dirty="0">
                <a:solidFill>
                  <a:srgbClr val="FF0000"/>
                </a:solidFill>
              </a:rPr>
              <a:t>であればアクセスできません。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330D6BB-5192-48A2-83CB-0747B372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76" y="2556458"/>
            <a:ext cx="8584838" cy="312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1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アクセス制御には</a:t>
            </a:r>
            <a:r>
              <a:rPr lang="en-US" altLang="ja-JP" sz="2400" b="1" dirty="0">
                <a:solidFill>
                  <a:srgbClr val="0070C0"/>
                </a:solidFill>
              </a:rPr>
              <a:t>protected</a:t>
            </a:r>
            <a:r>
              <a:rPr lang="ja-JP" altLang="en-US" sz="2400" dirty="0"/>
              <a:t>というものも存在します。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en-US" altLang="ja-JP" sz="2400" b="1" dirty="0">
                <a:solidFill>
                  <a:srgbClr val="0070C0"/>
                </a:solidFill>
              </a:rPr>
              <a:t>protected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外部からはアクセスできないが、派生クラスであればアクセスできる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といったアクセス制御になります。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AF2E33-8FB8-4AEA-8370-8D64CD5F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9"/>
            <a:ext cx="8211386" cy="30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97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コンパイルエラーが解消されるので実行しましょう。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11E328-C9BA-477B-AC2E-1FBA5586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185279" cy="13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15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継承後のアクセス制御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7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Fruit</a:t>
            </a:r>
            <a:r>
              <a:rPr lang="ja-JP" altLang="en-US" sz="2400" dirty="0"/>
              <a:t>クラスではアクセスできますが、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無関係な</a:t>
            </a:r>
            <a:r>
              <a:rPr lang="en-US" altLang="ja-JP" sz="2400" b="1" dirty="0">
                <a:solidFill>
                  <a:srgbClr val="FF0000"/>
                </a:solidFill>
              </a:rPr>
              <a:t>Main</a:t>
            </a:r>
            <a:r>
              <a:rPr lang="ja-JP" altLang="en-US" sz="2400" b="1" dirty="0">
                <a:solidFill>
                  <a:srgbClr val="FF0000"/>
                </a:solidFill>
              </a:rPr>
              <a:t>関数では、やはりアクセスできません。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260659-EC81-4828-899A-5D63A002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8188911" cy="231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3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173</Words>
  <Application>Microsoft Office PowerPoint</Application>
  <PresentationFormat>ワイド画面</PresentationFormat>
  <Paragraphs>23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42</cp:revision>
  <dcterms:created xsi:type="dcterms:W3CDTF">2024-08-27T02:15:54Z</dcterms:created>
  <dcterms:modified xsi:type="dcterms:W3CDTF">2024-11-11T03:23:06Z</dcterms:modified>
</cp:coreProperties>
</file>