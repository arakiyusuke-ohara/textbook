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コンストラクタとは対となる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デストラクタ</a:t>
            </a:r>
            <a:r>
              <a:rPr kumimoji="1" lang="ja-JP" altLang="en-US" sz="2400" dirty="0"/>
              <a:t>という機能もあります。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デストラクタとは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クラスが削除されたタイミングで呼ばれる関数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簡単な例で練習しましょう。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395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Orange.h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C8DD4D-CA9A-4BDB-AB4F-EF45865BF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377505" cy="194987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E7CB9A9-1D18-4FB8-8C3E-86C8E9A258EB}"/>
              </a:ext>
            </a:extLst>
          </p:cNvPr>
          <p:cNvSpPr/>
          <p:nvPr/>
        </p:nvSpPr>
        <p:spPr>
          <a:xfrm>
            <a:off x="1905000" y="3048000"/>
            <a:ext cx="5452533" cy="4656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29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752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Orange.cpp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3C10DCC-6B62-4B44-8789-B1A9CF00C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630058" cy="4234472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D75164B-B628-4BB2-AE9C-8573BB085B4C}"/>
              </a:ext>
            </a:extLst>
          </p:cNvPr>
          <p:cNvSpPr/>
          <p:nvPr/>
        </p:nvSpPr>
        <p:spPr>
          <a:xfrm>
            <a:off x="1507067" y="2015067"/>
            <a:ext cx="4690533" cy="1143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DE5ED4C-AF46-447F-AEF1-62669CB4E1DA}"/>
              </a:ext>
            </a:extLst>
          </p:cNvPr>
          <p:cNvSpPr/>
          <p:nvPr/>
        </p:nvSpPr>
        <p:spPr>
          <a:xfrm>
            <a:off x="1507067" y="4631267"/>
            <a:ext cx="4690533" cy="12022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403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実行するとデストラクタで書いた文字が表示されています。</a:t>
            </a:r>
            <a:endParaRPr kumimoji="1" lang="en-US" altLang="ja-JP" sz="2400" dirty="0"/>
          </a:p>
          <a:p>
            <a:r>
              <a:rPr lang="ja-JP" altLang="en-US" sz="2400" dirty="0"/>
              <a:t>無事にデストラクタが呼ばれているようです。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A08E950-0B87-47B8-9BD7-3393A2C27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810764" cy="204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042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デストラクタは呼ばれるタイミングが重要です。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今回の場合、クラスは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main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関数のローカル変数</a:t>
            </a:r>
            <a:r>
              <a:rPr kumimoji="1" lang="ja-JP" altLang="en-US" sz="2400" dirty="0"/>
              <a:t>として宣言したので、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main</a:t>
            </a:r>
            <a:r>
              <a:rPr lang="ja-JP" altLang="en-US" sz="2400" b="1" dirty="0">
                <a:solidFill>
                  <a:srgbClr val="FF0000"/>
                </a:solidFill>
              </a:rPr>
              <a:t>関数が終了したタイミングでクラスが削除</a:t>
            </a:r>
            <a:r>
              <a:rPr lang="ja-JP" altLang="en-US" sz="2400" dirty="0"/>
              <a:t>されます。</a:t>
            </a:r>
            <a:endParaRPr lang="en-US" altLang="ja-JP" sz="2400" dirty="0"/>
          </a:p>
          <a:p>
            <a:r>
              <a:rPr kumimoji="1" lang="ja-JP" altLang="en-US" sz="2400" dirty="0"/>
              <a:t>デストラクタはこのタイミングで呼ばれます。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7099CCB-488B-4815-B98F-ECDB804C3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925788"/>
            <a:ext cx="9739743" cy="278921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9E38B25-5EBA-4586-98C6-373895B6D454}"/>
              </a:ext>
            </a:extLst>
          </p:cNvPr>
          <p:cNvSpPr txBox="1"/>
          <p:nvPr/>
        </p:nvSpPr>
        <p:spPr>
          <a:xfrm>
            <a:off x="3214420" y="4866099"/>
            <a:ext cx="317266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r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eturn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のあとで削除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50656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デストラクタ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デストラクタはそのクラスの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後処理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ゲーム制作では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DeleteGraph</a:t>
            </a:r>
            <a:r>
              <a:rPr lang="ja-JP" altLang="en-US" sz="2400" dirty="0"/>
              <a:t>関数など、</a:t>
            </a:r>
            <a:endParaRPr lang="en-US" altLang="ja-JP" sz="2400" dirty="0"/>
          </a:p>
          <a:p>
            <a:r>
              <a:rPr kumimoji="1" lang="ja-JP" altLang="en-US" sz="2400" dirty="0"/>
              <a:t>使用後の後処理を書くことによって、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画像の削除忘れを対策</a:t>
            </a:r>
            <a:r>
              <a:rPr kumimoji="1" lang="ja-JP" altLang="en-US" sz="2400" dirty="0"/>
              <a:t>したりできます。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03653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157</Words>
  <Application>Microsoft Office PowerPoint</Application>
  <PresentationFormat>ワイド画面</PresentationFormat>
  <Paragraphs>23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ゲーム1年</cp:lastModifiedBy>
  <cp:revision>24</cp:revision>
  <dcterms:created xsi:type="dcterms:W3CDTF">2024-08-27T02:15:54Z</dcterms:created>
  <dcterms:modified xsi:type="dcterms:W3CDTF">2024-11-08T03:26:07Z</dcterms:modified>
</cp:coreProperties>
</file>