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クラスの配列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クラスは配列で複数生成することができます。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5441B5F-F711-4612-9309-C6B80A62A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6256591" cy="450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クラスの配列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804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n</a:t>
            </a:r>
            <a:r>
              <a:rPr kumimoji="1" lang="en-US" altLang="ja-JP" sz="2400" dirty="0"/>
              <a:t>ew</a:t>
            </a:r>
            <a:r>
              <a:rPr lang="en-US" altLang="ja-JP" sz="2400" dirty="0"/>
              <a:t>/delete</a:t>
            </a:r>
            <a:r>
              <a:rPr lang="ja-JP" altLang="en-US" sz="2400" dirty="0"/>
              <a:t>も複数同時に使用可能です。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594767D-28F3-49C3-A5CC-5996E286D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773874" cy="448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61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クラスの配列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950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C++</a:t>
            </a:r>
            <a:r>
              <a:rPr kumimoji="1" lang="ja-JP" altLang="en-US" sz="2400" dirty="0"/>
              <a:t>での入力には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cin</a:t>
            </a:r>
            <a:r>
              <a:rPr kumimoji="1" lang="ja-JP" altLang="en-US" sz="2400" dirty="0"/>
              <a:t>を使います。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99369DB-A69F-401E-A28E-FF514F3AF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9135306" cy="118787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8FE904-2E86-4D91-9779-1C7BCA048DE0}"/>
              </a:ext>
            </a:extLst>
          </p:cNvPr>
          <p:cNvSpPr txBox="1"/>
          <p:nvPr/>
        </p:nvSpPr>
        <p:spPr>
          <a:xfrm>
            <a:off x="567542" y="3198167"/>
            <a:ext cx="6288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入力した数値が</a:t>
            </a:r>
            <a:r>
              <a:rPr lang="en-US" altLang="ja-JP" sz="2400" b="1" dirty="0" err="1">
                <a:solidFill>
                  <a:srgbClr val="0070C0"/>
                </a:solidFill>
              </a:rPr>
              <a:t>inputNum</a:t>
            </a:r>
            <a:r>
              <a:rPr lang="ja-JP" altLang="en-US" sz="2400" dirty="0"/>
              <a:t>に代入されます。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50887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51</Words>
  <Application>Microsoft Office PowerPoint</Application>
  <PresentationFormat>ワイド画面</PresentationFormat>
  <Paragraphs>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ゲーム1年</cp:lastModifiedBy>
  <cp:revision>32</cp:revision>
  <dcterms:created xsi:type="dcterms:W3CDTF">2024-08-27T02:15:54Z</dcterms:created>
  <dcterms:modified xsi:type="dcterms:W3CDTF">2024-11-08T05:57:34Z</dcterms:modified>
</cp:coreProperties>
</file>