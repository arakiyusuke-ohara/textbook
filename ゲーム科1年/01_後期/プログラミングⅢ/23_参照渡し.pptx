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＋＋には</a:t>
            </a:r>
            <a:r>
              <a:rPr lang="ja-JP" altLang="en-US" sz="2400" b="1" dirty="0">
                <a:solidFill>
                  <a:srgbClr val="FF0000"/>
                </a:solidFill>
              </a:rPr>
              <a:t>参照渡し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r>
              <a:rPr lang="ja-JP" altLang="en-US" sz="2400" dirty="0"/>
              <a:t>参照渡しとは、</a:t>
            </a:r>
            <a:r>
              <a:rPr lang="ja-JP" altLang="en-US" sz="2400" b="1" dirty="0">
                <a:solidFill>
                  <a:srgbClr val="FF0000"/>
                </a:solidFill>
              </a:rPr>
              <a:t>変数の参照を別変数に渡す</a:t>
            </a:r>
            <a:r>
              <a:rPr lang="ja-JP" altLang="en-US" sz="2400" dirty="0"/>
              <a:t>ことで、</a:t>
            </a:r>
            <a:endParaRPr lang="en-US" altLang="ja-JP" sz="2400" dirty="0"/>
          </a:p>
          <a:p>
            <a:r>
              <a:rPr lang="ja-JP" altLang="en-US" sz="2400" dirty="0"/>
              <a:t>参照先の変数に対して書き換えができるようになります。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FDD93F8-F57E-46E7-99DE-239F2725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87" y="1817794"/>
            <a:ext cx="7005130" cy="444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5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参照を受け取る変数には、型名の後に</a:t>
            </a:r>
            <a:r>
              <a:rPr lang="ja-JP" altLang="en-US" sz="2400" b="1" dirty="0"/>
              <a:t>＆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718CA32-C18E-4039-A1F8-FA7A01F0F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00800" cy="9762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CA0A80-47D3-41E7-BE66-055BAB7A05D4}"/>
              </a:ext>
            </a:extLst>
          </p:cNvPr>
          <p:cNvSpPr txBox="1"/>
          <p:nvPr/>
        </p:nvSpPr>
        <p:spPr>
          <a:xfrm>
            <a:off x="567541" y="3198167"/>
            <a:ext cx="8214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ref</a:t>
            </a:r>
            <a:r>
              <a:rPr lang="ja-JP" altLang="en-US" sz="2400" dirty="0"/>
              <a:t>を書き換えると、参照先の</a:t>
            </a:r>
            <a:r>
              <a:rPr lang="en-US" altLang="ja-JP" sz="2400" b="1" dirty="0"/>
              <a:t>number</a:t>
            </a:r>
            <a:r>
              <a:rPr lang="ja-JP" altLang="en-US" sz="2400" dirty="0"/>
              <a:t>が書き変わります。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D88E01F-9382-4D7F-B49D-CB9215BBD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3799532"/>
            <a:ext cx="7253390" cy="111590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41CA3DE-A003-42D6-B795-F9AD76FCE437}"/>
              </a:ext>
            </a:extLst>
          </p:cNvPr>
          <p:cNvSpPr txBox="1"/>
          <p:nvPr/>
        </p:nvSpPr>
        <p:spPr>
          <a:xfrm>
            <a:off x="567541" y="591931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続いて使用例を練習します。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2888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95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02DA6D3-3663-41F5-A296-3EFEB6F4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4980434" cy="481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4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引数を参照渡しにすれば</a:t>
            </a:r>
            <a:r>
              <a:rPr lang="ja-JP" altLang="en-US" sz="2400" b="1" dirty="0">
                <a:solidFill>
                  <a:srgbClr val="FF0000"/>
                </a:solidFill>
              </a:rPr>
              <a:t>２つ以上の変数を書き換える関数</a:t>
            </a:r>
            <a:r>
              <a:rPr lang="ja-JP" altLang="en-US" sz="2400" dirty="0"/>
              <a:t>が作れます。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8D33D1-9945-4069-83F2-44D4C104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28458" cy="227593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919D067-F774-47E6-B56C-E310D548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895274"/>
            <a:ext cx="3096057" cy="65731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67540B-7369-4DF7-A806-3360AE6276DE}"/>
              </a:ext>
            </a:extLst>
          </p:cNvPr>
          <p:cNvSpPr txBox="1"/>
          <p:nvPr/>
        </p:nvSpPr>
        <p:spPr>
          <a:xfrm>
            <a:off x="641611" y="4543676"/>
            <a:ext cx="3257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x</a:t>
            </a:r>
            <a:r>
              <a:rPr lang="ja-JP" altLang="en-US" sz="2400" dirty="0"/>
              <a:t>も</a:t>
            </a:r>
            <a:r>
              <a:rPr lang="en-US" altLang="ja-JP" sz="2400" dirty="0"/>
              <a:t>y</a:t>
            </a:r>
            <a:r>
              <a:rPr lang="ja-JP" altLang="en-US" sz="2400" dirty="0"/>
              <a:t>も書き変わる！！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C51659C-12D6-4DA8-8984-24110A888FEF}"/>
              </a:ext>
            </a:extLst>
          </p:cNvPr>
          <p:cNvSpPr txBox="1"/>
          <p:nvPr/>
        </p:nvSpPr>
        <p:spPr>
          <a:xfrm>
            <a:off x="641610" y="6135213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もう１つ使用例を練習します。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0787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97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Enemy.cpp/.h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6E674D9-1D84-4C32-BCEC-FBB75608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443956" cy="283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5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23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Enemy.h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CA072A-4216-42F0-8717-82004DEF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1987"/>
            <a:ext cx="362000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4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680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5647F7-5669-41D6-908E-B72AEA84F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18391" cy="47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2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99F0A9-087A-45F4-8B10-10BBAA314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68460" cy="435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7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普段よく使う代入（コピー）ですが、</a:t>
            </a:r>
            <a:endParaRPr lang="en-US" altLang="ja-JP" sz="2400" dirty="0"/>
          </a:p>
          <a:p>
            <a:r>
              <a:rPr lang="ja-JP" altLang="en-US" sz="2400" dirty="0"/>
              <a:t>クラスや構造体同士で処理すると時間がかかります。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25ABA3F-DE9A-450E-87E3-CFD3A3EB1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74" y="4482791"/>
            <a:ext cx="1489859" cy="115878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87C33D1-0CD1-4FC4-BC73-15D688DC2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2187126"/>
            <a:ext cx="3865023" cy="227354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0D32949-A065-45BE-9785-7D99C43C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340" y="4482791"/>
            <a:ext cx="1489859" cy="1158780"/>
          </a:xfrm>
          <a:prstGeom prst="rect">
            <a:avLst/>
          </a:prstGeom>
        </p:spPr>
      </p:pic>
      <p:sp>
        <p:nvSpPr>
          <p:cNvPr id="10" name="矢印: 左 9">
            <a:extLst>
              <a:ext uri="{FF2B5EF4-FFF2-40B4-BE49-F238E27FC236}">
                <a16:creationId xmlns:a16="http://schemas.microsoft.com/office/drawing/2014/main" id="{4BFF7EE7-B285-429F-9E78-1BBDFAF367A7}"/>
              </a:ext>
            </a:extLst>
          </p:cNvPr>
          <p:cNvSpPr/>
          <p:nvPr/>
        </p:nvSpPr>
        <p:spPr>
          <a:xfrm>
            <a:off x="1851816" y="5571065"/>
            <a:ext cx="1083733" cy="4644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コピー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4B3A2B4-23B4-4F69-995D-8A29D329A8E3}"/>
              </a:ext>
            </a:extLst>
          </p:cNvPr>
          <p:cNvSpPr txBox="1"/>
          <p:nvPr/>
        </p:nvSpPr>
        <p:spPr>
          <a:xfrm>
            <a:off x="4331764" y="3529082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</a:rPr>
              <a:t>大規模なクラスだと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algn="ctr"/>
            <a:r>
              <a:rPr lang="ja-JP" altLang="en-US" sz="2400" b="1" dirty="0">
                <a:solidFill>
                  <a:srgbClr val="FF0000"/>
                </a:solidFill>
              </a:rPr>
              <a:t>もっと大変！！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33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参照渡しにすると、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アドレスだけの受け渡し</a:t>
            </a:r>
            <a:r>
              <a:rPr lang="ja-JP" altLang="en-US" sz="2400" dirty="0"/>
              <a:t>になるので</a:t>
            </a:r>
            <a:endParaRPr lang="en-US" altLang="ja-JP" sz="2400" dirty="0"/>
          </a:p>
          <a:p>
            <a:r>
              <a:rPr lang="ja-JP" altLang="en-US" sz="2400" dirty="0"/>
              <a:t>一気に軽くなります。</a:t>
            </a:r>
            <a:endParaRPr lang="en-US" altLang="ja-JP" sz="2400" dirty="0"/>
          </a:p>
        </p:txBody>
      </p:sp>
      <p:sp>
        <p:nvSpPr>
          <p:cNvPr id="10" name="矢印: 左 9">
            <a:extLst>
              <a:ext uri="{FF2B5EF4-FFF2-40B4-BE49-F238E27FC236}">
                <a16:creationId xmlns:a16="http://schemas.microsoft.com/office/drawing/2014/main" id="{4BFF7EE7-B285-429F-9E78-1BBDFAF367A7}"/>
              </a:ext>
            </a:extLst>
          </p:cNvPr>
          <p:cNvSpPr/>
          <p:nvPr/>
        </p:nvSpPr>
        <p:spPr>
          <a:xfrm>
            <a:off x="3132837" y="3742926"/>
            <a:ext cx="1083733" cy="46440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コピー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FCFA2A8-B3AB-4080-BD0B-937393DAC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225228" cy="132496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2D4556-3F4D-4BC1-A02D-62ECDFE644DD}"/>
              </a:ext>
            </a:extLst>
          </p:cNvPr>
          <p:cNvSpPr txBox="1"/>
          <p:nvPr/>
        </p:nvSpPr>
        <p:spPr>
          <a:xfrm>
            <a:off x="2116943" y="3281261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100</a:t>
            </a:r>
            <a:r>
              <a:rPr lang="ja-JP" altLang="en-US" sz="2400" dirty="0"/>
              <a:t>番地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167D4E-A273-4B82-931F-095534910776}"/>
              </a:ext>
            </a:extLst>
          </p:cNvPr>
          <p:cNvSpPr txBox="1"/>
          <p:nvPr/>
        </p:nvSpPr>
        <p:spPr>
          <a:xfrm>
            <a:off x="3917679" y="3281261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100</a:t>
            </a:r>
            <a:r>
              <a:rPr lang="ja-JP" altLang="en-US" sz="2400" dirty="0"/>
              <a:t>番地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5320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参照渡し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配列やリストを網羅する処理は参照渡しにしましょう。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658E7B-9DBE-4009-8DC2-8E819174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95468" cy="27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1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250</Words>
  <Application>Microsoft Office PowerPoint</Application>
  <PresentationFormat>ワイド画面</PresentationFormat>
  <Paragraphs>40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111</cp:revision>
  <dcterms:created xsi:type="dcterms:W3CDTF">2024-08-27T02:15:54Z</dcterms:created>
  <dcterms:modified xsi:type="dcterms:W3CDTF">2026-03-10T05:47:47Z</dcterms:modified>
</cp:coreProperties>
</file>