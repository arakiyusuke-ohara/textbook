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には</a:t>
            </a:r>
            <a:r>
              <a:rPr lang="ja-JP" altLang="en-US" sz="2400" b="1" dirty="0">
                <a:solidFill>
                  <a:srgbClr val="FF0000"/>
                </a:solidFill>
              </a:rPr>
              <a:t>マルチスレッド</a:t>
            </a:r>
            <a:r>
              <a:rPr lang="ja-JP" altLang="en-US" sz="2400" dirty="0"/>
              <a:t>機能があります。</a:t>
            </a:r>
            <a:endParaRPr lang="en-US" altLang="ja-JP" sz="2400" dirty="0"/>
          </a:p>
          <a:p>
            <a:r>
              <a:rPr lang="ja-JP" altLang="en-US" sz="2400" dirty="0"/>
              <a:t>スレッドとは処理のことです。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複数の処理を同時に走らせる機能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簡単に練習します。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DB60800-3A58-4E9F-800B-2BA9BD53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35950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5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マルチスレッド機能を使うには</a:t>
            </a:r>
            <a:r>
              <a:rPr lang="en-US" altLang="ja-JP" sz="2400" b="1" dirty="0">
                <a:solidFill>
                  <a:srgbClr val="FF0000"/>
                </a:solidFill>
              </a:rPr>
              <a:t>thread</a:t>
            </a:r>
            <a:r>
              <a:rPr lang="ja-JP" altLang="en-US" sz="2400" b="1" dirty="0">
                <a:solidFill>
                  <a:srgbClr val="FF0000"/>
                </a:solidFill>
              </a:rPr>
              <a:t>クラス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thread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は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コンストラクタで渡した関数をサブスレッドとして開始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F3C5525-BF3B-496E-8418-9D8B22332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8"/>
            <a:ext cx="2876663" cy="87254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B65BD0-921E-4631-AB93-49301413C13F}"/>
              </a:ext>
            </a:extLst>
          </p:cNvPr>
          <p:cNvSpPr txBox="1"/>
          <p:nvPr/>
        </p:nvSpPr>
        <p:spPr>
          <a:xfrm>
            <a:off x="567541" y="3568700"/>
            <a:ext cx="726352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この時から</a:t>
            </a:r>
            <a:r>
              <a:rPr lang="en-US" altLang="ja-JP" sz="2400" b="1" dirty="0">
                <a:solidFill>
                  <a:srgbClr val="0070C0"/>
                </a:solidFill>
              </a:rPr>
              <a:t>sub</a:t>
            </a:r>
            <a:r>
              <a:rPr lang="ja-JP" altLang="en-US" sz="2400" dirty="0"/>
              <a:t>が始まります。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もともと動いていた処理のことを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メインスレッド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dirty="0"/>
              <a:t>追加された処理のことを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サブスレッド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1420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992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thread</a:t>
            </a:r>
            <a:r>
              <a:rPr lang="ja-JP" altLang="en-US" sz="2400" dirty="0"/>
              <a:t>のメンバ関数</a:t>
            </a:r>
            <a:r>
              <a:rPr lang="en-US" altLang="ja-JP" sz="2400" b="1" dirty="0">
                <a:solidFill>
                  <a:srgbClr val="0070C0"/>
                </a:solidFill>
              </a:rPr>
              <a:t>join</a:t>
            </a:r>
            <a:r>
              <a:rPr lang="ja-JP" altLang="en-US" sz="2400" dirty="0"/>
              <a:t>はサブスレッドの終了待ち関数です。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sub</a:t>
            </a:r>
            <a:r>
              <a:rPr lang="ja-JP" altLang="en-US" sz="2400" dirty="0"/>
              <a:t>が終わるまでここで待つことになります。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049379-B95E-420C-B322-91A7DE4BC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309394" cy="94554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E8B4C6-CDF2-4D5A-9D9F-D3DFB17CDE1E}"/>
              </a:ext>
            </a:extLst>
          </p:cNvPr>
          <p:cNvSpPr txBox="1"/>
          <p:nvPr/>
        </p:nvSpPr>
        <p:spPr>
          <a:xfrm>
            <a:off x="567542" y="3272367"/>
            <a:ext cx="106490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サブスレッドが終了する前にメインスレッドが終了すると、</a:t>
            </a:r>
            <a:endParaRPr lang="en-US" altLang="ja-JP" sz="2400" dirty="0"/>
          </a:p>
          <a:p>
            <a:r>
              <a:rPr lang="ja-JP" altLang="en-US" sz="2400" dirty="0"/>
              <a:t>エラーが発生します。</a:t>
            </a:r>
            <a:endParaRPr lang="en-US" altLang="ja-JP" sz="2400" dirty="0"/>
          </a:p>
          <a:p>
            <a:r>
              <a:rPr lang="ja-JP" altLang="en-US" sz="2400" dirty="0"/>
              <a:t>サブスレッドを使う場合は必ず</a:t>
            </a:r>
            <a:r>
              <a:rPr lang="ja-JP" altLang="en-US" sz="2400" b="1" dirty="0">
                <a:solidFill>
                  <a:srgbClr val="FF0000"/>
                </a:solidFill>
              </a:rPr>
              <a:t>終了タイミングを意識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それでは、実際の動きを確認していきます。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2179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4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別プロジェクトを作成し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F800994-187B-4C8B-860F-6F59B15EA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3320016" cy="465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9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8D2A381-099C-4E28-8291-49DC7BCA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86901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5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それぞれの文字列が</a:t>
            </a:r>
            <a:r>
              <a:rPr lang="ja-JP" altLang="en-US" sz="2400" b="1" dirty="0">
                <a:solidFill>
                  <a:srgbClr val="FF0000"/>
                </a:solidFill>
              </a:rPr>
              <a:t>バラバラな順番</a:t>
            </a:r>
            <a:r>
              <a:rPr lang="ja-JP" altLang="en-US" sz="2400" dirty="0"/>
              <a:t>で表示されます。</a:t>
            </a:r>
            <a:endParaRPr lang="en-US" altLang="ja-JP" sz="2400" dirty="0"/>
          </a:p>
          <a:p>
            <a:r>
              <a:rPr lang="ja-JP" altLang="en-US" sz="2400" dirty="0"/>
              <a:t>また、</a:t>
            </a:r>
            <a:r>
              <a:rPr lang="ja-JP" altLang="en-US" sz="2400" b="1" dirty="0">
                <a:solidFill>
                  <a:srgbClr val="FF0000"/>
                </a:solidFill>
              </a:rPr>
              <a:t>実行するたびに順番が変わる</a:t>
            </a:r>
            <a:r>
              <a:rPr lang="ja-JP" altLang="en-US" sz="2400" dirty="0"/>
              <a:t>と思います。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CD98C4-A0C7-4BD1-B2C9-ADC672095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5048512" cy="36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5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マルチスレッドは</a:t>
            </a:r>
            <a:r>
              <a:rPr lang="ja-JP" altLang="en-US" sz="2400" b="1" dirty="0">
                <a:solidFill>
                  <a:srgbClr val="FF0000"/>
                </a:solidFill>
              </a:rPr>
              <a:t>同時進行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つまり、スレッドごとの処理順は保証されなくなります。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2EA3B78-8D9A-4015-9E83-95B3E3627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69053"/>
            <a:ext cx="2572892" cy="193899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23ED018-6B9D-4F9A-8B98-4290F08CF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269" y="2169053"/>
            <a:ext cx="2522570" cy="193899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8972A1-A9DC-4ABF-AEA0-AB2088B1BBFC}"/>
              </a:ext>
            </a:extLst>
          </p:cNvPr>
          <p:cNvSpPr txBox="1"/>
          <p:nvPr/>
        </p:nvSpPr>
        <p:spPr>
          <a:xfrm>
            <a:off x="567542" y="4977999"/>
            <a:ext cx="82445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処理順が保証されることを</a:t>
            </a:r>
            <a:r>
              <a:rPr lang="ja-JP" altLang="en-US" sz="2400" b="1" dirty="0">
                <a:solidFill>
                  <a:srgbClr val="FF0000"/>
                </a:solidFill>
              </a:rPr>
              <a:t>スレッドセーフ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en-US" altLang="ja-JP" sz="2400" b="1" dirty="0" err="1">
                <a:solidFill>
                  <a:srgbClr val="FF0000"/>
                </a:solidFill>
              </a:rPr>
              <a:t>SubA</a:t>
            </a:r>
            <a:r>
              <a:rPr lang="ja-JP" altLang="en-US" sz="2400" b="1" dirty="0">
                <a:solidFill>
                  <a:srgbClr val="FF0000"/>
                </a:solidFill>
              </a:rPr>
              <a:t>と</a:t>
            </a:r>
            <a:r>
              <a:rPr lang="en-US" altLang="ja-JP" sz="2400" b="1" dirty="0" err="1">
                <a:solidFill>
                  <a:srgbClr val="FF0000"/>
                </a:solidFill>
              </a:rPr>
              <a:t>SubB</a:t>
            </a:r>
            <a:r>
              <a:rPr lang="ja-JP" altLang="en-US" sz="2400" b="1" dirty="0">
                <a:solidFill>
                  <a:srgbClr val="FF0000"/>
                </a:solidFill>
              </a:rPr>
              <a:t>はスレッドセーフでない</a:t>
            </a:r>
            <a:r>
              <a:rPr lang="ja-JP" altLang="en-US" sz="2400" dirty="0"/>
              <a:t>と言えます。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97162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マルチスレッドはゲームのロードによく使われます。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■使用例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・ロード中画面</a:t>
            </a:r>
            <a:endParaRPr lang="en-US" altLang="ja-JP" sz="2400" dirty="0"/>
          </a:p>
          <a:p>
            <a:r>
              <a:rPr lang="ja-JP" altLang="en-US" sz="2400" dirty="0"/>
              <a:t>　・画面描画とロード処理を同時進行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・先読みによるロード時間短縮</a:t>
            </a:r>
            <a:endParaRPr lang="en-US" altLang="ja-JP" sz="2400" dirty="0"/>
          </a:p>
          <a:p>
            <a:r>
              <a:rPr lang="ja-JP" altLang="en-US" sz="2400" dirty="0"/>
              <a:t>　・格闘ゲームのキャラクター選択画面</a:t>
            </a:r>
            <a:endParaRPr lang="en-US" altLang="ja-JP" sz="2400" dirty="0"/>
          </a:p>
          <a:p>
            <a:r>
              <a:rPr lang="ja-JP" altLang="en-US" sz="2400" dirty="0"/>
              <a:t>　　・選択された瞬間からサブスレッドでロード開始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・オープンワールド</a:t>
            </a:r>
            <a:endParaRPr lang="en-US" altLang="ja-JP" sz="2400" dirty="0"/>
          </a:p>
          <a:p>
            <a:r>
              <a:rPr lang="ja-JP" altLang="en-US" sz="2400" dirty="0"/>
              <a:t>　・画面に映らない遠くのステージをサブスレッドでロードしておく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ゲーム進行とロードを同時にすることを</a:t>
            </a:r>
            <a:r>
              <a:rPr lang="ja-JP" altLang="en-US" sz="2400" b="1" dirty="0">
                <a:solidFill>
                  <a:srgbClr val="FF0000"/>
                </a:solidFill>
              </a:rPr>
              <a:t>ストリーミング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9760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4142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マルチスレッドは複数の処理を同時に進行できるため、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処理効率を格段に上げることができます。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実際、</a:t>
            </a:r>
            <a:r>
              <a:rPr lang="en-US" altLang="ja-JP" sz="2400" dirty="0"/>
              <a:t>AAA</a:t>
            </a:r>
            <a:r>
              <a:rPr lang="ja-JP" altLang="en-US" sz="2400" dirty="0"/>
              <a:t>タイトルでは</a:t>
            </a:r>
            <a:r>
              <a:rPr lang="en-US" altLang="ja-JP" sz="2400" dirty="0"/>
              <a:t>100</a:t>
            </a:r>
            <a:r>
              <a:rPr lang="ja-JP" altLang="en-US" sz="2400" dirty="0"/>
              <a:t>スレッド同時に動いているゲームもあるほど、</a:t>
            </a:r>
            <a:endParaRPr lang="en-US" altLang="ja-JP" sz="2400" dirty="0"/>
          </a:p>
          <a:p>
            <a:r>
              <a:rPr lang="ja-JP" altLang="en-US" sz="2400" dirty="0"/>
              <a:t>積極的に使われるものです。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しかし、無計画に使用するとバグの温床となってしまいます。</a:t>
            </a:r>
            <a:endParaRPr lang="en-US" altLang="ja-JP" sz="2400" dirty="0"/>
          </a:p>
          <a:p>
            <a:r>
              <a:rPr lang="ja-JP" altLang="en-US" sz="2400" dirty="0"/>
              <a:t>使用する際は</a:t>
            </a:r>
            <a:r>
              <a:rPr lang="ja-JP" altLang="en-US" sz="2400" b="1" dirty="0">
                <a:solidFill>
                  <a:srgbClr val="FF0000"/>
                </a:solidFill>
              </a:rPr>
              <a:t>処理順に十分な配慮</a:t>
            </a:r>
            <a:r>
              <a:rPr lang="ja-JP" altLang="en-US" sz="2400" dirty="0"/>
              <a:t>をして、慎重に使っていきましょう。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60157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マルチスレッド おまけ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3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sleep_for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を使えば、スレッドを一定時間止めることができます。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14F7569-471E-4305-9462-A2B8383DE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614991" cy="280816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D97895-CDDB-4882-8F3E-17262B2A3DE8}"/>
              </a:ext>
            </a:extLst>
          </p:cNvPr>
          <p:cNvSpPr txBox="1"/>
          <p:nvPr/>
        </p:nvSpPr>
        <p:spPr>
          <a:xfrm>
            <a:off x="567542" y="4765661"/>
            <a:ext cx="94900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主に動作確認や処理負荷の軽減に使われたりします。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ただし、時限的な実装には使用しないようにしましょう。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（５秒後にエフェクトが出るなどを</a:t>
            </a:r>
            <a:r>
              <a:rPr lang="en-US" altLang="ja-JP" sz="2400" b="1" dirty="0" err="1">
                <a:solidFill>
                  <a:srgbClr val="FF0000"/>
                </a:solidFill>
              </a:rPr>
              <a:t>sleep_for</a:t>
            </a:r>
            <a:r>
              <a:rPr lang="ja-JP" altLang="en-US" sz="2400" b="1" dirty="0">
                <a:solidFill>
                  <a:srgbClr val="FF0000"/>
                </a:solidFill>
              </a:rPr>
              <a:t>でやってはだめ！！）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350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482</Words>
  <Application>Microsoft Office PowerPoint</Application>
  <PresentationFormat>ワイド画面</PresentationFormat>
  <Paragraphs>67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112</cp:revision>
  <dcterms:created xsi:type="dcterms:W3CDTF">2024-08-27T02:15:54Z</dcterms:created>
  <dcterms:modified xsi:type="dcterms:W3CDTF">2026-03-12T02:42:15Z</dcterms:modified>
</cp:coreProperties>
</file>