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29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auto</a:t>
            </a:r>
            <a:r>
              <a:rPr lang="ja-JP" altLang="en-US" sz="3200" b="1" u="sng" dirty="0"/>
              <a:t>型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288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C++</a:t>
            </a:r>
            <a:r>
              <a:rPr lang="ja-JP" altLang="en-US" sz="2400" dirty="0"/>
              <a:t>には</a:t>
            </a:r>
            <a:r>
              <a:rPr lang="ja-JP" altLang="en-US" sz="2400" b="1" dirty="0">
                <a:solidFill>
                  <a:srgbClr val="FF0000"/>
                </a:solidFill>
              </a:rPr>
              <a:t>変数型を自動で識別する</a:t>
            </a:r>
            <a:r>
              <a:rPr lang="en-US" altLang="ja-JP" sz="2400" b="1" dirty="0">
                <a:solidFill>
                  <a:srgbClr val="FF0000"/>
                </a:solidFill>
              </a:rPr>
              <a:t>auto</a:t>
            </a:r>
            <a:r>
              <a:rPr lang="ja-JP" altLang="en-US" sz="2400" b="1" dirty="0">
                <a:solidFill>
                  <a:srgbClr val="FF0000"/>
                </a:solidFill>
              </a:rPr>
              <a:t>型</a:t>
            </a:r>
            <a:r>
              <a:rPr lang="ja-JP" altLang="en-US" sz="2400" dirty="0"/>
              <a:t>というものがあります。</a:t>
            </a:r>
            <a:endParaRPr lang="en-US" altLang="ja-JP" sz="2400" dirty="0"/>
          </a:p>
          <a:p>
            <a:r>
              <a:rPr lang="ja-JP" altLang="en-US" sz="2400" dirty="0"/>
              <a:t>簡単な例で練習してみます。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29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auto</a:t>
            </a:r>
            <a:r>
              <a:rPr lang="ja-JP" altLang="en-US" sz="3200" b="1" u="sng" dirty="0"/>
              <a:t>型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B4CF88C-5497-4EA9-BE09-8B60175B1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438811" cy="456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572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29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auto</a:t>
            </a:r>
            <a:r>
              <a:rPr lang="ja-JP" altLang="en-US" sz="3200" b="1" u="sng" dirty="0"/>
              <a:t>型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auto</a:t>
            </a:r>
            <a:r>
              <a:rPr lang="ja-JP" altLang="en-US" sz="2400" dirty="0"/>
              <a:t>型は</a:t>
            </a:r>
            <a:r>
              <a:rPr lang="ja-JP" altLang="en-US" sz="2400" b="1" dirty="0">
                <a:solidFill>
                  <a:srgbClr val="FF0000"/>
                </a:solidFill>
              </a:rPr>
              <a:t>変数の型名の箇所に</a:t>
            </a:r>
            <a:r>
              <a:rPr lang="en-US" altLang="ja-JP" sz="2400" b="1" dirty="0">
                <a:solidFill>
                  <a:srgbClr val="FF0000"/>
                </a:solidFill>
              </a:rPr>
              <a:t>auto</a:t>
            </a:r>
            <a:r>
              <a:rPr lang="ja-JP" altLang="en-US" sz="2400" b="1" dirty="0">
                <a:solidFill>
                  <a:srgbClr val="FF0000"/>
                </a:solidFill>
              </a:rPr>
              <a:t>と書くだけ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宣言時の初期値に合わせて、型が自動で識別されます。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9A2D256-B9AE-4532-84F4-98993E74C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5689065" cy="2115933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CC2235C-09B0-466A-B7A2-D427C88D0787}"/>
              </a:ext>
            </a:extLst>
          </p:cNvPr>
          <p:cNvSpPr txBox="1"/>
          <p:nvPr/>
        </p:nvSpPr>
        <p:spPr>
          <a:xfrm>
            <a:off x="567541" y="4446232"/>
            <a:ext cx="103412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初期値の設定がないと型がわからなくなりコンパイルエラー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00035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29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auto</a:t>
            </a:r>
            <a:r>
              <a:rPr lang="ja-JP" altLang="en-US" sz="3200" b="1" u="sng" dirty="0"/>
              <a:t>型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実行結果を見ても、自動で型が設定されていることがわかります。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2ADBD53-04CC-4688-A0F7-DEFC33029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244304" cy="391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432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529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auto</a:t>
            </a:r>
            <a:r>
              <a:rPr lang="ja-JP" altLang="en-US" sz="3200" b="1" u="sng" dirty="0"/>
              <a:t>型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6560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auto</a:t>
            </a:r>
            <a:r>
              <a:rPr lang="ja-JP" altLang="en-US" sz="2400" dirty="0"/>
              <a:t>型は</a:t>
            </a:r>
            <a:r>
              <a:rPr lang="ja-JP" altLang="en-US" sz="2400" b="1" dirty="0">
                <a:solidFill>
                  <a:srgbClr val="FF0000"/>
                </a:solidFill>
              </a:rPr>
              <a:t>型の見分けが初期値のみになる</a:t>
            </a:r>
            <a:r>
              <a:rPr lang="ja-JP" altLang="en-US" sz="2400" dirty="0"/>
              <a:t>ので、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非常にプログラムが分かりにくくなります。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ではどこで使うのかというと、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最もよく使われるのがイテレータ</a:t>
            </a:r>
            <a:r>
              <a:rPr lang="ja-JP" altLang="en-US" sz="2400" dirty="0"/>
              <a:t>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41C0E48-353B-432F-BA90-2D5B4C038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3295120"/>
            <a:ext cx="9127801" cy="124998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E575815-500F-4EE3-87EB-524292337A31}"/>
              </a:ext>
            </a:extLst>
          </p:cNvPr>
          <p:cNvSpPr txBox="1"/>
          <p:nvPr/>
        </p:nvSpPr>
        <p:spPr>
          <a:xfrm>
            <a:off x="567541" y="4684804"/>
            <a:ext cx="81868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Std::list&lt;int&gt;::iterator</a:t>
            </a:r>
            <a:r>
              <a:rPr lang="ja-JP" altLang="en-US" sz="2400" b="1" dirty="0">
                <a:solidFill>
                  <a:srgbClr val="FF0000"/>
                </a:solidFill>
              </a:rPr>
              <a:t>　⇒　</a:t>
            </a:r>
            <a:r>
              <a:rPr lang="en-US" altLang="ja-JP" sz="2400" b="1" dirty="0">
                <a:solidFill>
                  <a:srgbClr val="FF0000"/>
                </a:solidFill>
              </a:rPr>
              <a:t>auto</a:t>
            </a: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このように宣言が長くなるものなどにのみ使いましょう。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832247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162</Words>
  <Application>Microsoft Office PowerPoint</Application>
  <PresentationFormat>ワイド画面</PresentationFormat>
  <Paragraphs>20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68</cp:revision>
  <dcterms:created xsi:type="dcterms:W3CDTF">2024-08-27T02:15:54Z</dcterms:created>
  <dcterms:modified xsi:type="dcterms:W3CDTF">2024-11-12T06:05:08Z</dcterms:modified>
</cp:coreProperties>
</file>