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これまでの課題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90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Enemy</a:t>
            </a:r>
            <a:r>
              <a:rPr kumimoji="1" lang="ja-JP" altLang="en-US" sz="2400" dirty="0"/>
              <a:t>クラスを仕様通りに設計して、</a:t>
            </a:r>
            <a:r>
              <a:rPr lang="ja-JP" altLang="en-US" sz="2400" dirty="0"/>
              <a:t>サンプルのようなものを作りましょう。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38346BF-D5EE-4271-BD81-35985A30A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748529" cy="42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これまでの課題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1626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Enemy</a:t>
            </a:r>
            <a:r>
              <a:rPr kumimoji="1" lang="ja-JP" altLang="en-US" sz="2400" dirty="0"/>
              <a:t>クラスの仕様です。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これ以上の機能はつけないでください。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■データ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X</a:t>
            </a:r>
            <a:r>
              <a:rPr lang="ja-JP" altLang="en-US" sz="2400" dirty="0"/>
              <a:t>座標</a:t>
            </a:r>
            <a:endParaRPr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座標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■機能</a:t>
            </a:r>
            <a:endParaRPr kumimoji="1" lang="en-US" altLang="ja-JP" sz="2400" dirty="0"/>
          </a:p>
          <a:p>
            <a:r>
              <a:rPr lang="ja-JP" altLang="en-US" sz="2400" dirty="0"/>
              <a:t>・座標を設定する</a:t>
            </a:r>
            <a:endParaRPr lang="en-US" altLang="ja-JP" sz="2400" dirty="0"/>
          </a:p>
          <a:p>
            <a:r>
              <a:rPr lang="ja-JP" altLang="en-US" sz="2400" dirty="0"/>
              <a:t>・座標をコンソールに表示する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■その他</a:t>
            </a:r>
            <a:endParaRPr kumimoji="1" lang="en-US" altLang="ja-JP" sz="2400" dirty="0"/>
          </a:p>
          <a:p>
            <a:r>
              <a:rPr lang="ja-JP" altLang="en-US" sz="2400" dirty="0"/>
              <a:t>・コンストラクタでメンバ変数を</a:t>
            </a:r>
            <a:r>
              <a:rPr lang="en-US" altLang="ja-JP" sz="2400" dirty="0"/>
              <a:t>0</a:t>
            </a:r>
            <a:r>
              <a:rPr lang="ja-JP" altLang="en-US" sz="2400" dirty="0"/>
              <a:t>初期化する</a:t>
            </a:r>
            <a:endParaRPr lang="en-US" altLang="ja-JP" sz="2400" dirty="0"/>
          </a:p>
          <a:p>
            <a:r>
              <a:rPr kumimoji="1" lang="ja-JP" altLang="en-US" sz="2400" dirty="0"/>
              <a:t>・デストラクタで削除された旨をコンソールに表示する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4128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これまでの課題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3818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Main.cpp</a:t>
            </a:r>
            <a:r>
              <a:rPr kumimoji="1" lang="ja-JP" altLang="en-US" sz="2400" dirty="0"/>
              <a:t>側で以下の処理をしましょう。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① </a:t>
            </a:r>
            <a:r>
              <a:rPr lang="en-US" altLang="ja-JP" sz="2400" dirty="0"/>
              <a:t>Enemy</a:t>
            </a:r>
            <a:r>
              <a:rPr lang="ja-JP" altLang="en-US" sz="2400" dirty="0"/>
              <a:t>を複数体生成する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各</a:t>
            </a:r>
            <a:r>
              <a:rPr lang="en-US" altLang="ja-JP" sz="2400" dirty="0"/>
              <a:t>Enemy</a:t>
            </a:r>
            <a:r>
              <a:rPr lang="ja-JP" altLang="en-US" sz="2400" dirty="0"/>
              <a:t>の座標を入力させる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③ 何番目の</a:t>
            </a:r>
            <a:r>
              <a:rPr lang="en-US" altLang="ja-JP" sz="2400" dirty="0"/>
              <a:t>Enemy</a:t>
            </a:r>
            <a:r>
              <a:rPr lang="ja-JP" altLang="en-US" sz="2400" dirty="0"/>
              <a:t>の座標を表示するか添え字を入力させる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④ </a:t>
            </a:r>
            <a:r>
              <a:rPr lang="en-US" altLang="ja-JP" sz="2400" dirty="0"/>
              <a:t>-1</a:t>
            </a:r>
            <a:r>
              <a:rPr lang="ja-JP" altLang="en-US" sz="2400" dirty="0"/>
              <a:t>以外の入力があれば添え字に対応した</a:t>
            </a:r>
            <a:r>
              <a:rPr lang="en-US" altLang="ja-JP" sz="2400" dirty="0"/>
              <a:t>Enemy</a:t>
            </a:r>
            <a:r>
              <a:rPr lang="ja-JP" altLang="en-US" sz="2400" dirty="0"/>
              <a:t>の座標を表示する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⑤ 以降③④の繰り返し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6680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149</Words>
  <Application>Microsoft Office PowerPoint</Application>
  <PresentationFormat>ワイド画面</PresentationFormat>
  <Paragraphs>28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34</cp:revision>
  <dcterms:created xsi:type="dcterms:W3CDTF">2024-08-27T02:15:54Z</dcterms:created>
  <dcterms:modified xsi:type="dcterms:W3CDTF">2024-11-11T02:04:36Z</dcterms:modified>
</cp:coreProperties>
</file>