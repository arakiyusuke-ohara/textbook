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57" r:id="rId4"/>
    <p:sldId id="258" r:id="rId5"/>
    <p:sldId id="259" r:id="rId6"/>
    <p:sldId id="260" r:id="rId7"/>
    <p:sldId id="261" r:id="rId8"/>
    <p:sldId id="263" r:id="rId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07" d="100"/>
          <a:sy n="107" d="100"/>
        </p:scale>
        <p:origin x="69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2025/3/3</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2025/3/3</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2025/3/3</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2025/3/3</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2025/3/3</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2025/3/3</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2025/3/3</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2025/3/3</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2025/3/3</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2025/3/3</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2025/3/3</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2025/3/3</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lang="ja-JP" altLang="en-US" sz="3200" b="1" u="sng" dirty="0"/>
              <a:t>これまでの課題</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494633" cy="461665"/>
          </a:xfrm>
          <a:prstGeom prst="rect">
            <a:avLst/>
          </a:prstGeom>
          <a:noFill/>
        </p:spPr>
        <p:txBody>
          <a:bodyPr wrap="none" rtlCol="0">
            <a:spAutoFit/>
          </a:bodyPr>
          <a:lstStyle/>
          <a:p>
            <a:r>
              <a:rPr lang="ja-JP" altLang="en-US" sz="2400" dirty="0"/>
              <a:t>サンプルのようにキー入力に対応した処理を作りましょう。</a:t>
            </a:r>
            <a:endParaRPr lang="en-US" altLang="ja-JP" sz="2400" dirty="0"/>
          </a:p>
        </p:txBody>
      </p:sp>
      <p:pic>
        <p:nvPicPr>
          <p:cNvPr id="7" name="図 6">
            <a:extLst>
              <a:ext uri="{FF2B5EF4-FFF2-40B4-BE49-F238E27FC236}">
                <a16:creationId xmlns:a16="http://schemas.microsoft.com/office/drawing/2014/main" id="{3CD6BF32-3193-40DF-848F-3F2EA7B4779A}"/>
              </a:ext>
            </a:extLst>
          </p:cNvPr>
          <p:cNvPicPr>
            <a:picLocks noChangeAspect="1"/>
          </p:cNvPicPr>
          <p:nvPr/>
        </p:nvPicPr>
        <p:blipFill>
          <a:blip r:embed="rId2"/>
          <a:stretch>
            <a:fillRect/>
          </a:stretch>
        </p:blipFill>
        <p:spPr>
          <a:xfrm>
            <a:off x="567543" y="1817794"/>
            <a:ext cx="3143846" cy="4578135"/>
          </a:xfrm>
          <a:prstGeom prst="rect">
            <a:avLst/>
          </a:prstGeom>
        </p:spPr>
      </p:pic>
    </p:spTree>
    <p:extLst>
      <p:ext uri="{BB962C8B-B14F-4D97-AF65-F5344CB8AC3E}">
        <p14:creationId xmlns:p14="http://schemas.microsoft.com/office/powerpoint/2010/main" val="410028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lang="ja-JP" altLang="en-US" sz="3200" b="1" u="sng" dirty="0"/>
              <a:t>これまでの課題</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471136" cy="4524315"/>
          </a:xfrm>
          <a:prstGeom prst="rect">
            <a:avLst/>
          </a:prstGeom>
          <a:noFill/>
        </p:spPr>
        <p:txBody>
          <a:bodyPr wrap="none" rtlCol="0">
            <a:spAutoFit/>
          </a:bodyPr>
          <a:lstStyle/>
          <a:p>
            <a:r>
              <a:rPr lang="ja-JP" altLang="en-US" sz="2400" dirty="0"/>
              <a:t>全体的な仕様です</a:t>
            </a:r>
            <a:endParaRPr lang="en-US" altLang="ja-JP" sz="2400" dirty="0"/>
          </a:p>
          <a:p>
            <a:endParaRPr lang="en-US" altLang="ja-JP" sz="2400" dirty="0"/>
          </a:p>
          <a:p>
            <a:r>
              <a:rPr lang="ja-JP" altLang="en-US" sz="2400" dirty="0"/>
              <a:t>・座標系は</a:t>
            </a:r>
            <a:r>
              <a:rPr lang="en-US" altLang="ja-JP" sz="2400" dirty="0"/>
              <a:t>2D</a:t>
            </a:r>
            <a:r>
              <a:rPr lang="ja-JP" altLang="en-US" sz="2400" dirty="0"/>
              <a:t>のスクリーン座標系</a:t>
            </a:r>
            <a:endParaRPr lang="en-US" altLang="ja-JP" sz="2400" dirty="0"/>
          </a:p>
          <a:p>
            <a:r>
              <a:rPr lang="ja-JP" altLang="en-US" sz="2400" dirty="0"/>
              <a:t>・</a:t>
            </a:r>
            <a:r>
              <a:rPr lang="en-US" altLang="ja-JP" sz="2400" dirty="0" err="1"/>
              <a:t>wasd</a:t>
            </a:r>
            <a:r>
              <a:rPr lang="ja-JP" altLang="en-US" sz="2400" dirty="0"/>
              <a:t>を方向キーに見立てて、入力に合わせてプレイヤーの方向が決まる</a:t>
            </a:r>
            <a:endParaRPr lang="en-US" altLang="ja-JP" sz="2400" dirty="0"/>
          </a:p>
          <a:p>
            <a:r>
              <a:rPr lang="ja-JP" altLang="en-US" sz="2400" dirty="0"/>
              <a:t>・</a:t>
            </a:r>
            <a:r>
              <a:rPr lang="en-US" altLang="ja-JP" sz="2400" dirty="0"/>
              <a:t>f</a:t>
            </a:r>
            <a:r>
              <a:rPr lang="ja-JP" altLang="en-US" sz="2400" dirty="0"/>
              <a:t>キーで向いている方向に前進する</a:t>
            </a:r>
            <a:endParaRPr lang="en-US" altLang="ja-JP" sz="2400" dirty="0"/>
          </a:p>
          <a:p>
            <a:r>
              <a:rPr lang="ja-JP" altLang="en-US" sz="2400" dirty="0"/>
              <a:t>・</a:t>
            </a:r>
            <a:r>
              <a:rPr lang="en-US" altLang="ja-JP" sz="2400" dirty="0"/>
              <a:t>q</a:t>
            </a:r>
            <a:r>
              <a:rPr lang="ja-JP" altLang="en-US" sz="2400" dirty="0"/>
              <a:t>キーで終了する</a:t>
            </a:r>
            <a:endParaRPr lang="en-US" altLang="ja-JP" sz="2400" dirty="0"/>
          </a:p>
          <a:p>
            <a:r>
              <a:rPr lang="ja-JP" altLang="en-US" sz="2400" dirty="0"/>
              <a:t>・</a:t>
            </a:r>
            <a:r>
              <a:rPr lang="en-US" altLang="ja-JP" sz="2400" dirty="0"/>
              <a:t>1</a:t>
            </a:r>
            <a:r>
              <a:rPr lang="ja-JP" altLang="en-US" sz="2400" dirty="0"/>
              <a:t>回の入力に対して全オブジェクトを１回動かすこと</a:t>
            </a:r>
            <a:endParaRPr lang="en-US" altLang="ja-JP" sz="2400" dirty="0"/>
          </a:p>
          <a:p>
            <a:r>
              <a:rPr lang="ja-JP" altLang="en-US" sz="2400" dirty="0"/>
              <a:t>・動くたびに現状の座標などの表示をすること</a:t>
            </a:r>
            <a:endParaRPr lang="en-US" altLang="ja-JP" sz="2400" dirty="0"/>
          </a:p>
          <a:p>
            <a:r>
              <a:rPr lang="ja-JP" altLang="en-US" sz="2400" dirty="0"/>
              <a:t>・各クラスは生成時に生成した旨のテキストを表示すること</a:t>
            </a:r>
            <a:endParaRPr lang="en-US" altLang="ja-JP" sz="2400" dirty="0"/>
          </a:p>
          <a:p>
            <a:r>
              <a:rPr lang="ja-JP" altLang="en-US" sz="2400" dirty="0"/>
              <a:t>・各クラスは削除時に削除した旨のテキストを表示すること</a:t>
            </a:r>
            <a:endParaRPr lang="en-US" altLang="ja-JP" sz="2400" dirty="0"/>
          </a:p>
          <a:p>
            <a:endParaRPr lang="en-US" altLang="ja-JP" sz="2400" dirty="0"/>
          </a:p>
          <a:p>
            <a:r>
              <a:rPr lang="ja-JP" altLang="en-US" sz="2400" b="1" dirty="0">
                <a:solidFill>
                  <a:srgbClr val="FF0000"/>
                </a:solidFill>
              </a:rPr>
              <a:t>上記にないものはサンプルと見比べて判断しましょう。</a:t>
            </a:r>
            <a:endParaRPr lang="en-US" altLang="ja-JP" sz="2400" b="1" dirty="0">
              <a:solidFill>
                <a:srgbClr val="FF0000"/>
              </a:solidFill>
            </a:endParaRPr>
          </a:p>
        </p:txBody>
      </p:sp>
    </p:spTree>
    <p:extLst>
      <p:ext uri="{BB962C8B-B14F-4D97-AF65-F5344CB8AC3E}">
        <p14:creationId xmlns:p14="http://schemas.microsoft.com/office/powerpoint/2010/main" val="37293302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lang="ja-JP" altLang="en-US" sz="3200" b="1" u="sng" dirty="0"/>
              <a:t>これまでの課題</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955750" cy="3416320"/>
          </a:xfrm>
          <a:prstGeom prst="rect">
            <a:avLst/>
          </a:prstGeom>
          <a:noFill/>
        </p:spPr>
        <p:txBody>
          <a:bodyPr wrap="none" rtlCol="0">
            <a:spAutoFit/>
          </a:bodyPr>
          <a:lstStyle/>
          <a:p>
            <a:r>
              <a:rPr lang="ja-JP" altLang="en-US" sz="2400" dirty="0"/>
              <a:t>これから記載する仕様通りに作成してください。</a:t>
            </a:r>
            <a:endParaRPr lang="en-US" altLang="ja-JP" sz="2400" dirty="0"/>
          </a:p>
          <a:p>
            <a:endParaRPr lang="en-US" altLang="ja-JP" sz="2400" dirty="0"/>
          </a:p>
          <a:p>
            <a:r>
              <a:rPr lang="ja-JP" altLang="en-US" sz="2400" b="1" dirty="0">
                <a:solidFill>
                  <a:srgbClr val="FF0000"/>
                </a:solidFill>
              </a:rPr>
              <a:t>■作成するクラス</a:t>
            </a:r>
            <a:endParaRPr lang="en-US" altLang="ja-JP" sz="2400" b="1" dirty="0">
              <a:solidFill>
                <a:srgbClr val="FF0000"/>
              </a:solidFill>
            </a:endParaRPr>
          </a:p>
          <a:p>
            <a:r>
              <a:rPr lang="ja-JP" altLang="en-US" sz="2400" dirty="0"/>
              <a:t>・</a:t>
            </a:r>
            <a:r>
              <a:rPr lang="en-US" altLang="ja-JP" sz="2400" dirty="0"/>
              <a:t>Character</a:t>
            </a:r>
          </a:p>
          <a:p>
            <a:r>
              <a:rPr lang="ja-JP" altLang="en-US" sz="2400" dirty="0"/>
              <a:t>・</a:t>
            </a:r>
            <a:r>
              <a:rPr lang="en-US" altLang="ja-JP" sz="2400" dirty="0"/>
              <a:t>Player</a:t>
            </a:r>
          </a:p>
          <a:p>
            <a:r>
              <a:rPr lang="ja-JP" altLang="en-US" sz="2400" dirty="0"/>
              <a:t>・</a:t>
            </a:r>
            <a:r>
              <a:rPr lang="en-US" altLang="ja-JP" sz="2400" dirty="0" err="1"/>
              <a:t>Jabujabu</a:t>
            </a:r>
            <a:endParaRPr lang="en-US" altLang="ja-JP" sz="2400" dirty="0"/>
          </a:p>
          <a:p>
            <a:r>
              <a:rPr lang="ja-JP" altLang="en-US" sz="2400" dirty="0"/>
              <a:t>・</a:t>
            </a:r>
            <a:r>
              <a:rPr lang="en-US" altLang="ja-JP" sz="2400" dirty="0" err="1"/>
              <a:t>Tekuteku</a:t>
            </a:r>
            <a:endParaRPr lang="en-US" altLang="ja-JP" sz="2400" dirty="0"/>
          </a:p>
          <a:p>
            <a:endParaRPr lang="en-US" altLang="ja-JP" sz="2400" dirty="0"/>
          </a:p>
          <a:p>
            <a:r>
              <a:rPr lang="ja-JP" altLang="en-US" sz="2400" dirty="0"/>
              <a:t>各クラスの仕様は次ページから</a:t>
            </a:r>
            <a:endParaRPr lang="en-US" altLang="ja-JP" sz="2400" dirty="0"/>
          </a:p>
        </p:txBody>
      </p:sp>
    </p:spTree>
    <p:extLst>
      <p:ext uri="{BB962C8B-B14F-4D97-AF65-F5344CB8AC3E}">
        <p14:creationId xmlns:p14="http://schemas.microsoft.com/office/powerpoint/2010/main" val="21746939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lang="ja-JP" altLang="en-US" sz="3200" b="1" u="sng" dirty="0"/>
              <a:t>これまでの課題</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316426" cy="4154984"/>
          </a:xfrm>
          <a:prstGeom prst="rect">
            <a:avLst/>
          </a:prstGeom>
          <a:noFill/>
        </p:spPr>
        <p:txBody>
          <a:bodyPr wrap="none" rtlCol="0">
            <a:spAutoFit/>
          </a:bodyPr>
          <a:lstStyle/>
          <a:p>
            <a:r>
              <a:rPr lang="ja-JP" altLang="en-US" sz="2400" b="1" dirty="0">
                <a:solidFill>
                  <a:srgbClr val="FF0000"/>
                </a:solidFill>
              </a:rPr>
              <a:t>■</a:t>
            </a:r>
            <a:r>
              <a:rPr lang="en-US" altLang="ja-JP" sz="2400" b="1" dirty="0">
                <a:solidFill>
                  <a:srgbClr val="FF0000"/>
                </a:solidFill>
              </a:rPr>
              <a:t>Character</a:t>
            </a:r>
            <a:r>
              <a:rPr lang="ja-JP" altLang="en-US" sz="2400" b="1" dirty="0">
                <a:solidFill>
                  <a:srgbClr val="FF0000"/>
                </a:solidFill>
              </a:rPr>
              <a:t>仕様</a:t>
            </a:r>
            <a:endParaRPr lang="en-US" altLang="ja-JP" sz="2400" b="1" dirty="0">
              <a:solidFill>
                <a:srgbClr val="FF0000"/>
              </a:solidFill>
            </a:endParaRPr>
          </a:p>
          <a:p>
            <a:r>
              <a:rPr lang="ja-JP" altLang="en-US" sz="2400" dirty="0"/>
              <a:t>・機能</a:t>
            </a:r>
            <a:endParaRPr lang="en-US" altLang="ja-JP" sz="2400" dirty="0"/>
          </a:p>
          <a:p>
            <a:r>
              <a:rPr lang="ja-JP" altLang="en-US" sz="2400" dirty="0"/>
              <a:t>　・座標を設定する</a:t>
            </a:r>
            <a:endParaRPr lang="en-US" altLang="ja-JP" sz="2400" dirty="0"/>
          </a:p>
          <a:p>
            <a:r>
              <a:rPr lang="ja-JP" altLang="en-US" sz="2400" dirty="0"/>
              <a:t>　・</a:t>
            </a:r>
            <a:r>
              <a:rPr lang="en-US" altLang="ja-JP" sz="2400" dirty="0"/>
              <a:t>X</a:t>
            </a:r>
            <a:r>
              <a:rPr lang="ja-JP" altLang="en-US" sz="2400" dirty="0"/>
              <a:t>座標を取得する</a:t>
            </a:r>
            <a:endParaRPr lang="en-US" altLang="ja-JP" sz="2400" dirty="0"/>
          </a:p>
          <a:p>
            <a:r>
              <a:rPr lang="ja-JP" altLang="en-US" sz="2400" dirty="0"/>
              <a:t>　・</a:t>
            </a:r>
            <a:r>
              <a:rPr lang="en-US" altLang="ja-JP" sz="2400" dirty="0"/>
              <a:t>Y</a:t>
            </a:r>
            <a:r>
              <a:rPr lang="ja-JP" altLang="en-US" sz="2400" dirty="0"/>
              <a:t>座標を取得する</a:t>
            </a:r>
            <a:endParaRPr lang="en-US" altLang="ja-JP" sz="2400" dirty="0"/>
          </a:p>
          <a:p>
            <a:endParaRPr lang="en-US" altLang="ja-JP" sz="2400" dirty="0"/>
          </a:p>
          <a:p>
            <a:r>
              <a:rPr lang="ja-JP" altLang="en-US" sz="2400" dirty="0"/>
              <a:t>・データ</a:t>
            </a:r>
            <a:endParaRPr lang="en-US" altLang="ja-JP" sz="2400" dirty="0"/>
          </a:p>
          <a:p>
            <a:r>
              <a:rPr lang="ja-JP" altLang="en-US" sz="2400" dirty="0"/>
              <a:t>　・</a:t>
            </a:r>
            <a:r>
              <a:rPr lang="en-US" altLang="ja-JP" sz="2400" dirty="0"/>
              <a:t>X</a:t>
            </a:r>
            <a:r>
              <a:rPr lang="ja-JP" altLang="en-US" sz="2400" dirty="0"/>
              <a:t>座標</a:t>
            </a:r>
            <a:endParaRPr lang="en-US" altLang="ja-JP" sz="2400" dirty="0"/>
          </a:p>
          <a:p>
            <a:r>
              <a:rPr lang="ja-JP" altLang="en-US" sz="2400" dirty="0"/>
              <a:t>　・</a:t>
            </a:r>
            <a:r>
              <a:rPr lang="en-US" altLang="ja-JP" sz="2400" dirty="0"/>
              <a:t>Y</a:t>
            </a:r>
            <a:r>
              <a:rPr lang="ja-JP" altLang="en-US" sz="2400" dirty="0"/>
              <a:t>座標</a:t>
            </a:r>
            <a:endParaRPr lang="en-US" altLang="ja-JP" sz="2400" dirty="0"/>
          </a:p>
          <a:p>
            <a:endParaRPr lang="en-US" altLang="ja-JP" sz="2400" dirty="0"/>
          </a:p>
          <a:p>
            <a:r>
              <a:rPr lang="ja-JP" altLang="en-US" sz="2400" b="1" dirty="0">
                <a:solidFill>
                  <a:srgbClr val="FF0000"/>
                </a:solidFill>
              </a:rPr>
              <a:t>この後の</a:t>
            </a:r>
            <a:r>
              <a:rPr lang="en-US" altLang="ja-JP" sz="2400" b="1" dirty="0">
                <a:solidFill>
                  <a:srgbClr val="FF0000"/>
                </a:solidFill>
              </a:rPr>
              <a:t>Player, </a:t>
            </a:r>
            <a:r>
              <a:rPr lang="en-US" altLang="ja-JP" sz="2400" b="1" dirty="0" err="1">
                <a:solidFill>
                  <a:srgbClr val="FF0000"/>
                </a:solidFill>
              </a:rPr>
              <a:t>Jabujabu</a:t>
            </a:r>
            <a:r>
              <a:rPr lang="en-US" altLang="ja-JP" sz="2400" b="1" dirty="0">
                <a:solidFill>
                  <a:srgbClr val="FF0000"/>
                </a:solidFill>
              </a:rPr>
              <a:t>, </a:t>
            </a:r>
            <a:r>
              <a:rPr lang="en-US" altLang="ja-JP" sz="2400" b="1" dirty="0" err="1">
                <a:solidFill>
                  <a:srgbClr val="FF0000"/>
                </a:solidFill>
              </a:rPr>
              <a:t>Tekuteku</a:t>
            </a:r>
            <a:r>
              <a:rPr lang="ja-JP" altLang="en-US" sz="2400" b="1" dirty="0">
                <a:solidFill>
                  <a:srgbClr val="FF0000"/>
                </a:solidFill>
              </a:rPr>
              <a:t>に継承させる</a:t>
            </a:r>
            <a:endParaRPr lang="en-US" altLang="ja-JP" sz="2400" b="1" dirty="0">
              <a:solidFill>
                <a:srgbClr val="FF0000"/>
              </a:solidFill>
            </a:endParaRPr>
          </a:p>
        </p:txBody>
      </p:sp>
    </p:spTree>
    <p:extLst>
      <p:ext uri="{BB962C8B-B14F-4D97-AF65-F5344CB8AC3E}">
        <p14:creationId xmlns:p14="http://schemas.microsoft.com/office/powerpoint/2010/main" val="33821078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lang="ja-JP" altLang="en-US" sz="3200" b="1" u="sng" dirty="0"/>
              <a:t>これまでの課題</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2954655" cy="3785652"/>
          </a:xfrm>
          <a:prstGeom prst="rect">
            <a:avLst/>
          </a:prstGeom>
          <a:noFill/>
        </p:spPr>
        <p:txBody>
          <a:bodyPr wrap="none" rtlCol="0">
            <a:spAutoFit/>
          </a:bodyPr>
          <a:lstStyle/>
          <a:p>
            <a:r>
              <a:rPr lang="ja-JP" altLang="en-US" sz="2400" b="1" dirty="0">
                <a:solidFill>
                  <a:srgbClr val="FF0000"/>
                </a:solidFill>
              </a:rPr>
              <a:t>■</a:t>
            </a:r>
            <a:r>
              <a:rPr lang="en-US" altLang="ja-JP" sz="2400" b="1" dirty="0">
                <a:solidFill>
                  <a:srgbClr val="FF0000"/>
                </a:solidFill>
              </a:rPr>
              <a:t>Player</a:t>
            </a:r>
            <a:r>
              <a:rPr lang="ja-JP" altLang="en-US" sz="2400" b="1" dirty="0">
                <a:solidFill>
                  <a:srgbClr val="FF0000"/>
                </a:solidFill>
              </a:rPr>
              <a:t>仕様</a:t>
            </a:r>
            <a:endParaRPr lang="en-US" altLang="ja-JP" sz="2400" b="1" dirty="0">
              <a:solidFill>
                <a:srgbClr val="FF0000"/>
              </a:solidFill>
            </a:endParaRPr>
          </a:p>
          <a:p>
            <a:r>
              <a:rPr lang="ja-JP" altLang="en-US" sz="2400" dirty="0"/>
              <a:t>・機能</a:t>
            </a:r>
            <a:endParaRPr lang="en-US" altLang="ja-JP" sz="2400" dirty="0"/>
          </a:p>
          <a:p>
            <a:r>
              <a:rPr lang="ja-JP" altLang="en-US" sz="2400" dirty="0"/>
              <a:t>　・方向を設定する</a:t>
            </a:r>
            <a:endParaRPr lang="en-US" altLang="ja-JP" sz="2400" dirty="0"/>
          </a:p>
          <a:p>
            <a:r>
              <a:rPr lang="ja-JP" altLang="en-US" sz="2400" dirty="0"/>
              <a:t>　・前進する</a:t>
            </a:r>
            <a:endParaRPr lang="en-US" altLang="ja-JP" sz="2400" dirty="0"/>
          </a:p>
          <a:p>
            <a:r>
              <a:rPr lang="ja-JP" altLang="en-US" sz="2400" dirty="0"/>
              <a:t>　・ジャンプする</a:t>
            </a:r>
            <a:endParaRPr lang="en-US" altLang="ja-JP" sz="2400" dirty="0"/>
          </a:p>
          <a:p>
            <a:r>
              <a:rPr lang="ja-JP" altLang="en-US" sz="2400" dirty="0"/>
              <a:t>　・現状を表示する</a:t>
            </a:r>
            <a:endParaRPr lang="en-US" altLang="ja-JP" sz="2400" dirty="0"/>
          </a:p>
          <a:p>
            <a:endParaRPr lang="en-US" altLang="ja-JP" sz="2400" dirty="0"/>
          </a:p>
          <a:p>
            <a:r>
              <a:rPr lang="ja-JP" altLang="en-US" sz="2400" dirty="0"/>
              <a:t>・データ</a:t>
            </a:r>
            <a:endParaRPr lang="en-US" altLang="ja-JP" sz="2400" dirty="0"/>
          </a:p>
          <a:p>
            <a:r>
              <a:rPr lang="ja-JP" altLang="en-US" sz="2400" dirty="0"/>
              <a:t>　・方向</a:t>
            </a:r>
            <a:endParaRPr lang="en-US" altLang="ja-JP" sz="2400" dirty="0"/>
          </a:p>
          <a:p>
            <a:r>
              <a:rPr lang="ja-JP" altLang="en-US" sz="2400" dirty="0"/>
              <a:t>　・ジャンプフラグ</a:t>
            </a:r>
            <a:endParaRPr lang="en-US" altLang="ja-JP" sz="2400" dirty="0"/>
          </a:p>
        </p:txBody>
      </p:sp>
      <p:sp>
        <p:nvSpPr>
          <p:cNvPr id="5" name="テキスト ボックス 4">
            <a:extLst>
              <a:ext uri="{FF2B5EF4-FFF2-40B4-BE49-F238E27FC236}">
                <a16:creationId xmlns:a16="http://schemas.microsoft.com/office/drawing/2014/main" id="{D7180AEE-2A6A-42EB-A22D-2A24EDF820C2}"/>
              </a:ext>
            </a:extLst>
          </p:cNvPr>
          <p:cNvSpPr txBox="1"/>
          <p:nvPr/>
        </p:nvSpPr>
        <p:spPr>
          <a:xfrm>
            <a:off x="5981752" y="1216429"/>
            <a:ext cx="5854488" cy="5632311"/>
          </a:xfrm>
          <a:prstGeom prst="rect">
            <a:avLst/>
          </a:prstGeom>
          <a:noFill/>
        </p:spPr>
        <p:txBody>
          <a:bodyPr wrap="none" rtlCol="0">
            <a:spAutoFit/>
          </a:bodyPr>
          <a:lstStyle/>
          <a:p>
            <a:r>
              <a:rPr lang="ja-JP" altLang="en-US" sz="2400" b="1" dirty="0">
                <a:solidFill>
                  <a:srgbClr val="FF0000"/>
                </a:solidFill>
              </a:rPr>
              <a:t>■機能詳細</a:t>
            </a:r>
            <a:endParaRPr lang="en-US" altLang="ja-JP" sz="2400" b="1" dirty="0">
              <a:solidFill>
                <a:srgbClr val="FF0000"/>
              </a:solidFill>
            </a:endParaRPr>
          </a:p>
          <a:p>
            <a:r>
              <a:rPr lang="ja-JP" altLang="en-US" sz="2400" dirty="0"/>
              <a:t>・方向を設定する</a:t>
            </a:r>
            <a:endParaRPr lang="en-US" altLang="ja-JP" sz="2400" dirty="0"/>
          </a:p>
          <a:p>
            <a:r>
              <a:rPr lang="ja-JP" altLang="en-US" sz="2400" dirty="0"/>
              <a:t>　・</a:t>
            </a:r>
            <a:r>
              <a:rPr lang="en-US" altLang="ja-JP" sz="2400" dirty="0" err="1"/>
              <a:t>wasd</a:t>
            </a:r>
            <a:r>
              <a:rPr lang="ja-JP" altLang="en-US" sz="2400" dirty="0"/>
              <a:t>入力に合わせて方向を設定する</a:t>
            </a:r>
            <a:endParaRPr lang="en-US" altLang="ja-JP" sz="2400" dirty="0"/>
          </a:p>
          <a:p>
            <a:endParaRPr lang="en-US" altLang="ja-JP" sz="2400" dirty="0"/>
          </a:p>
          <a:p>
            <a:r>
              <a:rPr lang="ja-JP" altLang="en-US" sz="2400" dirty="0"/>
              <a:t>・前進する</a:t>
            </a:r>
            <a:endParaRPr lang="en-US" altLang="ja-JP" sz="2400" dirty="0"/>
          </a:p>
          <a:p>
            <a:r>
              <a:rPr lang="ja-JP" altLang="en-US" sz="2400" dirty="0"/>
              <a:t>　・方向に合わせて座標を増減させる</a:t>
            </a:r>
            <a:endParaRPr lang="en-US" altLang="ja-JP" sz="2400" dirty="0"/>
          </a:p>
          <a:p>
            <a:endParaRPr lang="en-US" altLang="ja-JP" sz="2400" dirty="0"/>
          </a:p>
          <a:p>
            <a:r>
              <a:rPr lang="ja-JP" altLang="en-US" sz="2400" dirty="0"/>
              <a:t>・ジャンプする</a:t>
            </a:r>
            <a:endParaRPr lang="en-US" altLang="ja-JP" sz="2400" dirty="0"/>
          </a:p>
          <a:p>
            <a:r>
              <a:rPr lang="ja-JP" altLang="en-US" sz="2400" dirty="0"/>
              <a:t>　ジャンプフラグを立てる</a:t>
            </a:r>
            <a:endParaRPr lang="en-US" altLang="ja-JP" sz="2400" dirty="0"/>
          </a:p>
          <a:p>
            <a:endParaRPr lang="en-US" altLang="ja-JP" sz="2400" dirty="0"/>
          </a:p>
          <a:p>
            <a:r>
              <a:rPr lang="ja-JP" altLang="en-US" sz="2400" dirty="0"/>
              <a:t>・現状を表示する</a:t>
            </a:r>
            <a:endParaRPr lang="en-US" altLang="ja-JP" sz="2400" dirty="0"/>
          </a:p>
          <a:p>
            <a:r>
              <a:rPr lang="ja-JP" altLang="en-US" sz="2400" dirty="0"/>
              <a:t>　・現在の座標を表示する</a:t>
            </a:r>
            <a:endParaRPr lang="en-US" altLang="ja-JP" sz="2400" dirty="0"/>
          </a:p>
          <a:p>
            <a:r>
              <a:rPr lang="ja-JP" altLang="en-US" sz="2400" dirty="0"/>
              <a:t>　・ジャンプフラグが立っていれば</a:t>
            </a:r>
            <a:endParaRPr lang="en-US" altLang="ja-JP" sz="2400" dirty="0"/>
          </a:p>
          <a:p>
            <a:r>
              <a:rPr lang="ja-JP" altLang="en-US" sz="2400" dirty="0"/>
              <a:t>　　「ジャンプした！！」と表示する。</a:t>
            </a:r>
            <a:endParaRPr lang="en-US" altLang="ja-JP" sz="2400" dirty="0"/>
          </a:p>
          <a:p>
            <a:r>
              <a:rPr lang="ja-JP" altLang="en-US" sz="2400" dirty="0"/>
              <a:t>　　その後ジャンプフラグを折る</a:t>
            </a:r>
            <a:endParaRPr lang="en-US" altLang="ja-JP" sz="2400" dirty="0"/>
          </a:p>
        </p:txBody>
      </p:sp>
    </p:spTree>
    <p:extLst>
      <p:ext uri="{BB962C8B-B14F-4D97-AF65-F5344CB8AC3E}">
        <p14:creationId xmlns:p14="http://schemas.microsoft.com/office/powerpoint/2010/main" val="16409211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lang="ja-JP" altLang="en-US" sz="3200" b="1" u="sng" dirty="0"/>
              <a:t>これまでの課題</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3570208" cy="3046988"/>
          </a:xfrm>
          <a:prstGeom prst="rect">
            <a:avLst/>
          </a:prstGeom>
          <a:noFill/>
        </p:spPr>
        <p:txBody>
          <a:bodyPr wrap="none" rtlCol="0">
            <a:spAutoFit/>
          </a:bodyPr>
          <a:lstStyle/>
          <a:p>
            <a:r>
              <a:rPr lang="ja-JP" altLang="en-US" sz="2400" b="1" dirty="0">
                <a:solidFill>
                  <a:srgbClr val="FF0000"/>
                </a:solidFill>
              </a:rPr>
              <a:t>■</a:t>
            </a:r>
            <a:r>
              <a:rPr lang="en-US" altLang="ja-JP" sz="2400" b="1" dirty="0" err="1">
                <a:solidFill>
                  <a:srgbClr val="FF0000"/>
                </a:solidFill>
              </a:rPr>
              <a:t>Jabujabu</a:t>
            </a:r>
            <a:r>
              <a:rPr lang="ja-JP" altLang="en-US" sz="2400" b="1" dirty="0">
                <a:solidFill>
                  <a:srgbClr val="FF0000"/>
                </a:solidFill>
              </a:rPr>
              <a:t>仕様</a:t>
            </a:r>
            <a:endParaRPr lang="en-US" altLang="ja-JP" sz="2400" b="1" dirty="0">
              <a:solidFill>
                <a:srgbClr val="FF0000"/>
              </a:solidFill>
            </a:endParaRPr>
          </a:p>
          <a:p>
            <a:r>
              <a:rPr lang="ja-JP" altLang="en-US" sz="2400" dirty="0"/>
              <a:t>・機能</a:t>
            </a:r>
            <a:endParaRPr lang="en-US" altLang="ja-JP" sz="2400" dirty="0"/>
          </a:p>
          <a:p>
            <a:r>
              <a:rPr lang="ja-JP" altLang="en-US" sz="2400" dirty="0"/>
              <a:t>　・泳ぐ速度を設定する</a:t>
            </a:r>
            <a:endParaRPr lang="en-US" altLang="ja-JP" sz="2400" dirty="0"/>
          </a:p>
          <a:p>
            <a:r>
              <a:rPr lang="ja-JP" altLang="en-US" sz="2400" dirty="0"/>
              <a:t>　・泳ぐ</a:t>
            </a:r>
            <a:endParaRPr lang="en-US" altLang="ja-JP" sz="2400" dirty="0"/>
          </a:p>
          <a:p>
            <a:r>
              <a:rPr lang="ja-JP" altLang="en-US" sz="2400" dirty="0"/>
              <a:t>　・現状を表示する</a:t>
            </a:r>
            <a:endParaRPr lang="en-US" altLang="ja-JP" sz="2400" dirty="0"/>
          </a:p>
          <a:p>
            <a:endParaRPr lang="en-US" altLang="ja-JP" sz="2400" dirty="0"/>
          </a:p>
          <a:p>
            <a:r>
              <a:rPr lang="ja-JP" altLang="en-US" sz="2400" dirty="0"/>
              <a:t>・データ</a:t>
            </a:r>
            <a:endParaRPr lang="en-US" altLang="ja-JP" sz="2400" dirty="0"/>
          </a:p>
          <a:p>
            <a:r>
              <a:rPr lang="ja-JP" altLang="en-US" sz="2400" dirty="0"/>
              <a:t>　・泳ぐ速度</a:t>
            </a:r>
            <a:endParaRPr lang="en-US" altLang="ja-JP" sz="2400" dirty="0"/>
          </a:p>
        </p:txBody>
      </p:sp>
      <p:sp>
        <p:nvSpPr>
          <p:cNvPr id="5" name="テキスト ボックス 4">
            <a:extLst>
              <a:ext uri="{FF2B5EF4-FFF2-40B4-BE49-F238E27FC236}">
                <a16:creationId xmlns:a16="http://schemas.microsoft.com/office/drawing/2014/main" id="{D7180AEE-2A6A-42EB-A22D-2A24EDF820C2}"/>
              </a:ext>
            </a:extLst>
          </p:cNvPr>
          <p:cNvSpPr txBox="1"/>
          <p:nvPr/>
        </p:nvSpPr>
        <p:spPr>
          <a:xfrm>
            <a:off x="5981752" y="1216429"/>
            <a:ext cx="5724644" cy="2308324"/>
          </a:xfrm>
          <a:prstGeom prst="rect">
            <a:avLst/>
          </a:prstGeom>
          <a:noFill/>
        </p:spPr>
        <p:txBody>
          <a:bodyPr wrap="none" rtlCol="0">
            <a:spAutoFit/>
          </a:bodyPr>
          <a:lstStyle/>
          <a:p>
            <a:r>
              <a:rPr lang="ja-JP" altLang="en-US" sz="2400" b="1" dirty="0">
                <a:solidFill>
                  <a:srgbClr val="FF0000"/>
                </a:solidFill>
              </a:rPr>
              <a:t>■機能詳細</a:t>
            </a:r>
            <a:endParaRPr lang="en-US" altLang="ja-JP" sz="2400" b="1" dirty="0">
              <a:solidFill>
                <a:srgbClr val="FF0000"/>
              </a:solidFill>
            </a:endParaRPr>
          </a:p>
          <a:p>
            <a:r>
              <a:rPr lang="ja-JP" altLang="en-US" sz="2400" dirty="0"/>
              <a:t>・泳ぐ</a:t>
            </a:r>
            <a:endParaRPr lang="en-US" altLang="ja-JP" sz="2400" dirty="0"/>
          </a:p>
          <a:p>
            <a:r>
              <a:rPr lang="ja-JP" altLang="en-US" sz="2400" dirty="0"/>
              <a:t>　・速度の分だけ一定方向に移動させる</a:t>
            </a:r>
            <a:endParaRPr lang="en-US" altLang="ja-JP" sz="2400" dirty="0"/>
          </a:p>
          <a:p>
            <a:endParaRPr lang="en-US" altLang="ja-JP" sz="2400" dirty="0"/>
          </a:p>
          <a:p>
            <a:r>
              <a:rPr lang="ja-JP" altLang="en-US" sz="2400" dirty="0"/>
              <a:t>・現状を表示する</a:t>
            </a:r>
            <a:endParaRPr lang="en-US" altLang="ja-JP" sz="2400" dirty="0"/>
          </a:p>
          <a:p>
            <a:r>
              <a:rPr lang="ja-JP" altLang="en-US" sz="2400" dirty="0"/>
              <a:t>　・現在の座標を表示する</a:t>
            </a:r>
            <a:endParaRPr lang="en-US" altLang="ja-JP" sz="2400" dirty="0"/>
          </a:p>
        </p:txBody>
      </p:sp>
    </p:spTree>
    <p:extLst>
      <p:ext uri="{BB962C8B-B14F-4D97-AF65-F5344CB8AC3E}">
        <p14:creationId xmlns:p14="http://schemas.microsoft.com/office/powerpoint/2010/main" val="11448709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lang="ja-JP" altLang="en-US" sz="3200" b="1" u="sng" dirty="0"/>
              <a:t>これまでの課題</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3570208" cy="3046988"/>
          </a:xfrm>
          <a:prstGeom prst="rect">
            <a:avLst/>
          </a:prstGeom>
          <a:noFill/>
        </p:spPr>
        <p:txBody>
          <a:bodyPr wrap="none" rtlCol="0">
            <a:spAutoFit/>
          </a:bodyPr>
          <a:lstStyle/>
          <a:p>
            <a:r>
              <a:rPr lang="ja-JP" altLang="en-US" sz="2400" b="1" dirty="0">
                <a:solidFill>
                  <a:srgbClr val="FF0000"/>
                </a:solidFill>
              </a:rPr>
              <a:t>■</a:t>
            </a:r>
            <a:r>
              <a:rPr lang="en-US" altLang="ja-JP" sz="2400" b="1" dirty="0" err="1">
                <a:solidFill>
                  <a:srgbClr val="FF0000"/>
                </a:solidFill>
              </a:rPr>
              <a:t>Tekuteku</a:t>
            </a:r>
            <a:r>
              <a:rPr lang="ja-JP" altLang="en-US" sz="2400" b="1" dirty="0">
                <a:solidFill>
                  <a:srgbClr val="FF0000"/>
                </a:solidFill>
              </a:rPr>
              <a:t>仕様</a:t>
            </a:r>
            <a:endParaRPr lang="en-US" altLang="ja-JP" sz="2400" b="1" dirty="0">
              <a:solidFill>
                <a:srgbClr val="FF0000"/>
              </a:solidFill>
            </a:endParaRPr>
          </a:p>
          <a:p>
            <a:r>
              <a:rPr lang="ja-JP" altLang="en-US" sz="2400" dirty="0"/>
              <a:t>・機能</a:t>
            </a:r>
            <a:endParaRPr lang="en-US" altLang="ja-JP" sz="2400" dirty="0"/>
          </a:p>
          <a:p>
            <a:r>
              <a:rPr lang="ja-JP" altLang="en-US" sz="2400" dirty="0"/>
              <a:t>　・歩く速度を設定する</a:t>
            </a:r>
            <a:endParaRPr lang="en-US" altLang="ja-JP" sz="2400" dirty="0"/>
          </a:p>
          <a:p>
            <a:r>
              <a:rPr lang="ja-JP" altLang="en-US" sz="2400" dirty="0"/>
              <a:t>　・歩く</a:t>
            </a:r>
            <a:endParaRPr lang="en-US" altLang="ja-JP" sz="2400" dirty="0"/>
          </a:p>
          <a:p>
            <a:r>
              <a:rPr lang="ja-JP" altLang="en-US" sz="2400" dirty="0"/>
              <a:t>　・現状を表示する</a:t>
            </a:r>
            <a:endParaRPr lang="en-US" altLang="ja-JP" sz="2400" dirty="0"/>
          </a:p>
          <a:p>
            <a:endParaRPr lang="en-US" altLang="ja-JP" sz="2400" dirty="0"/>
          </a:p>
          <a:p>
            <a:r>
              <a:rPr lang="ja-JP" altLang="en-US" sz="2400" dirty="0"/>
              <a:t>・データ</a:t>
            </a:r>
            <a:endParaRPr lang="en-US" altLang="ja-JP" sz="2400" dirty="0"/>
          </a:p>
          <a:p>
            <a:r>
              <a:rPr lang="ja-JP" altLang="en-US" sz="2400" dirty="0"/>
              <a:t>　・歩く速度</a:t>
            </a:r>
            <a:endParaRPr lang="en-US" altLang="ja-JP" sz="2400" dirty="0"/>
          </a:p>
        </p:txBody>
      </p:sp>
      <p:sp>
        <p:nvSpPr>
          <p:cNvPr id="5" name="テキスト ボックス 4">
            <a:extLst>
              <a:ext uri="{FF2B5EF4-FFF2-40B4-BE49-F238E27FC236}">
                <a16:creationId xmlns:a16="http://schemas.microsoft.com/office/drawing/2014/main" id="{D7180AEE-2A6A-42EB-A22D-2A24EDF820C2}"/>
              </a:ext>
            </a:extLst>
          </p:cNvPr>
          <p:cNvSpPr txBox="1"/>
          <p:nvPr/>
        </p:nvSpPr>
        <p:spPr>
          <a:xfrm>
            <a:off x="5981752" y="1216429"/>
            <a:ext cx="5724644" cy="2308324"/>
          </a:xfrm>
          <a:prstGeom prst="rect">
            <a:avLst/>
          </a:prstGeom>
          <a:noFill/>
        </p:spPr>
        <p:txBody>
          <a:bodyPr wrap="none" rtlCol="0">
            <a:spAutoFit/>
          </a:bodyPr>
          <a:lstStyle/>
          <a:p>
            <a:r>
              <a:rPr lang="ja-JP" altLang="en-US" sz="2400" b="1" dirty="0">
                <a:solidFill>
                  <a:srgbClr val="FF0000"/>
                </a:solidFill>
              </a:rPr>
              <a:t>■機能詳細</a:t>
            </a:r>
            <a:endParaRPr lang="en-US" altLang="ja-JP" sz="2400" b="1" dirty="0">
              <a:solidFill>
                <a:srgbClr val="FF0000"/>
              </a:solidFill>
            </a:endParaRPr>
          </a:p>
          <a:p>
            <a:r>
              <a:rPr lang="ja-JP" altLang="en-US" sz="2400" dirty="0"/>
              <a:t>・歩く</a:t>
            </a:r>
            <a:endParaRPr lang="en-US" altLang="ja-JP" sz="2400" dirty="0"/>
          </a:p>
          <a:p>
            <a:r>
              <a:rPr lang="ja-JP" altLang="en-US" sz="2400" dirty="0"/>
              <a:t>　・速度の分だけ一定方向に移動させる</a:t>
            </a:r>
            <a:endParaRPr lang="en-US" altLang="ja-JP" sz="2400" dirty="0"/>
          </a:p>
          <a:p>
            <a:endParaRPr lang="en-US" altLang="ja-JP" sz="2400" dirty="0"/>
          </a:p>
          <a:p>
            <a:r>
              <a:rPr lang="ja-JP" altLang="en-US" sz="2400" dirty="0"/>
              <a:t>・現状を表示する</a:t>
            </a:r>
            <a:endParaRPr lang="en-US" altLang="ja-JP" sz="2400" dirty="0"/>
          </a:p>
          <a:p>
            <a:r>
              <a:rPr lang="ja-JP" altLang="en-US" sz="2400" dirty="0"/>
              <a:t>　・現在の座標を表示する</a:t>
            </a:r>
            <a:endParaRPr lang="en-US" altLang="ja-JP" sz="2400" dirty="0"/>
          </a:p>
        </p:txBody>
      </p:sp>
      <p:sp>
        <p:nvSpPr>
          <p:cNvPr id="7" name="テキスト ボックス 6">
            <a:extLst>
              <a:ext uri="{FF2B5EF4-FFF2-40B4-BE49-F238E27FC236}">
                <a16:creationId xmlns:a16="http://schemas.microsoft.com/office/drawing/2014/main" id="{32181D1D-AEB0-47C2-9CEC-6F60B53B480A}"/>
              </a:ext>
            </a:extLst>
          </p:cNvPr>
          <p:cNvSpPr txBox="1"/>
          <p:nvPr/>
        </p:nvSpPr>
        <p:spPr>
          <a:xfrm>
            <a:off x="567542" y="5904381"/>
            <a:ext cx="8342348" cy="461665"/>
          </a:xfrm>
          <a:prstGeom prst="rect">
            <a:avLst/>
          </a:prstGeom>
          <a:noFill/>
        </p:spPr>
        <p:txBody>
          <a:bodyPr wrap="none" rtlCol="0">
            <a:spAutoFit/>
          </a:bodyPr>
          <a:lstStyle/>
          <a:p>
            <a:r>
              <a:rPr lang="ja-JP" altLang="en-US" sz="2400" b="1" dirty="0">
                <a:solidFill>
                  <a:srgbClr val="FF0000"/>
                </a:solidFill>
              </a:rPr>
              <a:t>これらのクラスを活用して</a:t>
            </a:r>
            <a:r>
              <a:rPr lang="en-US" altLang="ja-JP" sz="2400" b="1" dirty="0">
                <a:solidFill>
                  <a:srgbClr val="FF0000"/>
                </a:solidFill>
              </a:rPr>
              <a:t>Main.cpp</a:t>
            </a:r>
            <a:r>
              <a:rPr lang="ja-JP" altLang="en-US" sz="2400" b="1" dirty="0">
                <a:solidFill>
                  <a:srgbClr val="FF0000"/>
                </a:solidFill>
              </a:rPr>
              <a:t>に処理を書きましょう</a:t>
            </a:r>
            <a:endParaRPr lang="en-US" altLang="ja-JP" sz="2400" dirty="0"/>
          </a:p>
        </p:txBody>
      </p:sp>
    </p:spTree>
    <p:extLst>
      <p:ext uri="{BB962C8B-B14F-4D97-AF65-F5344CB8AC3E}">
        <p14:creationId xmlns:p14="http://schemas.microsoft.com/office/powerpoint/2010/main" val="27528982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lang="ja-JP" altLang="en-US" sz="3200" b="1" u="sng" dirty="0"/>
              <a:t>これまでの課題</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033516" cy="2308324"/>
          </a:xfrm>
          <a:prstGeom prst="rect">
            <a:avLst/>
          </a:prstGeom>
          <a:noFill/>
        </p:spPr>
        <p:txBody>
          <a:bodyPr wrap="none" rtlCol="0">
            <a:spAutoFit/>
          </a:bodyPr>
          <a:lstStyle/>
          <a:p>
            <a:r>
              <a:rPr lang="ja-JP" altLang="en-US" sz="2400" b="1" dirty="0">
                <a:solidFill>
                  <a:srgbClr val="FF0000"/>
                </a:solidFill>
              </a:rPr>
              <a:t>■ヒント</a:t>
            </a:r>
            <a:endParaRPr lang="en-US" altLang="ja-JP" sz="2400" b="1" dirty="0">
              <a:solidFill>
                <a:srgbClr val="FF0000"/>
              </a:solidFill>
            </a:endParaRPr>
          </a:p>
          <a:p>
            <a:endParaRPr lang="en-US" altLang="ja-JP" sz="2400" b="1" dirty="0">
              <a:solidFill>
                <a:srgbClr val="FF0000"/>
              </a:solidFill>
            </a:endParaRPr>
          </a:p>
          <a:p>
            <a:r>
              <a:rPr lang="ja-JP" altLang="en-US" sz="2400" dirty="0"/>
              <a:t>・まずは基底クラスとなる</a:t>
            </a:r>
            <a:r>
              <a:rPr lang="en-US" altLang="ja-JP" sz="2400" b="1" dirty="0">
                <a:solidFill>
                  <a:srgbClr val="00B050"/>
                </a:solidFill>
              </a:rPr>
              <a:t>Character</a:t>
            </a:r>
            <a:r>
              <a:rPr lang="ja-JP" altLang="en-US" sz="2400" dirty="0"/>
              <a:t>から作りましょう。</a:t>
            </a:r>
            <a:endParaRPr lang="en-US" altLang="ja-JP" sz="2400" dirty="0"/>
          </a:p>
          <a:p>
            <a:r>
              <a:rPr lang="ja-JP" altLang="en-US" sz="2400" dirty="0"/>
              <a:t>・各クラスには機能以外の処理はなるべく書かないようにしましょう。</a:t>
            </a:r>
            <a:endParaRPr lang="en-US" altLang="ja-JP" sz="2400" dirty="0"/>
          </a:p>
          <a:p>
            <a:r>
              <a:rPr lang="ja-JP" altLang="en-US" sz="2400" dirty="0"/>
              <a:t>　（クラスの仕様にない機能の処理は</a:t>
            </a:r>
            <a:r>
              <a:rPr lang="en-US" altLang="ja-JP" sz="2400" b="1" dirty="0">
                <a:solidFill>
                  <a:srgbClr val="FF0000"/>
                </a:solidFill>
              </a:rPr>
              <a:t>Main.cpp</a:t>
            </a:r>
            <a:r>
              <a:rPr lang="ja-JP" altLang="en-US" sz="2400" dirty="0"/>
              <a:t>で良い）</a:t>
            </a:r>
            <a:endParaRPr lang="en-US" altLang="ja-JP" sz="2400" dirty="0"/>
          </a:p>
          <a:p>
            <a:r>
              <a:rPr lang="ja-JP" altLang="en-US" sz="2400" dirty="0"/>
              <a:t>・現状を表示する機能は仮想関数を上手く使うと効率的です。</a:t>
            </a:r>
            <a:endParaRPr lang="en-US" altLang="ja-JP" sz="2400" dirty="0"/>
          </a:p>
        </p:txBody>
      </p:sp>
    </p:spTree>
    <p:extLst>
      <p:ext uri="{BB962C8B-B14F-4D97-AF65-F5344CB8AC3E}">
        <p14:creationId xmlns:p14="http://schemas.microsoft.com/office/powerpoint/2010/main" val="4102117426"/>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458</TotalTime>
  <Words>523</Words>
  <Application>Microsoft Office PowerPoint</Application>
  <PresentationFormat>ワイド画面</PresentationFormat>
  <Paragraphs>101</Paragraphs>
  <Slides>8</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8</vt:i4>
      </vt:variant>
    </vt:vector>
  </HeadingPairs>
  <TitlesOfParts>
    <vt:vector size="12"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北九州校　ゲーム</cp:lastModifiedBy>
  <cp:revision>58</cp:revision>
  <dcterms:created xsi:type="dcterms:W3CDTF">2024-08-27T02:15:54Z</dcterms:created>
  <dcterms:modified xsi:type="dcterms:W3CDTF">2025-03-03T00:39:46Z</dcterms:modified>
</cp:coreProperties>
</file>