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基底クラスと派生クラスの関係について詳しく確認してみます。</a:t>
            </a:r>
            <a:endParaRPr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CEFC3B-EB11-453B-B612-47D9FC8C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5402952" cy="4328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派生クラスは基底クラスに代入することができます。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対応するメンバ変数がコピー</a:t>
            </a:r>
            <a:r>
              <a:rPr lang="ja-JP" altLang="en-US" sz="2400" dirty="0"/>
              <a:t>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CEFC3B-EB11-453B-B612-47D9FC8C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5402952" cy="432845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D7CB0E6-9BCD-49C8-88E3-53CA56637DB5}"/>
              </a:ext>
            </a:extLst>
          </p:cNvPr>
          <p:cNvSpPr/>
          <p:nvPr/>
        </p:nvSpPr>
        <p:spPr>
          <a:xfrm>
            <a:off x="1577788" y="4697506"/>
            <a:ext cx="3567953" cy="73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083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512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Food</a:t>
            </a:r>
            <a:r>
              <a:rPr lang="ja-JP" altLang="en-US" sz="2400" dirty="0"/>
              <a:t>の値段が表示できることから、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Fruit</a:t>
            </a:r>
            <a:r>
              <a:rPr lang="ja-JP" altLang="en-US" sz="2400" b="1" dirty="0">
                <a:solidFill>
                  <a:srgbClr val="FF0000"/>
                </a:solidFill>
              </a:rPr>
              <a:t>から</a:t>
            </a:r>
            <a:r>
              <a:rPr lang="en-US" altLang="ja-JP" sz="2400" b="1" dirty="0" err="1">
                <a:solidFill>
                  <a:srgbClr val="FF0000"/>
                </a:solidFill>
              </a:rPr>
              <a:t>m_Price</a:t>
            </a:r>
            <a:r>
              <a:rPr lang="ja-JP" altLang="en-US" sz="2400" b="1" dirty="0">
                <a:solidFill>
                  <a:srgbClr val="FF0000"/>
                </a:solidFill>
              </a:rPr>
              <a:t>が代入されている</a:t>
            </a:r>
            <a:r>
              <a:rPr lang="ja-JP" altLang="en-US" sz="2400" dirty="0"/>
              <a:t>ことがわかります。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78F0D6-B5E9-4C76-AB7D-4C73F0DD1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670788"/>
            <a:ext cx="4794154" cy="108499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5D1CF16-F006-4A99-BE23-D8A7F44643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6620799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247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続いて逆の場合も試してみましょう。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8C274EF-5B06-42C2-BAF2-8EBE5C85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572761" cy="443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54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822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この場合、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の</a:t>
            </a:r>
            <a:r>
              <a:rPr lang="en-US" altLang="ja-JP" sz="2400" b="1" dirty="0" err="1"/>
              <a:t>m_FarmName</a:t>
            </a:r>
            <a:r>
              <a:rPr lang="ja-JP" altLang="en-US" sz="2400" dirty="0"/>
              <a:t>に対応するものがないので</a:t>
            </a:r>
            <a:r>
              <a:rPr lang="ja-JP" altLang="en-US" sz="2400" b="1" dirty="0">
                <a:solidFill>
                  <a:srgbClr val="FF0000"/>
                </a:solidFill>
              </a:rPr>
              <a:t>エラー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8C274EF-5B06-42C2-BAF2-8EBE5C85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572761" cy="443957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D9CD89-7E5E-4079-B65C-8861304834D5}"/>
              </a:ext>
            </a:extLst>
          </p:cNvPr>
          <p:cNvSpPr/>
          <p:nvPr/>
        </p:nvSpPr>
        <p:spPr>
          <a:xfrm>
            <a:off x="1927411" y="3908612"/>
            <a:ext cx="5217460" cy="73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4749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596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で生成してポインタとして使ってみましょう。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83D0C7-085D-44BB-9BD4-041462A00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3"/>
            <a:ext cx="7751706" cy="452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696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469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ポインタ型での代入も可能です。</a:t>
            </a:r>
            <a:endParaRPr lang="en-US" altLang="ja-JP" sz="2400" dirty="0"/>
          </a:p>
          <a:p>
            <a:r>
              <a:rPr lang="ja-JP" altLang="en-US" sz="2400" dirty="0"/>
              <a:t>この場合</a:t>
            </a:r>
            <a:r>
              <a:rPr lang="en-US" altLang="ja-JP" sz="2400" b="1" dirty="0" err="1">
                <a:solidFill>
                  <a:srgbClr val="FF0000"/>
                </a:solidFill>
              </a:rPr>
              <a:t>m_Price</a:t>
            </a:r>
            <a:r>
              <a:rPr lang="ja-JP" altLang="en-US" sz="2400" b="1" dirty="0">
                <a:solidFill>
                  <a:srgbClr val="FF0000"/>
                </a:solidFill>
              </a:rPr>
              <a:t>のコピーではなく参照アドレスのコピー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sp>
        <p:nvSpPr>
          <p:cNvPr id="2" name="フローチャート: 磁気ディスク 1">
            <a:extLst>
              <a:ext uri="{FF2B5EF4-FFF2-40B4-BE49-F238E27FC236}">
                <a16:creationId xmlns:a16="http://schemas.microsoft.com/office/drawing/2014/main" id="{8F472742-D6C9-4780-8905-21553A0DD617}"/>
              </a:ext>
            </a:extLst>
          </p:cNvPr>
          <p:cNvSpPr/>
          <p:nvPr/>
        </p:nvSpPr>
        <p:spPr>
          <a:xfrm>
            <a:off x="5447994" y="2447103"/>
            <a:ext cx="2079812" cy="3612776"/>
          </a:xfrm>
          <a:prstGeom prst="flowChartMagneticDisk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18D2984-4121-4F0C-AEA5-055291B2AE7C}"/>
              </a:ext>
            </a:extLst>
          </p:cNvPr>
          <p:cNvSpPr/>
          <p:nvPr/>
        </p:nvSpPr>
        <p:spPr>
          <a:xfrm>
            <a:off x="5573499" y="3903868"/>
            <a:ext cx="833718" cy="4482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Fruit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2491C97-9688-4310-A9FA-9A478BF87AC5}"/>
              </a:ext>
            </a:extLst>
          </p:cNvPr>
          <p:cNvSpPr/>
          <p:nvPr/>
        </p:nvSpPr>
        <p:spPr>
          <a:xfrm>
            <a:off x="3050765" y="3455632"/>
            <a:ext cx="833718" cy="4482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f</a:t>
            </a:r>
            <a:r>
              <a:rPr kumimoji="1" lang="en-US" altLang="ja-JP" dirty="0"/>
              <a:t>ruit*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586B0A-3D20-4EE2-B829-7DB0FAF85192}"/>
              </a:ext>
            </a:extLst>
          </p:cNvPr>
          <p:cNvSpPr/>
          <p:nvPr/>
        </p:nvSpPr>
        <p:spPr>
          <a:xfrm>
            <a:off x="3050765" y="4127986"/>
            <a:ext cx="833718" cy="4482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food*</a:t>
            </a:r>
            <a:endParaRPr kumimoji="1" lang="ja-JP" altLang="en-US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1D011EB-1A69-4109-901D-92DA915CC39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884483" y="3679750"/>
            <a:ext cx="1689016" cy="2241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7A92B3A6-EC56-4AC0-81FA-A6BF987E0658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884483" y="3903867"/>
            <a:ext cx="1689016" cy="4482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171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970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Food</a:t>
            </a:r>
            <a:r>
              <a:rPr lang="ja-JP" altLang="en-US" sz="2400" dirty="0"/>
              <a:t>ポインタが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を参照していても、</a:t>
            </a:r>
            <a:endParaRPr lang="en-US" altLang="ja-JP" sz="2400" dirty="0"/>
          </a:p>
          <a:p>
            <a:r>
              <a:rPr lang="en-US" altLang="ja-JP" sz="2400" dirty="0"/>
              <a:t>Food</a:t>
            </a:r>
            <a:r>
              <a:rPr lang="ja-JP" altLang="en-US" sz="2400" dirty="0"/>
              <a:t>クラスにある関数は呼ぶことができます。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C5257B-9D2B-4788-8652-1C11477C8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536348" cy="185595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009047B-9D04-4440-A698-04F6C482632E}"/>
              </a:ext>
            </a:extLst>
          </p:cNvPr>
          <p:cNvSpPr txBox="1"/>
          <p:nvPr/>
        </p:nvSpPr>
        <p:spPr>
          <a:xfrm>
            <a:off x="4103890" y="3697699"/>
            <a:ext cx="6878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を生成して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ポインタが参照しても。。</a:t>
            </a:r>
            <a:endParaRPr lang="en-US" altLang="ja-JP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6BFE3213-9B3E-43FE-A0DD-552750C1C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322620"/>
            <a:ext cx="3056408" cy="966556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4EBC219-516F-4C6F-8E0D-2B92B8558FC4}"/>
              </a:ext>
            </a:extLst>
          </p:cNvPr>
          <p:cNvSpPr txBox="1"/>
          <p:nvPr/>
        </p:nvSpPr>
        <p:spPr>
          <a:xfrm>
            <a:off x="4103890" y="4899229"/>
            <a:ext cx="52052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が持っている関数は呼び出せる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6730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213</Words>
  <Application>Microsoft Office PowerPoint</Application>
  <PresentationFormat>ワイド画面</PresentationFormat>
  <Paragraphs>26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49</cp:revision>
  <dcterms:created xsi:type="dcterms:W3CDTF">2024-08-27T02:15:54Z</dcterms:created>
  <dcterms:modified xsi:type="dcterms:W3CDTF">2025-03-03T00:25:58Z</dcterms:modified>
</cp:coreProperties>
</file>