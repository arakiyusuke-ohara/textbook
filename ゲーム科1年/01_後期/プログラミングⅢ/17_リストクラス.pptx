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の標準ライブラリには</a:t>
            </a:r>
            <a:r>
              <a:rPr lang="ja-JP" altLang="en-US" sz="2400" b="1" dirty="0">
                <a:solidFill>
                  <a:srgbClr val="FF0000"/>
                </a:solidFill>
              </a:rPr>
              <a:t>リストクラス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r>
              <a:rPr lang="ja-JP" altLang="en-US" sz="2400" dirty="0"/>
              <a:t>リストクラスも配列と同様に、</a:t>
            </a:r>
            <a:r>
              <a:rPr lang="ja-JP" altLang="en-US" sz="2400" b="1" dirty="0">
                <a:solidFill>
                  <a:srgbClr val="FF0000"/>
                </a:solidFill>
              </a:rPr>
              <a:t>要素を複数管理するクラス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76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Main.cpp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F1D4F02-C128-4D2A-95FF-E0F22ECAE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5173153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02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876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Main.cpp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1B2C016-AA4F-4FE3-A0D6-5FBED1BC6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3"/>
            <a:ext cx="9501687" cy="235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46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リストクラスの宣言は動的配列に似ています。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■リストクラスの宣言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std::</a:t>
            </a:r>
            <a:r>
              <a:rPr lang="en-US" altLang="ja-JP" sz="2400" b="1" dirty="0">
                <a:solidFill>
                  <a:srgbClr val="00B050"/>
                </a:solidFill>
              </a:rPr>
              <a:t>list</a:t>
            </a:r>
            <a:r>
              <a:rPr lang="en-US" altLang="ja-JP" sz="2400" dirty="0"/>
              <a:t>&lt;</a:t>
            </a:r>
            <a:r>
              <a:rPr lang="ja-JP" altLang="en-US" sz="2400" b="1" dirty="0">
                <a:solidFill>
                  <a:srgbClr val="0070C0"/>
                </a:solidFill>
              </a:rPr>
              <a:t>型名</a:t>
            </a:r>
            <a:r>
              <a:rPr lang="en-US" altLang="ja-JP" sz="2400" dirty="0"/>
              <a:t>&gt; </a:t>
            </a:r>
            <a:r>
              <a:rPr lang="ja-JP" altLang="en-US" sz="2400" dirty="0"/>
              <a:t>変数名</a:t>
            </a:r>
            <a:r>
              <a:rPr lang="en-US" altLang="ja-JP" sz="2400" dirty="0"/>
              <a:t>;</a:t>
            </a:r>
          </a:p>
          <a:p>
            <a:endParaRPr lang="en-US" altLang="ja-JP" sz="2400" dirty="0"/>
          </a:p>
          <a:p>
            <a:r>
              <a:rPr lang="ja-JP" altLang="en-US" sz="2400" dirty="0"/>
              <a:t>型名は構造体やクラスでも可能です。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CD8A56F-3269-40A3-B74C-D35143019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3664453"/>
            <a:ext cx="4117975" cy="87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87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リストは配列と違い、</a:t>
            </a:r>
            <a:r>
              <a:rPr lang="ja-JP" altLang="en-US" sz="2400" b="1" dirty="0">
                <a:solidFill>
                  <a:srgbClr val="FF0000"/>
                </a:solidFill>
              </a:rPr>
              <a:t>添え字が使えません</a:t>
            </a:r>
            <a:r>
              <a:rPr lang="ja-JP" altLang="en-US" sz="2400" dirty="0"/>
              <a:t>。</a:t>
            </a:r>
            <a:endParaRPr lang="en-US" altLang="ja-JP" sz="2400" dirty="0"/>
          </a:p>
          <a:p>
            <a:r>
              <a:rPr lang="ja-JP" altLang="en-US" sz="2400" dirty="0"/>
              <a:t>代わりに</a:t>
            </a:r>
            <a:r>
              <a:rPr lang="ja-JP" altLang="en-US" sz="2400" b="1" dirty="0">
                <a:solidFill>
                  <a:srgbClr val="FF0000"/>
                </a:solidFill>
              </a:rPr>
              <a:t>イテレータ</a:t>
            </a:r>
            <a:r>
              <a:rPr lang="ja-JP" altLang="en-US" sz="2400" dirty="0"/>
              <a:t>という専用のクラスを使って参照します。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■リストのイテレータの宣言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std::</a:t>
            </a:r>
            <a:r>
              <a:rPr lang="en-US" altLang="ja-JP" sz="2400" b="1" dirty="0">
                <a:solidFill>
                  <a:srgbClr val="00B050"/>
                </a:solidFill>
              </a:rPr>
              <a:t>list</a:t>
            </a:r>
            <a:r>
              <a:rPr lang="en-US" altLang="ja-JP" sz="2400" dirty="0"/>
              <a:t>&lt;</a:t>
            </a:r>
            <a:r>
              <a:rPr lang="ja-JP" altLang="en-US" sz="2400" b="1" dirty="0">
                <a:solidFill>
                  <a:srgbClr val="0070C0"/>
                </a:solidFill>
              </a:rPr>
              <a:t>参照するリストの要素の型名</a:t>
            </a:r>
            <a:r>
              <a:rPr lang="en-US" altLang="ja-JP" sz="2400" dirty="0"/>
              <a:t>&gt;::</a:t>
            </a:r>
            <a:r>
              <a:rPr lang="en-US" altLang="ja-JP" sz="2400" b="1" dirty="0">
                <a:solidFill>
                  <a:srgbClr val="00B050"/>
                </a:solidFill>
              </a:rPr>
              <a:t>iterator</a:t>
            </a:r>
            <a:r>
              <a:rPr lang="en-US" altLang="ja-JP" sz="2400" dirty="0"/>
              <a:t> </a:t>
            </a:r>
            <a:r>
              <a:rPr lang="ja-JP" altLang="en-US" sz="2400" dirty="0"/>
              <a:t>変数名</a:t>
            </a:r>
            <a:r>
              <a:rPr lang="en-US" altLang="ja-JP" sz="2400" dirty="0"/>
              <a:t>;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AF114CD-1BDB-4FAB-B75A-25E1A7FC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3295120"/>
            <a:ext cx="7815232" cy="140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326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イテレータは</a:t>
            </a:r>
            <a:r>
              <a:rPr lang="ja-JP" altLang="en-US" sz="2400" b="1" dirty="0">
                <a:solidFill>
                  <a:srgbClr val="FF0000"/>
                </a:solidFill>
              </a:rPr>
              <a:t>ポインタ変数に近い扱い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インクリメントすると次の要素を参照</a:t>
            </a:r>
            <a:r>
              <a:rPr lang="ja-JP" altLang="en-US" sz="2400" dirty="0"/>
              <a:t>することができます。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ED303FD-A9EB-40BF-97EF-2F69EA6EF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420766" cy="83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24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9132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erase</a:t>
            </a:r>
            <a:r>
              <a:rPr lang="ja-JP" altLang="en-US" sz="2400" dirty="0"/>
              <a:t>関数を使うと、</a:t>
            </a:r>
            <a:r>
              <a:rPr lang="ja-JP" altLang="en-US" sz="2400" b="1" dirty="0">
                <a:solidFill>
                  <a:srgbClr val="FF0000"/>
                </a:solidFill>
              </a:rPr>
              <a:t>イテレータが参照している要素を削除</a:t>
            </a:r>
            <a:r>
              <a:rPr lang="ja-JP" altLang="en-US" sz="2400" dirty="0"/>
              <a:t>できます。</a:t>
            </a:r>
            <a:endParaRPr lang="en-US" altLang="ja-JP" sz="2400" dirty="0"/>
          </a:p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部分削除ができることがリストの特徴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07CA530-4DD8-4543-A46A-E8316DF46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006158" cy="71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97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896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begin</a:t>
            </a:r>
            <a:r>
              <a:rPr lang="ja-JP" altLang="en-US" sz="2400" dirty="0"/>
              <a:t>関数はリストの先頭、</a:t>
            </a:r>
            <a:r>
              <a:rPr lang="en-US" altLang="ja-JP" sz="2400" b="1" dirty="0">
                <a:solidFill>
                  <a:srgbClr val="0070C0"/>
                </a:solidFill>
              </a:rPr>
              <a:t>end</a:t>
            </a:r>
            <a:r>
              <a:rPr lang="ja-JP" altLang="en-US" sz="2400" dirty="0"/>
              <a:t>関数はリストの末尾のイテレータを返却します。</a:t>
            </a:r>
            <a:endParaRPr lang="en-US" altLang="ja-JP" sz="2400" dirty="0"/>
          </a:p>
          <a:p>
            <a:r>
              <a:rPr lang="ja-JP" altLang="en-US" sz="2400" dirty="0"/>
              <a:t>これで先頭から末尾までの</a:t>
            </a:r>
            <a:r>
              <a:rPr lang="en-US" altLang="ja-JP" sz="2400" b="1" dirty="0">
                <a:solidFill>
                  <a:srgbClr val="0070C0"/>
                </a:solidFill>
              </a:rPr>
              <a:t>for</a:t>
            </a:r>
            <a:r>
              <a:rPr lang="ja-JP" altLang="en-US" sz="2400" dirty="0"/>
              <a:t>文を回すことができます。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7EE008-25D1-4745-8E30-60AAE41BB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10600914" cy="163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09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87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イテレータが参照している要素の値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ポインタと同様に</a:t>
            </a:r>
            <a:r>
              <a:rPr lang="en-US" altLang="ja-JP" sz="2400" b="1" dirty="0">
                <a:solidFill>
                  <a:srgbClr val="FF0000"/>
                </a:solidFill>
              </a:rPr>
              <a:t>*</a:t>
            </a:r>
            <a:r>
              <a:rPr lang="ja-JP" altLang="en-US" sz="2400" b="1" dirty="0">
                <a:solidFill>
                  <a:srgbClr val="FF0000"/>
                </a:solidFill>
              </a:rPr>
              <a:t>で参照</a:t>
            </a:r>
            <a:r>
              <a:rPr lang="ja-JP" altLang="en-US" sz="2400" dirty="0"/>
              <a:t>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E066860-08BB-4851-BFC6-1090A7E18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905177" cy="168740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D7E5E5-CEEC-4DAC-BB46-49484F642FF2}"/>
              </a:ext>
            </a:extLst>
          </p:cNvPr>
          <p:cNvSpPr/>
          <p:nvPr/>
        </p:nvSpPr>
        <p:spPr>
          <a:xfrm>
            <a:off x="8892988" y="2581835"/>
            <a:ext cx="672353" cy="421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3992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リストクラス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ゲーム制作では複数管理する必要があるものがたくさんあります。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■例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・エネミー</a:t>
            </a:r>
            <a:endParaRPr lang="en-US" altLang="ja-JP" sz="2400" dirty="0"/>
          </a:p>
          <a:p>
            <a:r>
              <a:rPr lang="ja-JP" altLang="en-US" sz="2400" dirty="0"/>
              <a:t>・バレット</a:t>
            </a:r>
            <a:endParaRPr lang="en-US" altLang="ja-JP" sz="2400" dirty="0"/>
          </a:p>
          <a:p>
            <a:r>
              <a:rPr lang="ja-JP" altLang="en-US" sz="2400" dirty="0"/>
              <a:t>・アイテム</a:t>
            </a:r>
            <a:endParaRPr lang="en-US" altLang="ja-JP" sz="2400" dirty="0"/>
          </a:p>
          <a:p>
            <a:r>
              <a:rPr lang="ja-JP" altLang="en-US" sz="2400" dirty="0"/>
              <a:t>・ギミック</a:t>
            </a:r>
            <a:endParaRPr lang="en-US" altLang="ja-JP" sz="2400" dirty="0"/>
          </a:p>
          <a:p>
            <a:r>
              <a:rPr lang="ja-JP" altLang="en-US" sz="2400" dirty="0"/>
              <a:t>など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これらを配列で管理するのか、リストで管理するのか考える必要があります。</a:t>
            </a:r>
            <a:endParaRPr lang="en-US" altLang="ja-JP" sz="2400" dirty="0"/>
          </a:p>
          <a:p>
            <a:r>
              <a:rPr lang="ja-JP" altLang="en-US" sz="2400" dirty="0"/>
              <a:t>詳しくは次のスライドで解説します。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6632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293</Words>
  <Application>Microsoft Office PowerPoint</Application>
  <PresentationFormat>ワイド画面</PresentationFormat>
  <Paragraphs>43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67</cp:revision>
  <dcterms:created xsi:type="dcterms:W3CDTF">2024-08-27T02:15:54Z</dcterms:created>
  <dcterms:modified xsi:type="dcterms:W3CDTF">2024-11-12T05:37:23Z</dcterms:modified>
</cp:coreProperties>
</file>