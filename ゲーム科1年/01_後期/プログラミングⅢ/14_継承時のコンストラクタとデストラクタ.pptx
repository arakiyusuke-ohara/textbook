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派生クラスを生成、削除したときのコンストラクタとデストラクタの様子を</a:t>
            </a:r>
            <a:endParaRPr lang="en-US" altLang="ja-JP" sz="2400" dirty="0"/>
          </a:p>
          <a:p>
            <a:r>
              <a:rPr lang="ja-JP" altLang="en-US" sz="2400" dirty="0"/>
              <a:t>確認してみましょう。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C649BFBF-9538-4D65-9CA3-88D78DF9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705225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各クラスにコンストラクタとデストラクタを追加します。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16AA35C-5F7A-4129-A260-ED39007F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762625" cy="3438525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D5E938-38E1-4A5E-BAD9-23DBDFDD26CB}"/>
              </a:ext>
            </a:extLst>
          </p:cNvPr>
          <p:cNvSpPr/>
          <p:nvPr/>
        </p:nvSpPr>
        <p:spPr>
          <a:xfrm>
            <a:off x="1319645" y="2612859"/>
            <a:ext cx="1423555" cy="830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0176DA-C6DA-493D-9C21-D91B88A670FE}"/>
              </a:ext>
            </a:extLst>
          </p:cNvPr>
          <p:cNvSpPr txBox="1"/>
          <p:nvPr/>
        </p:nvSpPr>
        <p:spPr>
          <a:xfrm>
            <a:off x="567541" y="5450702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B050"/>
                </a:solidFill>
              </a:rPr>
              <a:t>Meat</a:t>
            </a:r>
            <a:r>
              <a:rPr lang="ja-JP" altLang="en-US" sz="2400" dirty="0"/>
              <a:t>も対応しましょう。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21094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コンストラクタとデストラクタでは文字を表示します。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0176DA-C6DA-493D-9C21-D91B88A670FE}"/>
              </a:ext>
            </a:extLst>
          </p:cNvPr>
          <p:cNvSpPr txBox="1"/>
          <p:nvPr/>
        </p:nvSpPr>
        <p:spPr>
          <a:xfrm>
            <a:off x="567541" y="5450702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B050"/>
                </a:solidFill>
              </a:rPr>
              <a:t>Meat</a:t>
            </a:r>
            <a:r>
              <a:rPr lang="ja-JP" altLang="en-US" sz="2400" dirty="0"/>
              <a:t>も対応しましょう。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5792639-5A0F-440D-817B-5AC132D8B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6382392" cy="335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90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実行してみましょう。</a:t>
            </a:r>
            <a:endParaRPr lang="en-US" altLang="ja-JP" sz="2400" dirty="0"/>
          </a:p>
          <a:p>
            <a:r>
              <a:rPr lang="ja-JP" altLang="en-US" sz="2400" dirty="0"/>
              <a:t>何かおかしなことに気が付きます。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ADB4C8-5732-4980-883A-4BE5CBB4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74112" cy="2623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0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02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コンストラクタは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両方呼ばれていますが、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デストラクタでは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b="1" dirty="0">
                <a:solidFill>
                  <a:srgbClr val="FF0000"/>
                </a:solidFill>
              </a:rPr>
              <a:t>のみ</a:t>
            </a:r>
            <a:r>
              <a:rPr lang="ja-JP" altLang="en-US" sz="2400" dirty="0"/>
              <a:t>呼ばれています。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BADB4C8-5732-4980-883A-4BE5CBB41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74112" cy="262344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FE52C17-3A7A-473B-A3E6-1269595A7882}"/>
              </a:ext>
            </a:extLst>
          </p:cNvPr>
          <p:cNvSpPr txBox="1"/>
          <p:nvPr/>
        </p:nvSpPr>
        <p:spPr>
          <a:xfrm>
            <a:off x="567542" y="4950275"/>
            <a:ext cx="835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つまり、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00B050"/>
                </a:solidFill>
              </a:rPr>
              <a:t>Meat</a:t>
            </a:r>
            <a:r>
              <a:rPr lang="ja-JP" altLang="en-US" sz="2400" dirty="0"/>
              <a:t>の</a:t>
            </a:r>
            <a:r>
              <a:rPr lang="ja-JP" altLang="en-US" sz="2400" b="1" dirty="0">
                <a:solidFill>
                  <a:srgbClr val="FF0000"/>
                </a:solidFill>
              </a:rPr>
              <a:t>デストラクタが呼ばれていません。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8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37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原因はポインタ変数自体が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クラスだからです。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delete</a:t>
            </a:r>
            <a:r>
              <a:rPr lang="ja-JP" altLang="en-US" sz="2400" dirty="0"/>
              <a:t>した際に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が削除されたものと判断されています。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しかし、</a:t>
            </a:r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ポインタは</a:t>
            </a:r>
            <a:r>
              <a:rPr lang="en-US" altLang="ja-JP" sz="2400" b="1" dirty="0">
                <a:solidFill>
                  <a:srgbClr val="00B050"/>
                </a:solidFill>
              </a:rPr>
              <a:t>Fruit</a:t>
            </a:r>
            <a:r>
              <a:rPr lang="ja-JP" altLang="en-US" sz="2400" dirty="0"/>
              <a:t>も</a:t>
            </a:r>
            <a:r>
              <a:rPr lang="en-US" altLang="ja-JP" sz="2400" b="1" dirty="0">
                <a:solidFill>
                  <a:srgbClr val="00B050"/>
                </a:solidFill>
              </a:rPr>
              <a:t>Meat</a:t>
            </a:r>
            <a:r>
              <a:rPr lang="ja-JP" altLang="en-US" sz="2400" dirty="0"/>
              <a:t>も参照できるため、</a:t>
            </a:r>
            <a:endParaRPr lang="en-US" altLang="ja-JP" sz="2400" dirty="0"/>
          </a:p>
          <a:p>
            <a:r>
              <a:rPr lang="ja-JP" altLang="en-US" sz="2400" dirty="0"/>
              <a:t>この問題は解決したいです。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A7401F5-298D-45CA-A52B-4F2D37A5A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3295120"/>
            <a:ext cx="4011569" cy="307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358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解決するには</a:t>
            </a:r>
            <a:r>
              <a:rPr lang="ja-JP" altLang="en-US" sz="2400" b="1" dirty="0">
                <a:solidFill>
                  <a:srgbClr val="FF0000"/>
                </a:solidFill>
              </a:rPr>
              <a:t>基底クラスのデストラクタを仮想関数</a:t>
            </a:r>
            <a:r>
              <a:rPr lang="ja-JP" altLang="en-US" sz="2400" dirty="0"/>
              <a:t>にします。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Food</a:t>
            </a:r>
            <a:r>
              <a:rPr lang="ja-JP" altLang="en-US" sz="2400" dirty="0"/>
              <a:t>のデストラクタに</a:t>
            </a:r>
            <a:r>
              <a:rPr lang="en-US" altLang="ja-JP" sz="2400" b="1" dirty="0">
                <a:solidFill>
                  <a:srgbClr val="0070C0"/>
                </a:solidFill>
              </a:rPr>
              <a:t>virtual</a:t>
            </a:r>
            <a:r>
              <a:rPr lang="ja-JP" altLang="en-US" sz="2400" dirty="0"/>
              <a:t>をつけましょう。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1F13765-EF45-4766-8448-27507A82B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7607812" cy="2187447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084CBB-C37A-4727-B053-DA47E7D9A349}"/>
              </a:ext>
            </a:extLst>
          </p:cNvPr>
          <p:cNvSpPr/>
          <p:nvPr/>
        </p:nvSpPr>
        <p:spPr>
          <a:xfrm>
            <a:off x="2618509" y="3605645"/>
            <a:ext cx="1413164" cy="498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6915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仮想関数にすることで派生クラスのデストラクタが呼ばれます。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E7E981-B40C-449D-9C9A-94CF176C4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552712" cy="32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4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純粋仮想関数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呼ばれる順番</a:t>
            </a:r>
            <a:r>
              <a:rPr lang="ja-JP" altLang="en-US" sz="2400" dirty="0"/>
              <a:t>についても覚えておきましょう。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1E7E981-B40C-449D-9C9A-94CF176C4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6552712" cy="324257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A7F74F-E3E6-4150-BC0B-81754A696763}"/>
              </a:ext>
            </a:extLst>
          </p:cNvPr>
          <p:cNvSpPr txBox="1"/>
          <p:nvPr/>
        </p:nvSpPr>
        <p:spPr>
          <a:xfrm>
            <a:off x="567542" y="5200071"/>
            <a:ext cx="6340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■順番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コンストラクタ：</a:t>
            </a:r>
            <a:r>
              <a:rPr lang="en-US" altLang="ja-JP" sz="2400" dirty="0"/>
              <a:t>	</a:t>
            </a:r>
            <a:r>
              <a:rPr lang="ja-JP" altLang="en-US" sz="2400" dirty="0"/>
              <a:t>基底クラス→派生クラス</a:t>
            </a:r>
            <a:endParaRPr lang="en-US" altLang="ja-JP" sz="2400" dirty="0"/>
          </a:p>
          <a:p>
            <a:r>
              <a:rPr lang="ja-JP" altLang="en-US" sz="2400" dirty="0"/>
              <a:t>デストラクタ：</a:t>
            </a:r>
            <a:r>
              <a:rPr lang="en-US" altLang="ja-JP" sz="2400" dirty="0"/>
              <a:t>	</a:t>
            </a:r>
            <a:r>
              <a:rPr lang="ja-JP" altLang="en-US" sz="2400" dirty="0"/>
              <a:t>派生クラス→基底クラス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8551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233</Words>
  <Application>Microsoft Office PowerPoint</Application>
  <PresentationFormat>ワイド画面</PresentationFormat>
  <Paragraphs>33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56</cp:revision>
  <dcterms:created xsi:type="dcterms:W3CDTF">2024-08-27T02:15:54Z</dcterms:created>
  <dcterms:modified xsi:type="dcterms:W3CDTF">2024-11-11T08:08:16Z</dcterms:modified>
</cp:coreProperties>
</file>