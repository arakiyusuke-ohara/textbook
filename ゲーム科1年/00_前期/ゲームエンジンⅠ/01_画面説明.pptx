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まずは各画面について説明していきます。</a:t>
            </a:r>
            <a:endParaRPr kumimoji="1" lang="en-US" altLang="ja-JP" sz="240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EADB658-62A4-49F0-981E-512AC9438FCD}"/>
              </a:ext>
            </a:extLst>
          </p:cNvPr>
          <p:cNvGrpSpPr/>
          <p:nvPr/>
        </p:nvGrpSpPr>
        <p:grpSpPr>
          <a:xfrm>
            <a:off x="567540" y="2187127"/>
            <a:ext cx="8399392" cy="4508592"/>
            <a:chOff x="567540" y="2187127"/>
            <a:chExt cx="8399392" cy="450859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105639A-B30A-4AC3-B1DD-F6E9F898E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7"/>
              <a:ext cx="8399391" cy="4508592"/>
            </a:xfrm>
            <a:prstGeom prst="rect">
              <a:avLst/>
            </a:prstGeom>
          </p:spPr>
        </p:pic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6AEC733-6ADD-4CA7-B896-66B4459CE708}"/>
                </a:ext>
              </a:extLst>
            </p:cNvPr>
            <p:cNvSpPr/>
            <p:nvPr/>
          </p:nvSpPr>
          <p:spPr>
            <a:xfrm>
              <a:off x="567542" y="2438401"/>
              <a:ext cx="1575024" cy="2519081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5EBA9B54-6BD0-4E2B-AFA0-CA9AD15FB3A7}"/>
                </a:ext>
              </a:extLst>
            </p:cNvPr>
            <p:cNvSpPr/>
            <p:nvPr/>
          </p:nvSpPr>
          <p:spPr>
            <a:xfrm>
              <a:off x="6970280" y="2510118"/>
              <a:ext cx="1996652" cy="411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EC62A27-BCE4-47A4-8516-FCF137614804}"/>
                </a:ext>
              </a:extLst>
            </p:cNvPr>
            <p:cNvSpPr/>
            <p:nvPr/>
          </p:nvSpPr>
          <p:spPr>
            <a:xfrm>
              <a:off x="567540" y="4957481"/>
              <a:ext cx="6402739" cy="1738237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1E398D2F-F67E-47D3-A719-40B7551C4FFF}"/>
                </a:ext>
              </a:extLst>
            </p:cNvPr>
            <p:cNvSpPr/>
            <p:nvPr/>
          </p:nvSpPr>
          <p:spPr>
            <a:xfrm>
              <a:off x="2142566" y="2703186"/>
              <a:ext cx="4827713" cy="225429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左上は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Hierarchy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（ヒエラルキー）</a:t>
            </a:r>
            <a:r>
              <a:rPr kumimoji="1" lang="ja-JP" altLang="en-US" sz="2400" dirty="0"/>
              <a:t>と呼びます。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シーンとシーンにあるオブジェクトの一覧</a:t>
            </a:r>
            <a:r>
              <a:rPr lang="ja-JP" altLang="en-US" sz="2400" dirty="0"/>
              <a:t>が表示されます。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105639A-B30A-4AC3-B1DD-F6E9F898E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7"/>
            <a:ext cx="8399391" cy="4508592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6AEC733-6ADD-4CA7-B896-66B4459CE708}"/>
              </a:ext>
            </a:extLst>
          </p:cNvPr>
          <p:cNvSpPr/>
          <p:nvPr/>
        </p:nvSpPr>
        <p:spPr>
          <a:xfrm>
            <a:off x="567542" y="2438401"/>
            <a:ext cx="1575024" cy="2519081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861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右側は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Inspector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（インスペクター）</a:t>
            </a:r>
            <a:r>
              <a:rPr kumimoji="1" lang="ja-JP" altLang="en-US" sz="2400" dirty="0"/>
              <a:t>と呼びます。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ヒエラルキーで選択されたオブジェクトの編集画面</a:t>
            </a:r>
            <a:r>
              <a:rPr kumimoji="1" lang="ja-JP" altLang="en-US" sz="2400" dirty="0"/>
              <a:t>が表示されます。</a:t>
            </a:r>
            <a:endParaRPr kumimoji="1"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0A41302-58C0-46BC-9BA6-62702B3B6A05}"/>
              </a:ext>
            </a:extLst>
          </p:cNvPr>
          <p:cNvGrpSpPr/>
          <p:nvPr/>
        </p:nvGrpSpPr>
        <p:grpSpPr>
          <a:xfrm>
            <a:off x="567541" y="2187127"/>
            <a:ext cx="8399391" cy="4508592"/>
            <a:chOff x="567541" y="2187127"/>
            <a:chExt cx="8399391" cy="4508592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DC96E09D-478E-43AA-9B73-D892068DB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7"/>
              <a:ext cx="8399391" cy="4508592"/>
            </a:xfrm>
            <a:prstGeom prst="rect">
              <a:avLst/>
            </a:prstGeom>
          </p:spPr>
        </p:pic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1D63837C-387D-44B6-AAED-D9D5CFC53EA7}"/>
                </a:ext>
              </a:extLst>
            </p:cNvPr>
            <p:cNvSpPr/>
            <p:nvPr/>
          </p:nvSpPr>
          <p:spPr>
            <a:xfrm>
              <a:off x="6970280" y="2510118"/>
              <a:ext cx="1996652" cy="411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36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下側には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Project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ウィンドウ</a:t>
            </a:r>
            <a:r>
              <a:rPr kumimoji="1" lang="ja-JP" altLang="en-US" sz="2400" dirty="0"/>
              <a:t>があります。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ゲームに使う素材や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プログラムを保存する場所</a:t>
            </a:r>
            <a:r>
              <a:rPr lang="ja-JP" altLang="en-US" sz="2400" dirty="0"/>
              <a:t>になります。</a:t>
            </a:r>
            <a:endParaRPr kumimoji="1" lang="en-US" altLang="ja-JP" sz="2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22DA727-1E28-4DDB-BE4B-41935D32C10D}"/>
              </a:ext>
            </a:extLst>
          </p:cNvPr>
          <p:cNvGrpSpPr/>
          <p:nvPr/>
        </p:nvGrpSpPr>
        <p:grpSpPr>
          <a:xfrm>
            <a:off x="567540" y="2187127"/>
            <a:ext cx="8399392" cy="4508592"/>
            <a:chOff x="567540" y="2187127"/>
            <a:chExt cx="8399392" cy="4508592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0C0D792-4D4F-4493-BB2F-B4054662D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7"/>
              <a:ext cx="8399391" cy="4508592"/>
            </a:xfrm>
            <a:prstGeom prst="rect">
              <a:avLst/>
            </a:prstGeom>
          </p:spPr>
        </p:pic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8B116195-051E-422C-AD6A-CB934DAB63D4}"/>
                </a:ext>
              </a:extLst>
            </p:cNvPr>
            <p:cNvSpPr/>
            <p:nvPr/>
          </p:nvSpPr>
          <p:spPr>
            <a:xfrm>
              <a:off x="567540" y="4957481"/>
              <a:ext cx="6402739" cy="1738237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604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中央には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Scene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ウィンドウ</a:t>
            </a:r>
            <a:r>
              <a:rPr kumimoji="1" lang="ja-JP" altLang="en-US" sz="2400" dirty="0"/>
              <a:t>があります。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開いているシーンの状況を自由に見渡すことができます。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CFF1373-4AB8-470C-AF89-2B8C593E1E13}"/>
              </a:ext>
            </a:extLst>
          </p:cNvPr>
          <p:cNvGrpSpPr/>
          <p:nvPr/>
        </p:nvGrpSpPr>
        <p:grpSpPr>
          <a:xfrm>
            <a:off x="567541" y="2187127"/>
            <a:ext cx="8399391" cy="4508592"/>
            <a:chOff x="567541" y="2187127"/>
            <a:chExt cx="8399391" cy="4508592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7BA39176-2A86-4EFC-BFCA-BDB663A96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7"/>
              <a:ext cx="8399391" cy="4508592"/>
            </a:xfrm>
            <a:prstGeom prst="rect">
              <a:avLst/>
            </a:prstGeom>
          </p:spPr>
        </p:pic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6D926407-A370-41B2-A285-A0657621C797}"/>
                </a:ext>
              </a:extLst>
            </p:cNvPr>
            <p:cNvSpPr/>
            <p:nvPr/>
          </p:nvSpPr>
          <p:spPr>
            <a:xfrm>
              <a:off x="2142566" y="2703186"/>
              <a:ext cx="4827713" cy="225429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9051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マウスのホイールで前進後退、ホイールのドラッグドロップでスライド、</a:t>
            </a:r>
            <a:endParaRPr kumimoji="1" lang="en-US" altLang="ja-JP" sz="2400" dirty="0"/>
          </a:p>
          <a:p>
            <a:r>
              <a:rPr lang="ja-JP" altLang="en-US" sz="2400" dirty="0"/>
              <a:t>右クリックのドラッグドロップで向きの変更ができます。</a:t>
            </a:r>
            <a:endParaRPr kumimoji="1"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CFF1373-4AB8-470C-AF89-2B8C593E1E13}"/>
              </a:ext>
            </a:extLst>
          </p:cNvPr>
          <p:cNvGrpSpPr/>
          <p:nvPr/>
        </p:nvGrpSpPr>
        <p:grpSpPr>
          <a:xfrm>
            <a:off x="567541" y="2187127"/>
            <a:ext cx="8399391" cy="4508592"/>
            <a:chOff x="567541" y="2187127"/>
            <a:chExt cx="8399391" cy="4508592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7BA39176-2A86-4EFC-BFCA-BDB663A96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7"/>
              <a:ext cx="8399391" cy="4508592"/>
            </a:xfrm>
            <a:prstGeom prst="rect">
              <a:avLst/>
            </a:prstGeom>
          </p:spPr>
        </p:pic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6D926407-A370-41B2-A285-A0657621C797}"/>
                </a:ext>
              </a:extLst>
            </p:cNvPr>
            <p:cNvSpPr/>
            <p:nvPr/>
          </p:nvSpPr>
          <p:spPr>
            <a:xfrm>
              <a:off x="2142566" y="2703186"/>
              <a:ext cx="4827713" cy="225429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206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25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画面説明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ヒエラルキーの「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Main Camera</a:t>
            </a:r>
            <a:r>
              <a:rPr kumimoji="1" lang="ja-JP" altLang="en-US" sz="2400" dirty="0"/>
              <a:t>」を選択して、</a:t>
            </a:r>
            <a:endParaRPr kumimoji="1" lang="en-US" altLang="ja-JP" sz="2400" dirty="0"/>
          </a:p>
          <a:p>
            <a:r>
              <a:rPr lang="ja-JP" altLang="en-US" sz="2400" dirty="0"/>
              <a:t>インスペクターを見て詳細を確認してみましょう。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8E424EF-3144-43C0-92D2-2CEA71287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2961554" cy="449158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68421D-22FA-4C15-82B8-6C763F6DE502}"/>
              </a:ext>
            </a:extLst>
          </p:cNvPr>
          <p:cNvSpPr txBox="1"/>
          <p:nvPr/>
        </p:nvSpPr>
        <p:spPr>
          <a:xfrm>
            <a:off x="3529096" y="261492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>
                <a:solidFill>
                  <a:srgbClr val="00B050"/>
                </a:solidFill>
              </a:rPr>
              <a:t>Transform</a:t>
            </a:r>
          </a:p>
          <a:p>
            <a:r>
              <a:rPr lang="ja-JP" altLang="en-US" sz="1600" dirty="0"/>
              <a:t>座標、回転、スケール設定</a:t>
            </a:r>
            <a:endParaRPr kumimoji="1" lang="en-US" altLang="ja-JP" sz="1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9FDDDC-5703-46EC-80DB-4367D473A7F1}"/>
              </a:ext>
            </a:extLst>
          </p:cNvPr>
          <p:cNvSpPr txBox="1"/>
          <p:nvPr/>
        </p:nvSpPr>
        <p:spPr>
          <a:xfrm>
            <a:off x="3529096" y="3249004"/>
            <a:ext cx="3156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>
                <a:solidFill>
                  <a:srgbClr val="00B050"/>
                </a:solidFill>
              </a:rPr>
              <a:t>Camera</a:t>
            </a:r>
          </a:p>
          <a:p>
            <a:r>
              <a:rPr kumimoji="1" lang="ja-JP" altLang="en-US" sz="1600" dirty="0"/>
              <a:t>カメラについての詳細設定</a:t>
            </a:r>
            <a:endParaRPr kumimoji="1" lang="en-US" altLang="ja-JP" sz="1600" dirty="0"/>
          </a:p>
          <a:p>
            <a:r>
              <a:rPr kumimoji="1" lang="ja-JP" altLang="en-US" sz="1600" dirty="0"/>
              <a:t>画角、ニア</a:t>
            </a:r>
            <a:r>
              <a:rPr kumimoji="1" lang="en-US" altLang="ja-JP" sz="1600" dirty="0"/>
              <a:t>/</a:t>
            </a:r>
            <a:r>
              <a:rPr kumimoji="1" lang="ja-JP" altLang="en-US" sz="1600" dirty="0"/>
              <a:t>ファークリップなど</a:t>
            </a:r>
            <a:endParaRPr kumimoji="1" lang="en-US" altLang="ja-JP" sz="16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49B5C18-151D-4206-887E-D39D244B5033}"/>
              </a:ext>
            </a:extLst>
          </p:cNvPr>
          <p:cNvSpPr txBox="1"/>
          <p:nvPr/>
        </p:nvSpPr>
        <p:spPr>
          <a:xfrm>
            <a:off x="3529096" y="6108745"/>
            <a:ext cx="2852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00B050"/>
                </a:solidFill>
              </a:rPr>
              <a:t>Audio Listener</a:t>
            </a:r>
            <a:endParaRPr kumimoji="1" lang="en-US" altLang="ja-JP" sz="1600" b="1" dirty="0">
              <a:solidFill>
                <a:srgbClr val="00B050"/>
              </a:solidFill>
            </a:endParaRPr>
          </a:p>
          <a:p>
            <a:r>
              <a:rPr kumimoji="1" lang="ja-JP" altLang="en-US" sz="1600" dirty="0"/>
              <a:t>音を聞き取る耳の役割をもつ</a:t>
            </a:r>
            <a:endParaRPr kumimoji="1"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765594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189</Words>
  <Application>Microsoft Office PowerPoint</Application>
  <PresentationFormat>ワイド画面</PresentationFormat>
  <Paragraphs>27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17</cp:revision>
  <dcterms:created xsi:type="dcterms:W3CDTF">2024-08-27T02:15:54Z</dcterms:created>
  <dcterms:modified xsi:type="dcterms:W3CDTF">2025-03-03T04:47:15Z</dcterms:modified>
</cp:coreProperties>
</file>