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880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オブジェクトを追加することもできましたので、</a:t>
            </a:r>
            <a:endParaRPr lang="en-US" altLang="ja-JP" sz="2400" dirty="0"/>
          </a:p>
          <a:p>
            <a:r>
              <a:rPr kumimoji="1" lang="ja-JP" altLang="en-US" sz="2400" dirty="0"/>
              <a:t>シーン内を見渡したり、オブジェクトを配置したりする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基本操作</a:t>
            </a:r>
            <a:r>
              <a:rPr kumimoji="1" lang="ja-JP" altLang="en-US" sz="2400" dirty="0"/>
              <a:t>を練習しましょう。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準備としてキューブを１つ追加します。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32BF844-CC00-4A18-AB52-3C4D1231F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7321399" cy="384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まずはシーン内の視点の操作です。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■主な視点操作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マウスホイール・・・前後移動</a:t>
            </a:r>
            <a:endParaRPr kumimoji="1" lang="en-US" altLang="ja-JP" sz="2400" dirty="0"/>
          </a:p>
          <a:p>
            <a:r>
              <a:rPr kumimoji="1" lang="ja-JP" altLang="en-US" sz="2400" dirty="0"/>
              <a:t>ホイールドラッグアンドドロップ・・・スライド移動</a:t>
            </a:r>
            <a:endParaRPr kumimoji="1" lang="en-US" altLang="ja-JP" sz="2400" dirty="0"/>
          </a:p>
          <a:p>
            <a:r>
              <a:rPr lang="ja-JP" altLang="en-US" sz="2400" dirty="0"/>
              <a:t>右クリックドラッグアンドドロップ・・・回転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02133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続いてオブジェクトの操作です。キューブを選択しましょう。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デフォルトは移動モード</a:t>
            </a:r>
            <a:r>
              <a:rPr kumimoji="1" lang="ja-JP" altLang="en-US" sz="2400" dirty="0"/>
              <a:t>で選択されます。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14C52B-7C8A-4308-98D1-298D0DEE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321399" cy="3849684"/>
          </a:xfrm>
          <a:prstGeom prst="rect">
            <a:avLst/>
          </a:prstGeom>
        </p:spPr>
      </p:pic>
      <p:sp>
        <p:nvSpPr>
          <p:cNvPr id="2" name="矢印: 下 1">
            <a:extLst>
              <a:ext uri="{FF2B5EF4-FFF2-40B4-BE49-F238E27FC236}">
                <a16:creationId xmlns:a16="http://schemas.microsoft.com/office/drawing/2014/main" id="{50E3BDBC-7794-4B67-BED3-B91AE658DBE2}"/>
              </a:ext>
            </a:extLst>
          </p:cNvPr>
          <p:cNvSpPr/>
          <p:nvPr/>
        </p:nvSpPr>
        <p:spPr>
          <a:xfrm rot="7765248">
            <a:off x="3379693" y="2796988"/>
            <a:ext cx="528918" cy="645459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34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３軸の矢印をドラッグドロップ</a:t>
            </a:r>
            <a:r>
              <a:rPr lang="ja-JP" altLang="en-US" sz="2400" dirty="0"/>
              <a:t>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その軸に移動する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r>
              <a:rPr kumimoji="1" lang="ja-JP" altLang="en-US" sz="2400" dirty="0"/>
              <a:t>触っていない軸には移動しないので便利です。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14C52B-7C8A-4308-98D1-298D0DEE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321399" cy="3849684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BEFCE60A-9F41-4630-A6B3-56F25FFE5E33}"/>
              </a:ext>
            </a:extLst>
          </p:cNvPr>
          <p:cNvSpPr/>
          <p:nvPr/>
        </p:nvSpPr>
        <p:spPr>
          <a:xfrm rot="7765248">
            <a:off x="7402831" y="4665130"/>
            <a:ext cx="314006" cy="380863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0DF73ED-9661-4BDD-89F8-E1D31AF72B14}"/>
              </a:ext>
            </a:extLst>
          </p:cNvPr>
          <p:cNvSpPr/>
          <p:nvPr/>
        </p:nvSpPr>
        <p:spPr>
          <a:xfrm rot="5563353">
            <a:off x="7353697" y="4072330"/>
            <a:ext cx="314006" cy="380863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CE691AE2-BE5A-401D-B602-C271B83D9207}"/>
              </a:ext>
            </a:extLst>
          </p:cNvPr>
          <p:cNvSpPr/>
          <p:nvPr/>
        </p:nvSpPr>
        <p:spPr>
          <a:xfrm rot="2566102">
            <a:off x="6952607" y="3539288"/>
            <a:ext cx="314006" cy="380863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6388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左上のボタンからモードを切り替えられます。</a:t>
            </a:r>
            <a:endParaRPr lang="en-US" altLang="ja-JP" sz="2400" dirty="0"/>
          </a:p>
          <a:p>
            <a:r>
              <a:rPr kumimoji="1" lang="ja-JP" altLang="en-US" sz="2400" dirty="0"/>
              <a:t>移動の下の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回転モードボタン</a:t>
            </a:r>
            <a:r>
              <a:rPr kumimoji="1" lang="ja-JP" altLang="en-US" sz="2400" dirty="0"/>
              <a:t>を押してみましょう。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4561E6-63BA-4958-9247-A07F0594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6894283" cy="4043345"/>
          </a:xfrm>
          <a:prstGeom prst="rect">
            <a:avLst/>
          </a:prstGeom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FD418BE9-CF50-4435-AE43-F13AE45D3674}"/>
              </a:ext>
            </a:extLst>
          </p:cNvPr>
          <p:cNvSpPr/>
          <p:nvPr/>
        </p:nvSpPr>
        <p:spPr>
          <a:xfrm rot="7765248">
            <a:off x="921349" y="2881153"/>
            <a:ext cx="314006" cy="380863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7192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回転ボタンの下はスケールモードになります。</a:t>
            </a:r>
            <a:endParaRPr lang="en-US" altLang="ja-JP" sz="2400" dirty="0"/>
          </a:p>
          <a:p>
            <a:r>
              <a:rPr lang="ja-JP" altLang="en-US" sz="2400" dirty="0"/>
              <a:t>選択してみましょう。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D093DFA-0C4C-4EAD-8989-6A085929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7"/>
            <a:ext cx="7422779" cy="4178920"/>
          </a:xfrm>
          <a:prstGeom prst="rect">
            <a:avLst/>
          </a:prstGeom>
        </p:spPr>
      </p:pic>
      <p:sp>
        <p:nvSpPr>
          <p:cNvPr id="11" name="矢印: 下 10">
            <a:extLst>
              <a:ext uri="{FF2B5EF4-FFF2-40B4-BE49-F238E27FC236}">
                <a16:creationId xmlns:a16="http://schemas.microsoft.com/office/drawing/2014/main" id="{9BE67869-0405-4DE3-8D98-892FF60BB1C5}"/>
              </a:ext>
            </a:extLst>
          </p:cNvPr>
          <p:cNvSpPr/>
          <p:nvPr/>
        </p:nvSpPr>
        <p:spPr>
          <a:xfrm rot="7765248">
            <a:off x="975136" y="3320426"/>
            <a:ext cx="314006" cy="380863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959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これらはショートカットキーが用意されています。</a:t>
            </a:r>
            <a:endParaRPr lang="en-US" altLang="ja-JP" sz="2400" dirty="0"/>
          </a:p>
          <a:p>
            <a:r>
              <a:rPr lang="ja-JP" altLang="en-US" sz="2400" dirty="0"/>
              <a:t>慣れるとこちらの方が効率が良いです。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D093DFA-0C4C-4EAD-8989-6A085929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7"/>
            <a:ext cx="7422779" cy="417892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0806F1-FEB4-4669-BBEF-E1C8891EAC9E}"/>
              </a:ext>
            </a:extLst>
          </p:cNvPr>
          <p:cNvSpPr txBox="1"/>
          <p:nvPr/>
        </p:nvSpPr>
        <p:spPr>
          <a:xfrm>
            <a:off x="1050045" y="2633222"/>
            <a:ext cx="124906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200" b="1" dirty="0">
                <a:solidFill>
                  <a:srgbClr val="FF0000"/>
                </a:solidFill>
              </a:rPr>
              <a:t>W</a:t>
            </a:r>
            <a:r>
              <a:rPr lang="ja-JP" altLang="en-US" sz="1200" b="1" dirty="0">
                <a:solidFill>
                  <a:srgbClr val="FF0000"/>
                </a:solidFill>
              </a:rPr>
              <a:t>キー（移動）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510041C-749C-42FC-B876-EF44E38A8A93}"/>
              </a:ext>
            </a:extLst>
          </p:cNvPr>
          <p:cNvSpPr txBox="1"/>
          <p:nvPr/>
        </p:nvSpPr>
        <p:spPr>
          <a:xfrm>
            <a:off x="1050045" y="2911422"/>
            <a:ext cx="120738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200" b="1" dirty="0">
                <a:solidFill>
                  <a:srgbClr val="FF0000"/>
                </a:solidFill>
              </a:rPr>
              <a:t>E</a:t>
            </a:r>
            <a:r>
              <a:rPr lang="ja-JP" altLang="en-US" sz="1200" b="1" dirty="0">
                <a:solidFill>
                  <a:srgbClr val="FF0000"/>
                </a:solidFill>
              </a:rPr>
              <a:t>キー（回転）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1579236-E08E-4ED8-A5D5-5D6B6FE948BC}"/>
              </a:ext>
            </a:extLst>
          </p:cNvPr>
          <p:cNvSpPr txBox="1"/>
          <p:nvPr/>
        </p:nvSpPr>
        <p:spPr>
          <a:xfrm>
            <a:off x="1050045" y="3189622"/>
            <a:ext cx="15231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200" b="1" dirty="0">
                <a:solidFill>
                  <a:srgbClr val="FF0000"/>
                </a:solidFill>
              </a:rPr>
              <a:t>R</a:t>
            </a:r>
            <a:r>
              <a:rPr lang="ja-JP" altLang="en-US" sz="1200" b="1" dirty="0">
                <a:solidFill>
                  <a:srgbClr val="FF0000"/>
                </a:solidFill>
              </a:rPr>
              <a:t>キー（スケール）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95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オブジェクトをたくさん並べて、ステージを作りましょう。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6082112-5A88-4A91-8721-1C0AE263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23623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99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204</Words>
  <Application>Microsoft Office PowerPoint</Application>
  <PresentationFormat>ワイド画面</PresentationFormat>
  <Paragraphs>31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36</cp:revision>
  <dcterms:created xsi:type="dcterms:W3CDTF">2024-08-27T02:15:54Z</dcterms:created>
  <dcterms:modified xsi:type="dcterms:W3CDTF">2024-10-04T05:22:59Z</dcterms:modified>
</cp:coreProperties>
</file>