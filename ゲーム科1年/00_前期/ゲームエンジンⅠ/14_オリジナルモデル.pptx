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Blender</a:t>
            </a:r>
            <a:r>
              <a:rPr lang="ja-JP" altLang="en-US" sz="2400" dirty="0"/>
              <a:t>で作ったモデルを</a:t>
            </a:r>
            <a:r>
              <a:rPr lang="en-US" altLang="ja-JP" sz="2400" dirty="0"/>
              <a:t>Unity</a:t>
            </a:r>
            <a:r>
              <a:rPr lang="ja-JP" altLang="en-US" sz="2400" dirty="0"/>
              <a:t>に取り込みます。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BF2B4E6-80F3-4EB2-A918-1F337BE8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873164" cy="454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キャラクターを作成する場合は、足元を原点に置くと、</a:t>
            </a:r>
            <a:endParaRPr lang="en-US" altLang="ja-JP" sz="2400" dirty="0"/>
          </a:p>
          <a:p>
            <a:r>
              <a:rPr lang="ja-JP" altLang="en-US" sz="2400" dirty="0"/>
              <a:t>ゲームで使いやすいのでおススメです。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C0F2B6C-AEAC-4C66-A989-AF660929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413348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出力（保存）する前に、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オブジェクトの位置がずれていないか</a:t>
            </a:r>
            <a:r>
              <a:rPr lang="ja-JP" altLang="en-US" sz="2400" dirty="0"/>
              <a:t>確認します。</a:t>
            </a:r>
            <a:endParaRPr lang="en-US" altLang="ja-JP" sz="2400" dirty="0"/>
          </a:p>
          <a:p>
            <a:r>
              <a:rPr lang="ja-JP" altLang="en-US" sz="2400" dirty="0"/>
              <a:t>オブジェクトを選択して、座標、回転、拡縮が以下のようになっているか、</a:t>
            </a:r>
            <a:endParaRPr lang="en-US" altLang="ja-JP" sz="2400" dirty="0"/>
          </a:p>
          <a:p>
            <a:r>
              <a:rPr lang="ja-JP" altLang="en-US" sz="2400" dirty="0"/>
              <a:t>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64DAE7-3A52-4387-9ABE-A0335322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038899" cy="34009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900357E-D5A0-405E-A1C5-BC02FBCB4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10" y="2556458"/>
            <a:ext cx="3136752" cy="34009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6C65FB-8296-469D-BA57-6017B5EBF5AD}"/>
              </a:ext>
            </a:extLst>
          </p:cNvPr>
          <p:cNvSpPr txBox="1"/>
          <p:nvPr/>
        </p:nvSpPr>
        <p:spPr>
          <a:xfrm>
            <a:off x="455775" y="6097058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①オブジェクトを選択して</a:t>
            </a:r>
            <a:endParaRPr lang="en-US" altLang="ja-JP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3D34AF-0E7D-41C7-918C-88F6B6BFBF90}"/>
              </a:ext>
            </a:extLst>
          </p:cNvPr>
          <p:cNvSpPr txBox="1"/>
          <p:nvPr/>
        </p:nvSpPr>
        <p:spPr>
          <a:xfrm>
            <a:off x="5281048" y="6097058"/>
            <a:ext cx="2858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②こうなっていれば</a:t>
            </a:r>
            <a:r>
              <a:rPr lang="en-US" altLang="ja-JP" sz="2000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73078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もしもずれていたら、</a:t>
            </a:r>
            <a:r>
              <a:rPr lang="ja-JP" altLang="en-US" sz="2400" b="1" dirty="0">
                <a:solidFill>
                  <a:srgbClr val="FF0000"/>
                </a:solidFill>
              </a:rPr>
              <a:t>現状の見た目を基準</a:t>
            </a:r>
            <a:r>
              <a:rPr lang="ja-JP" altLang="en-US" sz="2400" dirty="0"/>
              <a:t>とする必要があります。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Object &gt; Apply &gt; All Transform</a:t>
            </a:r>
            <a:r>
              <a:rPr lang="ja-JP" altLang="en-US" sz="2400" dirty="0"/>
              <a:t>」を押すと、</a:t>
            </a:r>
            <a:endParaRPr lang="en-US" altLang="ja-JP" sz="2400" dirty="0"/>
          </a:p>
          <a:p>
            <a:r>
              <a:rPr lang="ja-JP" altLang="en-US" sz="2400" dirty="0"/>
              <a:t>現状の見た目を基準とすることができます。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16F010-9F46-48F0-8BD9-F41722D9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306695" cy="4105848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D3D7828D-31F4-4DCC-9F80-29F08A7F7730}"/>
              </a:ext>
            </a:extLst>
          </p:cNvPr>
          <p:cNvSpPr/>
          <p:nvPr/>
        </p:nvSpPr>
        <p:spPr>
          <a:xfrm rot="2558235">
            <a:off x="5939118" y="4091619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E2FAB94-E603-4915-A602-03DE0382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016" y="2556458"/>
            <a:ext cx="3136752" cy="3400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FB64671-49C2-4CAE-B1C0-4AF5F889A654}"/>
              </a:ext>
            </a:extLst>
          </p:cNvPr>
          <p:cNvSpPr txBox="1"/>
          <p:nvPr/>
        </p:nvSpPr>
        <p:spPr>
          <a:xfrm>
            <a:off x="8345113" y="609705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押すと上のようになります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8116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42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で３</a:t>
            </a:r>
            <a:r>
              <a:rPr lang="en-US" altLang="ja-JP" sz="2400" dirty="0"/>
              <a:t>D</a:t>
            </a:r>
            <a:r>
              <a:rPr lang="ja-JP" altLang="en-US" sz="2400" dirty="0"/>
              <a:t>モデルを使用するときは、</a:t>
            </a:r>
            <a:r>
              <a:rPr lang="en-US" altLang="ja-JP" sz="2400" b="1" dirty="0">
                <a:solidFill>
                  <a:srgbClr val="FF0000"/>
                </a:solidFill>
              </a:rPr>
              <a:t>FBX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File &gt; Export &gt; FBX</a:t>
            </a:r>
            <a:r>
              <a:rPr lang="ja-JP" altLang="en-US" sz="2400" dirty="0"/>
              <a:t>」から出力できます。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9DE264-2E73-4C49-BA8E-D51F89B24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930255" cy="4318620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D1984FB5-5404-4FD2-8C14-9F8154D6F6CE}"/>
              </a:ext>
            </a:extLst>
          </p:cNvPr>
          <p:cNvSpPr/>
          <p:nvPr/>
        </p:nvSpPr>
        <p:spPr>
          <a:xfrm rot="2558235">
            <a:off x="2864224" y="5543902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11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594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右側のメニューの「</a:t>
            </a:r>
            <a:r>
              <a:rPr lang="en-US" altLang="ja-JP" sz="2400" b="1" dirty="0">
                <a:solidFill>
                  <a:srgbClr val="FF0000"/>
                </a:solidFill>
              </a:rPr>
              <a:t>Path Mode</a:t>
            </a:r>
            <a:r>
              <a:rPr lang="ja-JP" altLang="en-US" sz="2400" dirty="0"/>
              <a:t>」を「</a:t>
            </a:r>
            <a:r>
              <a:rPr lang="en-US" altLang="ja-JP" sz="2400" b="1" dirty="0">
                <a:solidFill>
                  <a:srgbClr val="FF0000"/>
                </a:solidFill>
              </a:rPr>
              <a:t>Copy</a:t>
            </a:r>
            <a:r>
              <a:rPr lang="ja-JP" altLang="en-US" sz="2400" dirty="0"/>
              <a:t>」に、</a:t>
            </a:r>
            <a:endParaRPr lang="en-US" altLang="ja-JP" sz="2400" dirty="0"/>
          </a:p>
          <a:p>
            <a:r>
              <a:rPr lang="en-US" altLang="ja-JP" sz="2400" dirty="0"/>
              <a:t>Object Types</a:t>
            </a:r>
            <a:r>
              <a:rPr lang="ja-JP" altLang="en-US" sz="2400" dirty="0"/>
              <a:t>には「</a:t>
            </a:r>
            <a:r>
              <a:rPr lang="en-US" altLang="ja-JP" sz="2400" b="1" dirty="0">
                <a:solidFill>
                  <a:srgbClr val="FF0000"/>
                </a:solidFill>
              </a:rPr>
              <a:t>Armature</a:t>
            </a:r>
            <a:r>
              <a:rPr lang="ja-JP" altLang="en-US" sz="2400" dirty="0"/>
              <a:t>」と「</a:t>
            </a:r>
            <a:r>
              <a:rPr lang="en-US" altLang="ja-JP" sz="2400" b="1" dirty="0">
                <a:solidFill>
                  <a:srgbClr val="FF0000"/>
                </a:solidFill>
              </a:rPr>
              <a:t>Mesh</a:t>
            </a:r>
            <a:r>
              <a:rPr lang="ja-JP" altLang="en-US" sz="2400" dirty="0"/>
              <a:t>」が選択された状態にしましょう。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不要なデータを出力しないようにしています。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8B08842-D24E-4A33-A892-26B05580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2650787" cy="3880301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434F9996-75C0-42DB-871A-FA4087B823D0}"/>
              </a:ext>
            </a:extLst>
          </p:cNvPr>
          <p:cNvSpPr/>
          <p:nvPr/>
        </p:nvSpPr>
        <p:spPr>
          <a:xfrm rot="2558235">
            <a:off x="2144467" y="2782773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1FFFB7C7-6BCF-496C-A177-0E27D3E9AC8B}"/>
              </a:ext>
            </a:extLst>
          </p:cNvPr>
          <p:cNvSpPr/>
          <p:nvPr/>
        </p:nvSpPr>
        <p:spPr>
          <a:xfrm rot="2558235">
            <a:off x="2392210" y="5122562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63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00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Transform</a:t>
            </a:r>
            <a:r>
              <a:rPr lang="ja-JP" altLang="en-US" sz="2400" dirty="0"/>
              <a:t>メニューは以下のように設定しましょう。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AA69DF-3B69-4C8B-B659-BE4AD28A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75387" cy="391961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F741734-0F43-409E-9CD4-27795EFF3081}"/>
              </a:ext>
            </a:extLst>
          </p:cNvPr>
          <p:cNvSpPr txBox="1"/>
          <p:nvPr/>
        </p:nvSpPr>
        <p:spPr>
          <a:xfrm>
            <a:off x="4942929" y="2956119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①</a:t>
            </a:r>
            <a:r>
              <a:rPr lang="en-US" altLang="ja-JP" dirty="0">
                <a:solidFill>
                  <a:srgbClr val="FF0000"/>
                </a:solidFill>
              </a:rPr>
              <a:t>FBX Units Scale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AE4A56-7A9C-4DF2-B2C0-7E952CEAA45B}"/>
              </a:ext>
            </a:extLst>
          </p:cNvPr>
          <p:cNvSpPr txBox="1"/>
          <p:nvPr/>
        </p:nvSpPr>
        <p:spPr>
          <a:xfrm>
            <a:off x="4945951" y="3411070"/>
            <a:ext cx="37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②</a:t>
            </a:r>
            <a:r>
              <a:rPr lang="en-US" altLang="ja-JP" dirty="0">
                <a:solidFill>
                  <a:srgbClr val="FF0000"/>
                </a:solidFill>
              </a:rPr>
              <a:t>Y Forward</a:t>
            </a:r>
            <a:r>
              <a:rPr lang="ja-JP" altLang="en-US" dirty="0">
                <a:solidFill>
                  <a:srgbClr val="FF0000"/>
                </a:solidFill>
              </a:rPr>
              <a:t>（</a:t>
            </a:r>
            <a:r>
              <a:rPr lang="en-US" altLang="ja-JP" dirty="0">
                <a:solidFill>
                  <a:srgbClr val="FF0000"/>
                </a:solidFill>
              </a:rPr>
              <a:t>Y</a:t>
            </a:r>
            <a:r>
              <a:rPr lang="ja-JP" altLang="en-US" dirty="0">
                <a:solidFill>
                  <a:srgbClr val="FF0000"/>
                </a:solidFill>
              </a:rPr>
              <a:t>軸を前方に設定）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BC1292-7B0C-406D-9A87-C95F761FAEDD}"/>
              </a:ext>
            </a:extLst>
          </p:cNvPr>
          <p:cNvSpPr txBox="1"/>
          <p:nvPr/>
        </p:nvSpPr>
        <p:spPr>
          <a:xfrm>
            <a:off x="4945951" y="3866021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③</a:t>
            </a:r>
            <a:r>
              <a:rPr lang="en-US" altLang="ja-JP" dirty="0">
                <a:solidFill>
                  <a:srgbClr val="FF0000"/>
                </a:solidFill>
              </a:rPr>
              <a:t>Z Up</a:t>
            </a:r>
            <a:r>
              <a:rPr lang="ja-JP" altLang="en-US" dirty="0">
                <a:solidFill>
                  <a:srgbClr val="FF0000"/>
                </a:solidFill>
              </a:rPr>
              <a:t>（</a:t>
            </a:r>
            <a:r>
              <a:rPr lang="en-US" altLang="ja-JP" dirty="0">
                <a:solidFill>
                  <a:srgbClr val="FF0000"/>
                </a:solidFill>
              </a:rPr>
              <a:t>Z</a:t>
            </a:r>
            <a:r>
              <a:rPr lang="ja-JP" altLang="en-US" dirty="0">
                <a:solidFill>
                  <a:srgbClr val="FF0000"/>
                </a:solidFill>
              </a:rPr>
              <a:t>軸を上方に設定）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3166F3-8D83-471A-AAFC-2252DBF2619E}"/>
              </a:ext>
            </a:extLst>
          </p:cNvPr>
          <p:cNvSpPr txBox="1"/>
          <p:nvPr/>
        </p:nvSpPr>
        <p:spPr>
          <a:xfrm>
            <a:off x="567541" y="6026776"/>
            <a:ext cx="7132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Blender</a:t>
            </a:r>
            <a:r>
              <a:rPr lang="ja-JP" altLang="en-US" sz="2400" dirty="0"/>
              <a:t>の座標系に合わせた軸に設定しています。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3331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保存場所、ファイル名を指定して出力しましょう。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CC37AC-A3A7-4CC5-8DAF-01840EA39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292891" cy="454825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F41C3A-E71C-4011-BC74-A33D6D51724D}"/>
              </a:ext>
            </a:extLst>
          </p:cNvPr>
          <p:cNvSpPr txBox="1"/>
          <p:nvPr/>
        </p:nvSpPr>
        <p:spPr>
          <a:xfrm>
            <a:off x="3006101" y="1924641"/>
            <a:ext cx="141577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保存場所</a:t>
            </a:r>
            <a:endParaRPr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20FE77-B679-40BA-A317-DC0119CED144}"/>
              </a:ext>
            </a:extLst>
          </p:cNvPr>
          <p:cNvSpPr txBox="1"/>
          <p:nvPr/>
        </p:nvSpPr>
        <p:spPr>
          <a:xfrm>
            <a:off x="953183" y="5641571"/>
            <a:ext cx="172354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ファイル名</a:t>
            </a:r>
            <a:endParaRPr lang="en-US" altLang="ja-JP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2C10B46-8781-41AE-87C2-C3742BD948CE}"/>
              </a:ext>
            </a:extLst>
          </p:cNvPr>
          <p:cNvSpPr txBox="1"/>
          <p:nvPr/>
        </p:nvSpPr>
        <p:spPr>
          <a:xfrm>
            <a:off x="5023160" y="5686915"/>
            <a:ext cx="172354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出力ボタン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3249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36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に</a:t>
            </a:r>
            <a:r>
              <a:rPr lang="en-US" altLang="ja-JP" sz="2400" dirty="0"/>
              <a:t>FBX</a:t>
            </a:r>
            <a:r>
              <a:rPr lang="ja-JP" altLang="en-US" sz="2400" dirty="0"/>
              <a:t>をドラッグ＆ドロップすると、取り込むことができます。</a:t>
            </a:r>
            <a:endParaRPr lang="en-US" altLang="ja-JP" sz="2400" dirty="0"/>
          </a:p>
          <a:p>
            <a:r>
              <a:rPr lang="ja-JP" altLang="en-US" sz="2400" dirty="0"/>
              <a:t>テクスチャがある場合は画像ファイルも追加しましょう。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9DE3561-D97B-496B-866B-6202EB54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46638" cy="4428827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09A271A9-6C76-4DCB-AE24-23CCAE113FDD}"/>
              </a:ext>
            </a:extLst>
          </p:cNvPr>
          <p:cNvSpPr/>
          <p:nvPr/>
        </p:nvSpPr>
        <p:spPr>
          <a:xfrm rot="18972890">
            <a:off x="2729041" y="2550303"/>
            <a:ext cx="344715" cy="3930181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84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33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このままだと、</a:t>
            </a:r>
            <a:r>
              <a:rPr lang="ja-JP" altLang="en-US" sz="2400" b="1" dirty="0">
                <a:solidFill>
                  <a:srgbClr val="FF0000"/>
                </a:solidFill>
              </a:rPr>
              <a:t>前後が逆の状態</a:t>
            </a:r>
            <a:r>
              <a:rPr lang="ja-JP" altLang="en-US" sz="2400" dirty="0"/>
              <a:t>で取り込まれています。</a:t>
            </a:r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側の取り込んだモデルを選択して、設定を変えましょう。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EAD920A-5B3C-4A6B-8E20-68F6FBC99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91329" cy="418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0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6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Inspector</a:t>
            </a:r>
            <a:r>
              <a:rPr lang="ja-JP" altLang="en-US" sz="2400" dirty="0"/>
              <a:t>の</a:t>
            </a:r>
            <a:r>
              <a:rPr lang="en-US" altLang="ja-JP" sz="2400" dirty="0"/>
              <a:t>Model</a:t>
            </a:r>
            <a:r>
              <a:rPr lang="ja-JP" altLang="en-US" sz="2400" dirty="0"/>
              <a:t>メニューにある、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Bake Axis Conversion</a:t>
            </a:r>
            <a:r>
              <a:rPr lang="ja-JP" altLang="en-US" sz="2400" b="1" dirty="0">
                <a:solidFill>
                  <a:srgbClr val="FF0000"/>
                </a:solidFill>
              </a:rPr>
              <a:t>を</a:t>
            </a:r>
            <a:r>
              <a:rPr lang="en-US" altLang="ja-JP" sz="2400" b="1" dirty="0">
                <a:solidFill>
                  <a:srgbClr val="FF0000"/>
                </a:solidFill>
              </a:rPr>
              <a:t>ON</a:t>
            </a:r>
            <a:r>
              <a:rPr lang="ja-JP" altLang="en-US" sz="2400" dirty="0"/>
              <a:t>にしましょう。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56DB067-EABA-4AE1-B3B4-2F26351C0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67045"/>
            <a:ext cx="6421271" cy="3793096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96DC718B-D23B-4A70-A41E-3D07AC1C1E76}"/>
              </a:ext>
            </a:extLst>
          </p:cNvPr>
          <p:cNvSpPr/>
          <p:nvPr/>
        </p:nvSpPr>
        <p:spPr>
          <a:xfrm rot="2558235">
            <a:off x="2529249" y="4351596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15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67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Inspector</a:t>
            </a:r>
            <a:r>
              <a:rPr lang="ja-JP" altLang="en-US" sz="2400" dirty="0"/>
              <a:t>の</a:t>
            </a:r>
            <a:r>
              <a:rPr lang="en-US" altLang="ja-JP" sz="2400" dirty="0"/>
              <a:t>Model</a:t>
            </a:r>
            <a:r>
              <a:rPr lang="ja-JP" altLang="en-US" sz="2400" dirty="0"/>
              <a:t>メニューを下にスクロールすると、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Apply</a:t>
            </a:r>
            <a:r>
              <a:rPr lang="ja-JP" altLang="en-US" sz="2400" b="1" dirty="0">
                <a:solidFill>
                  <a:srgbClr val="FF0000"/>
                </a:solidFill>
              </a:rPr>
              <a:t>ボタン</a:t>
            </a:r>
            <a:r>
              <a:rPr lang="ja-JP" altLang="en-US" sz="2400" dirty="0"/>
              <a:t>があるので押しましょう。これで正しい向きに変換されます。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14E63E5-118F-4924-9BC5-BBFF69D35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69409"/>
            <a:ext cx="3995493" cy="4196638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D0260868-F812-4D5D-B508-8C9AFB94B34F}"/>
              </a:ext>
            </a:extLst>
          </p:cNvPr>
          <p:cNvSpPr/>
          <p:nvPr/>
        </p:nvSpPr>
        <p:spPr>
          <a:xfrm rot="2558235">
            <a:off x="4470479" y="5785949"/>
            <a:ext cx="313765" cy="39073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71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オリジナルモデル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238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ドラッグ＆ドロップでシーンに配置できます。</a:t>
            </a:r>
            <a:endParaRPr lang="en-US" altLang="ja-JP" sz="2400" dirty="0"/>
          </a:p>
          <a:p>
            <a:r>
              <a:rPr lang="ja-JP" altLang="en-US" sz="2400" dirty="0"/>
              <a:t>これで自作の３</a:t>
            </a:r>
            <a:r>
              <a:rPr lang="en-US" altLang="ja-JP" sz="2400" dirty="0"/>
              <a:t>D</a:t>
            </a:r>
            <a:r>
              <a:rPr lang="ja-JP" altLang="en-US" sz="2400" dirty="0"/>
              <a:t>モデルをゲームで使用することができます。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EA7FC8F-782D-4CBF-885D-0BEBDF62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73164" cy="454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49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392</Words>
  <Application>Microsoft Office PowerPoint</Application>
  <PresentationFormat>ワイド画面</PresentationFormat>
  <Paragraphs>49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92</cp:revision>
  <dcterms:created xsi:type="dcterms:W3CDTF">2024-08-27T02:15:54Z</dcterms:created>
  <dcterms:modified xsi:type="dcterms:W3CDTF">2024-10-02T02:00:17Z</dcterms:modified>
</cp:coreProperties>
</file>