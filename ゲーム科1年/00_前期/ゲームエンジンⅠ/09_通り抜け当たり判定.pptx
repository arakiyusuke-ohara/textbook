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ゲームを作っていると、通り抜けられる当たり判定が必要になることが、</a:t>
            </a:r>
            <a:endParaRPr kumimoji="1" lang="en-US" altLang="ja-JP" sz="2400" dirty="0"/>
          </a:p>
          <a:p>
            <a:r>
              <a:rPr lang="ja-JP" altLang="en-US" sz="2400" dirty="0"/>
              <a:t>多々あります。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・ゲートをくぐったか判定したい</a:t>
            </a:r>
            <a:endParaRPr kumimoji="1" lang="en-US" altLang="ja-JP" sz="2400" dirty="0"/>
          </a:p>
          <a:p>
            <a:r>
              <a:rPr lang="ja-JP" altLang="en-US" sz="2400" dirty="0"/>
              <a:t>・所定の位置に行ったらイベントが発生する</a:t>
            </a:r>
            <a:endParaRPr lang="en-US" altLang="ja-JP" sz="2400" dirty="0"/>
          </a:p>
          <a:p>
            <a:r>
              <a:rPr kumimoji="1" lang="ja-JP" altLang="en-US" sz="2400" dirty="0"/>
              <a:t>・所定の位置に行ったらギミックが動き出す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主にこの場所を通ったら何かしたい、みたいなときに必要です。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41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適当に</a:t>
            </a:r>
            <a:r>
              <a:rPr kumimoji="1" lang="en-US" altLang="ja-JP" sz="2400" dirty="0"/>
              <a:t>Cube</a:t>
            </a:r>
            <a:r>
              <a:rPr kumimoji="1" lang="ja-JP" altLang="en-US" sz="2400" dirty="0"/>
              <a:t>を組み合わせて、くぐれそうなゲートを作りましょう。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578D7B5-46A9-4561-B712-FA34B62D0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877985" cy="396416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38B21C-0341-40DE-A791-FD626C2B902D}"/>
              </a:ext>
            </a:extLst>
          </p:cNvPr>
          <p:cNvSpPr txBox="1"/>
          <p:nvPr/>
        </p:nvSpPr>
        <p:spPr>
          <a:xfrm>
            <a:off x="567541" y="5921658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このゲートをくぐったときにコンソールに文字を出してみます。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3410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くぐる判定を最も簡単に実装する方法は、</a:t>
            </a:r>
            <a:endParaRPr lang="en-US" altLang="ja-JP" sz="2400" dirty="0"/>
          </a:p>
          <a:p>
            <a:r>
              <a:rPr lang="ja-JP" altLang="en-US" sz="2400" dirty="0"/>
              <a:t>当たり判定をゲートの内側に設置する方法です。</a:t>
            </a:r>
            <a:endParaRPr lang="en-US" altLang="ja-JP" sz="2400" dirty="0"/>
          </a:p>
          <a:p>
            <a:r>
              <a:rPr kumimoji="1" lang="ja-JP" altLang="en-US" sz="2400" dirty="0"/>
              <a:t>その判定に当たったら「くぐった」と判定します。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まずはヒエラルキーから空のオブジェクトを追加しましょう。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D74FCB6-21D2-4800-84FD-CD416D1D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3295121"/>
            <a:ext cx="2169738" cy="3070925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9FA98DFA-5CFF-42C9-87C2-AE1D15867E57}"/>
              </a:ext>
            </a:extLst>
          </p:cNvPr>
          <p:cNvSpPr/>
          <p:nvPr/>
        </p:nvSpPr>
        <p:spPr>
          <a:xfrm rot="13947375">
            <a:off x="1611138" y="6073667"/>
            <a:ext cx="566510" cy="412376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5F7364-EFE1-4189-8591-DBB65D43C109}"/>
              </a:ext>
            </a:extLst>
          </p:cNvPr>
          <p:cNvSpPr txBox="1"/>
          <p:nvPr/>
        </p:nvSpPr>
        <p:spPr>
          <a:xfrm>
            <a:off x="2737281" y="6036402"/>
            <a:ext cx="6673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オブジェクト名は「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Through</a:t>
            </a:r>
            <a:r>
              <a:rPr kumimoji="1" lang="ja-JP" altLang="en-US" sz="2400" dirty="0"/>
              <a:t>」にしましょう。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2384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72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Through</a:t>
            </a:r>
            <a:r>
              <a:rPr lang="ja-JP" altLang="en-US" sz="2400" dirty="0"/>
              <a:t>を選択して</a:t>
            </a:r>
            <a:r>
              <a:rPr lang="en-US" altLang="ja-JP" sz="2400" b="1" dirty="0">
                <a:solidFill>
                  <a:srgbClr val="FF0000"/>
                </a:solidFill>
              </a:rPr>
              <a:t>Box Collider</a:t>
            </a:r>
            <a:r>
              <a:rPr lang="ja-JP" altLang="en-US" sz="2400" dirty="0"/>
              <a:t>を付与します。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46F6538-871C-4AAA-B31C-A4C04DB3B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473648" cy="44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2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4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Box Collider</a:t>
            </a:r>
            <a:r>
              <a:rPr lang="ja-JP" altLang="en-US" sz="2400" dirty="0"/>
              <a:t>の骨組みが見えるようになっているので、</a:t>
            </a:r>
            <a:endParaRPr lang="en-US" altLang="ja-JP" sz="2400" dirty="0"/>
          </a:p>
          <a:p>
            <a:r>
              <a:rPr kumimoji="1" lang="ja-JP" altLang="en-US" sz="2400" dirty="0"/>
              <a:t>なるべくゲートの中央に移動させましょう。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0FC6BE-DC13-4975-8074-A2E55C34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53453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2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691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Box Collider</a:t>
            </a:r>
            <a:r>
              <a:rPr lang="ja-JP" altLang="en-US" sz="2400" dirty="0"/>
              <a:t>の</a:t>
            </a:r>
            <a:r>
              <a:rPr lang="en-US" altLang="ja-JP" sz="2400" dirty="0"/>
              <a:t>Edit Collider</a:t>
            </a:r>
            <a:r>
              <a:rPr lang="ja-JP" altLang="en-US" sz="2400" dirty="0"/>
              <a:t>ボタンを押して、</a:t>
            </a:r>
            <a:endParaRPr lang="en-US" altLang="ja-JP" sz="2400" dirty="0"/>
          </a:p>
          <a:p>
            <a:r>
              <a:rPr kumimoji="1" lang="ja-JP" altLang="en-US" sz="2400" dirty="0"/>
              <a:t>ゲートを埋めるように</a:t>
            </a:r>
            <a:r>
              <a:rPr kumimoji="1" lang="en-US" altLang="ja-JP" sz="2400" dirty="0"/>
              <a:t>Box</a:t>
            </a:r>
            <a:r>
              <a:rPr lang="ja-JP" altLang="en-US" sz="2400" dirty="0"/>
              <a:t> </a:t>
            </a:r>
            <a:r>
              <a:rPr lang="en-US" altLang="ja-JP" sz="2400" dirty="0"/>
              <a:t>Collider</a:t>
            </a:r>
            <a:r>
              <a:rPr lang="ja-JP" altLang="en-US" sz="2400" dirty="0"/>
              <a:t>の大きさを調整しましょう。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D1BBA32-6465-433F-90C1-82811083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2823685" cy="327238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97C9AD7-953D-46EC-94A7-ED735AFB3494}"/>
              </a:ext>
            </a:extLst>
          </p:cNvPr>
          <p:cNvGrpSpPr/>
          <p:nvPr/>
        </p:nvGrpSpPr>
        <p:grpSpPr>
          <a:xfrm>
            <a:off x="567542" y="5560959"/>
            <a:ext cx="7879080" cy="518575"/>
            <a:chOff x="567542" y="5560959"/>
            <a:chExt cx="7879080" cy="518575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20638AE-9F18-47E5-B85A-80A21C0EDCF8}"/>
                </a:ext>
              </a:extLst>
            </p:cNvPr>
            <p:cNvSpPr txBox="1"/>
            <p:nvPr/>
          </p:nvSpPr>
          <p:spPr>
            <a:xfrm>
              <a:off x="567542" y="5599208"/>
              <a:ext cx="78790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画面右上の</a:t>
              </a:r>
              <a:r>
                <a:rPr lang="ja-JP" altLang="en-US" sz="2400" b="1" dirty="0">
                  <a:solidFill>
                    <a:srgbClr val="FF0000"/>
                  </a:solidFill>
                </a:rPr>
                <a:t>ギズモ</a:t>
              </a:r>
              <a:r>
                <a:rPr lang="ja-JP" altLang="en-US" sz="2400" dirty="0"/>
                <a:t>　　を使うときれいに設定できます。</a:t>
              </a:r>
              <a:endParaRPr kumimoji="1" lang="en-US" altLang="ja-JP" sz="2400" dirty="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ECE30413-8E4A-44C0-9076-82EE8B0B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2743" y="5560959"/>
              <a:ext cx="496968" cy="518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408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 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668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前回の衝突処理の授業を思い出しながら、</a:t>
            </a:r>
            <a:endParaRPr lang="en-US" altLang="ja-JP" sz="2400" dirty="0"/>
          </a:p>
          <a:p>
            <a:r>
              <a:rPr kumimoji="1" lang="en-US" altLang="ja-JP" sz="2400" dirty="0"/>
              <a:t>Gate</a:t>
            </a:r>
            <a:r>
              <a:rPr kumimoji="1" lang="ja-JP" altLang="en-US" sz="2400" dirty="0"/>
              <a:t>というタグを追加して、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Trough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オブジェクトに設定</a:t>
            </a:r>
            <a:r>
              <a:rPr kumimoji="1" lang="ja-JP" altLang="en-US" sz="2400" dirty="0"/>
              <a:t>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EFB69E7-DD2B-45AE-8A55-E76B3FD22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237558" cy="15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97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56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これでゲート通過を判定する</a:t>
            </a:r>
            <a:r>
              <a:rPr lang="en-US" altLang="ja-JP" sz="2400" dirty="0"/>
              <a:t>Collider</a:t>
            </a:r>
            <a:r>
              <a:rPr lang="ja-JP" altLang="en-US" sz="2400" dirty="0"/>
              <a:t>は用意できました。</a:t>
            </a:r>
            <a:endParaRPr lang="en-US" altLang="ja-JP" sz="2400" dirty="0"/>
          </a:p>
          <a:p>
            <a:r>
              <a:rPr kumimoji="1" lang="ja-JP" altLang="en-US" sz="2400" dirty="0"/>
              <a:t>ただしこのままだと</a:t>
            </a:r>
            <a:r>
              <a:rPr kumimoji="1" lang="en-US" altLang="ja-JP" sz="2400" dirty="0"/>
              <a:t>Collider</a:t>
            </a:r>
            <a:r>
              <a:rPr kumimoji="1" lang="ja-JP" altLang="en-US" sz="2400" dirty="0"/>
              <a:t>と衝突して通り抜けられません。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C859972-FAC0-4DBB-8E35-9008452B4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4037885" cy="381922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429B26-D5ED-45E7-80C5-45E200983E40}"/>
              </a:ext>
            </a:extLst>
          </p:cNvPr>
          <p:cNvSpPr txBox="1"/>
          <p:nvPr/>
        </p:nvSpPr>
        <p:spPr>
          <a:xfrm>
            <a:off x="1679165" y="3938846"/>
            <a:ext cx="203132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通れない。。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5157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このように当たり判定は取りたいけど通り抜けたい場合は、</a:t>
            </a:r>
            <a:endParaRPr lang="en-US" altLang="ja-JP" sz="2400" dirty="0"/>
          </a:p>
          <a:p>
            <a:r>
              <a:rPr kumimoji="1" lang="en-US" altLang="ja-JP" sz="2400" dirty="0"/>
              <a:t>Collider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Is Trigger</a:t>
            </a:r>
            <a:r>
              <a:rPr kumimoji="1" lang="ja-JP" altLang="en-US" sz="2400" dirty="0"/>
              <a:t>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ja-JP" altLang="en-US" sz="2400" dirty="0"/>
              <a:t>これで通り抜けられるようになるはずです。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15DA36-1252-434B-A8E2-7F076814D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4989828" cy="3960883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8CB09650-D113-48EA-9D9B-84ED83FEEED4}"/>
              </a:ext>
            </a:extLst>
          </p:cNvPr>
          <p:cNvSpPr/>
          <p:nvPr/>
        </p:nvSpPr>
        <p:spPr>
          <a:xfrm rot="13947375">
            <a:off x="2642078" y="5239950"/>
            <a:ext cx="566510" cy="412376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02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1305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最も注意しなければいけないことは、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Is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Trigger</a:t>
            </a:r>
            <a:r>
              <a:rPr lang="ja-JP" altLang="en-US" sz="2400" b="1" dirty="0">
                <a:solidFill>
                  <a:srgbClr val="FF0000"/>
                </a:solidFill>
              </a:rPr>
              <a:t>が</a:t>
            </a:r>
            <a:r>
              <a:rPr lang="en-US" altLang="ja-JP" sz="2400" b="1" dirty="0">
                <a:solidFill>
                  <a:srgbClr val="FF0000"/>
                </a:solidFill>
              </a:rPr>
              <a:t>On</a:t>
            </a:r>
            <a:r>
              <a:rPr lang="ja-JP" altLang="en-US" sz="2400" b="1" dirty="0">
                <a:solidFill>
                  <a:srgbClr val="FF0000"/>
                </a:solidFill>
              </a:rPr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Collider</a:t>
            </a:r>
            <a:r>
              <a:rPr lang="ja-JP" altLang="en-US" sz="2400" b="1" dirty="0">
                <a:solidFill>
                  <a:srgbClr val="FF0000"/>
                </a:solidFill>
              </a:rPr>
              <a:t>との衝突処理は、使用する関数が変わります。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前回は</a:t>
            </a:r>
            <a:r>
              <a:rPr lang="en-US" altLang="ja-JP" sz="2400" dirty="0" err="1"/>
              <a:t>OnCollision</a:t>
            </a:r>
            <a:r>
              <a:rPr lang="ja-JP" altLang="en-US" sz="2400" dirty="0"/>
              <a:t>〇〇関数を使用しましたが、</a:t>
            </a:r>
            <a:endParaRPr lang="en-US" altLang="ja-JP" sz="2400" dirty="0"/>
          </a:p>
          <a:p>
            <a:r>
              <a:rPr lang="ja-JP" altLang="en-US" sz="2400" dirty="0"/>
              <a:t>通り抜けの場合は</a:t>
            </a:r>
            <a:r>
              <a:rPr lang="en-US" altLang="ja-JP" sz="2400" b="1" dirty="0" err="1">
                <a:solidFill>
                  <a:srgbClr val="FF0000"/>
                </a:solidFill>
              </a:rPr>
              <a:t>OnTrigger</a:t>
            </a:r>
            <a:r>
              <a:rPr lang="ja-JP" altLang="en-US" sz="2400" b="1" dirty="0">
                <a:solidFill>
                  <a:srgbClr val="FF0000"/>
                </a:solidFill>
              </a:rPr>
              <a:t>〇〇関数</a:t>
            </a:r>
            <a:r>
              <a:rPr lang="ja-JP" altLang="en-US" sz="2400" dirty="0"/>
              <a:t>を使用しないと処理ができません。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43C3B4B-2C0A-4622-B33A-360FA2C33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3295121"/>
            <a:ext cx="6618806" cy="307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2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通り抜けたときに「くぐった！！」とでれば完成です。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43A730A-39E9-48D3-9DF2-0640F9A19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4548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80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以下の手順をたどって、ゲートを通り抜けるたびに得点が入るようにしましょう。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■手順</a:t>
            </a:r>
            <a:endParaRPr lang="en-US" altLang="ja-JP" sz="2400" dirty="0"/>
          </a:p>
          <a:p>
            <a:r>
              <a:rPr lang="ja-JP" altLang="en-US" sz="2400" dirty="0"/>
              <a:t>１．</a:t>
            </a:r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に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b="1" dirty="0">
                <a:solidFill>
                  <a:srgbClr val="0070C0"/>
                </a:solidFill>
              </a:rPr>
              <a:t>型メンバ変数</a:t>
            </a:r>
            <a:r>
              <a:rPr lang="en-US" altLang="ja-JP" sz="2400" b="1" dirty="0" err="1">
                <a:solidFill>
                  <a:srgbClr val="0070C0"/>
                </a:solidFill>
              </a:rPr>
              <a:t>m_Score</a:t>
            </a:r>
            <a:r>
              <a:rPr lang="ja-JP" altLang="en-US" sz="2400" dirty="0"/>
              <a:t>を</a:t>
            </a:r>
            <a:r>
              <a:rPr lang="en-US" altLang="ja-JP" sz="2400" b="1" dirty="0">
                <a:solidFill>
                  <a:srgbClr val="0070C0"/>
                </a:solidFill>
              </a:rPr>
              <a:t>private</a:t>
            </a:r>
            <a:r>
              <a:rPr lang="ja-JP" altLang="en-US" sz="2400" dirty="0"/>
              <a:t>で追加する</a:t>
            </a:r>
            <a:endParaRPr lang="en-US" altLang="ja-JP" sz="2400" dirty="0"/>
          </a:p>
          <a:p>
            <a:r>
              <a:rPr lang="ja-JP" altLang="en-US" sz="2400" dirty="0"/>
              <a:t>２．</a:t>
            </a:r>
            <a:r>
              <a:rPr lang="en-US" altLang="ja-JP" sz="2400" dirty="0"/>
              <a:t>Init</a:t>
            </a:r>
            <a:r>
              <a:rPr lang="ja-JP" altLang="en-US" sz="2400" dirty="0"/>
              <a:t>関数で</a:t>
            </a:r>
            <a:r>
              <a:rPr lang="en-US" altLang="ja-JP" sz="2400" dirty="0" err="1"/>
              <a:t>m_Score</a:t>
            </a:r>
            <a:r>
              <a:rPr lang="ja-JP" altLang="en-US" sz="2400" dirty="0"/>
              <a:t>を</a:t>
            </a:r>
            <a:r>
              <a:rPr lang="en-US" altLang="ja-JP" sz="2400" dirty="0"/>
              <a:t>0</a:t>
            </a:r>
            <a:r>
              <a:rPr lang="ja-JP" altLang="en-US" sz="2400" dirty="0"/>
              <a:t>で初期化する</a:t>
            </a:r>
            <a:endParaRPr lang="en-US" altLang="ja-JP" sz="2400" dirty="0"/>
          </a:p>
          <a:p>
            <a:r>
              <a:rPr lang="ja-JP" altLang="en-US" sz="2400" dirty="0"/>
              <a:t>３．通り抜けたタイミングで</a:t>
            </a:r>
            <a:r>
              <a:rPr lang="en-US" altLang="ja-JP" sz="2400" dirty="0" err="1"/>
              <a:t>m_Score</a:t>
            </a:r>
            <a:r>
              <a:rPr lang="ja-JP" altLang="en-US" sz="2400" dirty="0"/>
              <a:t>を</a:t>
            </a:r>
            <a:r>
              <a:rPr lang="en-US" altLang="ja-JP" sz="2400" dirty="0"/>
              <a:t>10</a:t>
            </a:r>
            <a:r>
              <a:rPr lang="ja-JP" altLang="en-US" sz="2400" dirty="0"/>
              <a:t>加算する</a:t>
            </a:r>
            <a:endParaRPr lang="en-US" altLang="ja-JP" sz="2400" dirty="0"/>
          </a:p>
          <a:p>
            <a:r>
              <a:rPr lang="ja-JP" altLang="en-US" sz="2400" dirty="0"/>
              <a:t>４．加算後にコンソールに今何点かを表示する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9E5C2E0-573C-4E93-9BAC-7048B8BC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4033785"/>
            <a:ext cx="3467584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30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通り抜け当たり判定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わからない言葉や処理はネットで調べたり質問したりしよう。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・メンバ変数ってなに？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private</a:t>
            </a:r>
            <a:r>
              <a:rPr lang="ja-JP" altLang="en-US" sz="2400" dirty="0"/>
              <a:t>ってそもそもなに？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m_Score</a:t>
            </a:r>
            <a:r>
              <a:rPr lang="ja-JP" altLang="en-US" sz="2400" dirty="0"/>
              <a:t>の数値ってどうやって表示する？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9994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504</Words>
  <Application>Microsoft Office PowerPoint</Application>
  <PresentationFormat>ワイド画面</PresentationFormat>
  <Paragraphs>63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58</cp:revision>
  <dcterms:created xsi:type="dcterms:W3CDTF">2024-08-27T02:15:54Z</dcterms:created>
  <dcterms:modified xsi:type="dcterms:W3CDTF">2024-10-04T05:38:22Z</dcterms:modified>
</cp:coreProperties>
</file>