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アニメーション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3D</a:t>
            </a:r>
            <a:r>
              <a:rPr lang="ja-JP" altLang="en-US" sz="2400" dirty="0"/>
              <a:t>モデルには、</a:t>
            </a:r>
            <a:endParaRPr lang="en-US" altLang="ja-JP" sz="2400" dirty="0"/>
          </a:p>
          <a:p>
            <a:r>
              <a:rPr lang="ja-JP" altLang="en-US" sz="2400" dirty="0"/>
              <a:t>待機、歩行、ジャンプなどに対応した</a:t>
            </a:r>
            <a:r>
              <a:rPr lang="ja-JP" altLang="en-US" sz="2400" b="1" dirty="0">
                <a:solidFill>
                  <a:srgbClr val="FF0000"/>
                </a:solidFill>
              </a:rPr>
              <a:t>アニメーション</a:t>
            </a:r>
            <a:r>
              <a:rPr lang="ja-JP" altLang="en-US" sz="2400" dirty="0"/>
              <a:t>が存在します。</a:t>
            </a:r>
            <a:endParaRPr lang="en-US" altLang="ja-JP" sz="2400" dirty="0"/>
          </a:p>
          <a:p>
            <a:r>
              <a:rPr lang="ja-JP" altLang="en-US" sz="2400" dirty="0"/>
              <a:t>（アニメーション自体は</a:t>
            </a:r>
            <a:r>
              <a:rPr lang="en-US" altLang="ja-JP" sz="2400" dirty="0"/>
              <a:t>Blender</a:t>
            </a:r>
            <a:r>
              <a:rPr lang="ja-JP" altLang="en-US" sz="2400" dirty="0"/>
              <a:t>で作ります）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ここでは</a:t>
            </a:r>
            <a:r>
              <a:rPr lang="en-US" altLang="ja-JP" sz="2400" dirty="0"/>
              <a:t>Unity</a:t>
            </a:r>
            <a:r>
              <a:rPr lang="ja-JP" altLang="en-US" sz="2400" dirty="0"/>
              <a:t>側でアニメーションを組み込む練習をします。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67546E5-FBFA-4078-87DF-0EEDF0428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3308094"/>
            <a:ext cx="5239481" cy="305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アニメーション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99531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Blender</a:t>
            </a:r>
            <a:r>
              <a:rPr lang="ja-JP" altLang="en-US" sz="2400" dirty="0"/>
              <a:t>で作成したモデルにアニメーションがあった場合、</a:t>
            </a:r>
            <a:endParaRPr lang="en-US" altLang="ja-JP" sz="2400" dirty="0"/>
          </a:p>
          <a:p>
            <a:r>
              <a:rPr lang="en-US" altLang="ja-JP" sz="2400" dirty="0"/>
              <a:t>Unity</a:t>
            </a:r>
            <a:r>
              <a:rPr lang="ja-JP" altLang="en-US" sz="2400" dirty="0"/>
              <a:t>に取り込んだ際に</a:t>
            </a:r>
            <a:r>
              <a:rPr lang="ja-JP" altLang="en-US" sz="2400" b="1" dirty="0">
                <a:solidFill>
                  <a:srgbClr val="FF0000"/>
                </a:solidFill>
              </a:rPr>
              <a:t>アニメーションデータも自動で取り込み</a:t>
            </a:r>
            <a:r>
              <a:rPr lang="ja-JP" altLang="en-US" sz="2400" dirty="0"/>
              <a:t>ます。</a:t>
            </a:r>
            <a:endParaRPr lang="en-US" altLang="ja-JP" sz="2400" dirty="0"/>
          </a:p>
          <a:p>
            <a:r>
              <a:rPr lang="en-US" altLang="ja-JP" sz="2400" dirty="0" err="1"/>
              <a:t>CubeRobot</a:t>
            </a:r>
            <a:r>
              <a:rPr lang="ja-JP" altLang="en-US" sz="2400" dirty="0"/>
              <a:t>データに▲のアイコンがついているのでクリックしてみましょう。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58F3660-5FAB-43BD-82E3-CAC4432FA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5627070" cy="3878116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590A15D6-1717-4D99-B969-44AE78824F78}"/>
              </a:ext>
            </a:extLst>
          </p:cNvPr>
          <p:cNvSpPr/>
          <p:nvPr/>
        </p:nvSpPr>
        <p:spPr>
          <a:xfrm rot="8039001">
            <a:off x="4948516" y="3783105"/>
            <a:ext cx="430305" cy="30480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3127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アニメーション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色々なデータが表示されますが、</a:t>
            </a:r>
            <a:endParaRPr lang="en-US" altLang="ja-JP" sz="2400" dirty="0"/>
          </a:p>
          <a:p>
            <a:r>
              <a:rPr lang="ja-JP" altLang="en-US" sz="2400" dirty="0"/>
              <a:t>水色の三角形のデータがアニメーションデータになります。</a:t>
            </a:r>
            <a:endParaRPr lang="en-US" altLang="ja-JP" sz="2400" dirty="0"/>
          </a:p>
          <a:p>
            <a:r>
              <a:rPr lang="ja-JP" altLang="en-US" sz="2400" dirty="0"/>
              <a:t>これを歩行やジャンプに合わせて使い分けるように実装します。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CE3A6AD-9C09-4E24-BAC1-C9ADDEC49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10853493" cy="216562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076E944-6B28-4C28-B9FA-940BF21BEBE3}"/>
              </a:ext>
            </a:extLst>
          </p:cNvPr>
          <p:cNvSpPr/>
          <p:nvPr/>
        </p:nvSpPr>
        <p:spPr>
          <a:xfrm>
            <a:off x="5611906" y="3067708"/>
            <a:ext cx="5880847" cy="8309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41FA33E-67C6-4C25-8D6B-3641526CA4C9}"/>
              </a:ext>
            </a:extLst>
          </p:cNvPr>
          <p:cNvSpPr txBox="1"/>
          <p:nvPr/>
        </p:nvSpPr>
        <p:spPr>
          <a:xfrm>
            <a:off x="567542" y="4861781"/>
            <a:ext cx="74334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名前が</a:t>
            </a:r>
            <a:r>
              <a:rPr lang="en-US" altLang="ja-JP" sz="2400" b="1" dirty="0">
                <a:solidFill>
                  <a:srgbClr val="FF0000"/>
                </a:solidFill>
              </a:rPr>
              <a:t>Armature</a:t>
            </a:r>
            <a:r>
              <a:rPr lang="ja-JP" altLang="en-US" sz="2400" b="1" dirty="0">
                <a:solidFill>
                  <a:srgbClr val="FF0000"/>
                </a:solidFill>
              </a:rPr>
              <a:t>で始まっているデータ使いません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　なぜ取り込まれるかは不明。。（</a:t>
            </a:r>
            <a:r>
              <a:rPr lang="en-US" altLang="ja-JP" sz="2400" dirty="0"/>
              <a:t>Unity</a:t>
            </a:r>
            <a:r>
              <a:rPr lang="ja-JP" altLang="en-US" sz="2400" dirty="0"/>
              <a:t>のバグ？）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111392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アニメーション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9835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アニメーションの実装には</a:t>
            </a:r>
            <a:r>
              <a:rPr lang="en-US" altLang="ja-JP" sz="2400" b="1" dirty="0">
                <a:solidFill>
                  <a:srgbClr val="FF0000"/>
                </a:solidFill>
              </a:rPr>
              <a:t>Animator Controller</a:t>
            </a:r>
            <a:r>
              <a:rPr lang="ja-JP" altLang="en-US" sz="2400" dirty="0"/>
              <a:t>を使用します。</a:t>
            </a:r>
            <a:endParaRPr lang="en-US" altLang="ja-JP" sz="2400" dirty="0"/>
          </a:p>
          <a:p>
            <a:r>
              <a:rPr lang="ja-JP" altLang="en-US" sz="2400" dirty="0"/>
              <a:t>右クリックの</a:t>
            </a:r>
            <a:r>
              <a:rPr lang="en-US" altLang="ja-JP" sz="2400" dirty="0"/>
              <a:t>Create</a:t>
            </a:r>
            <a:r>
              <a:rPr lang="ja-JP" altLang="en-US" sz="2400" dirty="0"/>
              <a:t>から追加できます。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88F91C9-6C7D-4CBE-B258-21857089A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7"/>
            <a:ext cx="5402191" cy="4178920"/>
          </a:xfrm>
          <a:prstGeom prst="rect">
            <a:avLst/>
          </a:prstGeom>
        </p:spPr>
      </p:pic>
      <p:sp>
        <p:nvSpPr>
          <p:cNvPr id="10" name="矢印: 右 9">
            <a:extLst>
              <a:ext uri="{FF2B5EF4-FFF2-40B4-BE49-F238E27FC236}">
                <a16:creationId xmlns:a16="http://schemas.microsoft.com/office/drawing/2014/main" id="{9678CF90-EA48-46F8-A85A-CA8EE57126B1}"/>
              </a:ext>
            </a:extLst>
          </p:cNvPr>
          <p:cNvSpPr/>
          <p:nvPr/>
        </p:nvSpPr>
        <p:spPr>
          <a:xfrm rot="8039001">
            <a:off x="4844163" y="5342964"/>
            <a:ext cx="430305" cy="30480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45FDA91B-D7A0-48DF-8297-1592FC64A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269" y="2187126"/>
            <a:ext cx="4239217" cy="1629002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516F9A5-5065-4D39-ADD2-ABFEF557F05B}"/>
              </a:ext>
            </a:extLst>
          </p:cNvPr>
          <p:cNvSpPr txBox="1"/>
          <p:nvPr/>
        </p:nvSpPr>
        <p:spPr>
          <a:xfrm>
            <a:off x="6096000" y="3955828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名前はモデルに合わせておきましょう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76691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アニメーション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ダブルクリックして開くとグラフが表示されます。</a:t>
            </a:r>
            <a:endParaRPr lang="en-US" altLang="ja-JP" sz="2400" dirty="0"/>
          </a:p>
          <a:p>
            <a:r>
              <a:rPr lang="ja-JP" altLang="en-US" sz="2400" dirty="0"/>
              <a:t>ここにアニメーションの切り替えを書き込んでいきます。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C630FA4-56C5-4C15-B028-2AB91A574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8342670" cy="417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181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アニメーション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577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アニメーションデータをグラフにドラッグ＆ドロップすると、</a:t>
            </a:r>
            <a:endParaRPr lang="en-US" altLang="ja-JP" sz="2400" dirty="0"/>
          </a:p>
          <a:p>
            <a:r>
              <a:rPr lang="ja-JP" altLang="en-US" sz="2400" dirty="0"/>
              <a:t>グラフに追加できます。</a:t>
            </a:r>
            <a:r>
              <a:rPr lang="en-US" altLang="ja-JP" sz="2400" dirty="0"/>
              <a:t>Wait</a:t>
            </a:r>
            <a:r>
              <a:rPr lang="ja-JP" altLang="en-US" sz="2400" dirty="0"/>
              <a:t>アニメーションを追加してみましょう。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7E3BED0-E0CE-4F40-82D5-B2E419013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7"/>
            <a:ext cx="4483291" cy="4178920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532BF5C3-7E03-4DC6-87BA-5296D269A130}"/>
              </a:ext>
            </a:extLst>
          </p:cNvPr>
          <p:cNvSpPr/>
          <p:nvPr/>
        </p:nvSpPr>
        <p:spPr>
          <a:xfrm rot="14060830">
            <a:off x="2528733" y="4335946"/>
            <a:ext cx="2926551" cy="30480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6D6B00A-8CA3-4282-819E-3F36ADDA8F0D}"/>
              </a:ext>
            </a:extLst>
          </p:cNvPr>
          <p:cNvSpPr txBox="1"/>
          <p:nvPr/>
        </p:nvSpPr>
        <p:spPr>
          <a:xfrm>
            <a:off x="5050833" y="6049221"/>
            <a:ext cx="67008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追加すると自動で</a:t>
            </a:r>
            <a:r>
              <a:rPr lang="en-US" altLang="ja-JP" sz="2000" dirty="0"/>
              <a:t>Entry</a:t>
            </a:r>
            <a:r>
              <a:rPr lang="ja-JP" altLang="en-US" sz="2000" dirty="0"/>
              <a:t>（スタート地点）と結ばれます。</a:t>
            </a:r>
            <a:endParaRPr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1216433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アニメーション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371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キャラクターが移動するところまではすでに</a:t>
            </a:r>
            <a:r>
              <a:rPr lang="en-US" altLang="ja-JP" sz="2400" dirty="0"/>
              <a:t>Prefab</a:t>
            </a:r>
            <a:r>
              <a:rPr lang="ja-JP" altLang="en-US" sz="2400" dirty="0"/>
              <a:t>にしています。</a:t>
            </a:r>
            <a:endParaRPr lang="en-US" altLang="ja-JP" sz="2400" dirty="0"/>
          </a:p>
          <a:p>
            <a:r>
              <a:rPr lang="ja-JP" altLang="en-US" sz="2400" dirty="0"/>
              <a:t>この</a:t>
            </a:r>
            <a:r>
              <a:rPr lang="en-US" altLang="ja-JP" sz="2400" dirty="0"/>
              <a:t>Prefab</a:t>
            </a:r>
            <a:r>
              <a:rPr lang="ja-JP" altLang="en-US" sz="2400" dirty="0"/>
              <a:t>にアニメーションを追加していきます。</a:t>
            </a:r>
            <a:endParaRPr lang="en-US" altLang="ja-JP" sz="2400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B7C70C6A-6A72-4BAB-BB0F-D98D71449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468968" cy="417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326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アニメーション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7414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Prefab</a:t>
            </a:r>
            <a:r>
              <a:rPr lang="ja-JP" altLang="en-US" sz="2400" dirty="0"/>
              <a:t>を開いたら、</a:t>
            </a:r>
            <a:r>
              <a:rPr lang="en-US" altLang="ja-JP" sz="2400" b="1" dirty="0">
                <a:solidFill>
                  <a:srgbClr val="FF0000"/>
                </a:solidFill>
              </a:rPr>
              <a:t>Animator</a:t>
            </a:r>
            <a:r>
              <a:rPr lang="en-US" altLang="ja-JP" sz="2400" dirty="0"/>
              <a:t> </a:t>
            </a:r>
            <a:r>
              <a:rPr lang="ja-JP" altLang="en-US" sz="2400" dirty="0"/>
              <a:t>コンポーネントを追加します。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AED9CA7-00C6-47B8-801F-6DAFD2E44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315427" cy="2143424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21B7445-E6A2-4C23-AD91-EFDF635BD744}"/>
              </a:ext>
            </a:extLst>
          </p:cNvPr>
          <p:cNvSpPr txBox="1"/>
          <p:nvPr/>
        </p:nvSpPr>
        <p:spPr>
          <a:xfrm>
            <a:off x="567542" y="4100918"/>
            <a:ext cx="880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必ずスクリプトがついているオブジェクトに追加しましょう。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（今回の場合は</a:t>
            </a:r>
            <a:r>
              <a:rPr lang="en-US" altLang="ja-JP" sz="2400" dirty="0" err="1"/>
              <a:t>Player.cs</a:t>
            </a:r>
            <a:r>
              <a:rPr lang="ja-JP" altLang="en-US" sz="2400" dirty="0"/>
              <a:t>がついている</a:t>
            </a:r>
            <a:r>
              <a:rPr lang="en-US" altLang="ja-JP" sz="2400" dirty="0" err="1"/>
              <a:t>CubeRobot</a:t>
            </a:r>
            <a:r>
              <a:rPr lang="ja-JP" altLang="en-US" sz="2400" dirty="0"/>
              <a:t>）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283634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アニメーション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6733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Animator </a:t>
            </a:r>
            <a:r>
              <a:rPr lang="ja-JP" altLang="en-US" sz="2400" dirty="0"/>
              <a:t>の</a:t>
            </a:r>
            <a:r>
              <a:rPr lang="en-US" altLang="ja-JP" sz="2400" dirty="0"/>
              <a:t>Controller</a:t>
            </a:r>
            <a:r>
              <a:rPr lang="ja-JP" altLang="en-US" sz="2400" dirty="0"/>
              <a:t>に、先ほど追加した </a:t>
            </a:r>
            <a:r>
              <a:rPr lang="en-US" altLang="ja-JP" sz="2400" dirty="0"/>
              <a:t>Animator Controller</a:t>
            </a:r>
            <a:r>
              <a:rPr lang="ja-JP" altLang="en-US" sz="2400" dirty="0"/>
              <a:t>を設定しましょう。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FAA9829-5991-4730-9020-07C26EAAA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380557" cy="3211406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13EE16E-4C4A-4AB3-955B-37606CA0019F}"/>
              </a:ext>
            </a:extLst>
          </p:cNvPr>
          <p:cNvSpPr txBox="1"/>
          <p:nvPr/>
        </p:nvSpPr>
        <p:spPr>
          <a:xfrm>
            <a:off x="567542" y="5179906"/>
            <a:ext cx="92865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ドラッグ＆ドロップ もしくは 右側の◎ボタンから設定できます。</a:t>
            </a:r>
            <a:endParaRPr lang="en-US" altLang="ja-JP" sz="2400" dirty="0"/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568CA1E2-F904-4F81-90F4-F3CF09C340B8}"/>
              </a:ext>
            </a:extLst>
          </p:cNvPr>
          <p:cNvSpPr/>
          <p:nvPr/>
        </p:nvSpPr>
        <p:spPr>
          <a:xfrm rot="8039001">
            <a:off x="4198705" y="1937045"/>
            <a:ext cx="430305" cy="30480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9923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アニメーション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3212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これで</a:t>
            </a:r>
            <a:r>
              <a:rPr lang="en-US" altLang="ja-JP" sz="2400" dirty="0"/>
              <a:t>Animator</a:t>
            </a:r>
            <a:r>
              <a:rPr lang="ja-JP" altLang="en-US" sz="2400" dirty="0"/>
              <a:t>がキャラクターに適用されました。</a:t>
            </a:r>
            <a:endParaRPr lang="en-US" altLang="ja-JP" sz="2400" dirty="0"/>
          </a:p>
          <a:p>
            <a:r>
              <a:rPr lang="ja-JP" altLang="en-US" sz="2400" dirty="0"/>
              <a:t>実行して確認してみましょう。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0574324-8305-4A6B-B49A-B826A6FF6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5"/>
            <a:ext cx="3152834" cy="2071109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25A4BD2-D909-4B55-B733-3CACBDF844C1}"/>
              </a:ext>
            </a:extLst>
          </p:cNvPr>
          <p:cNvSpPr txBox="1"/>
          <p:nvPr/>
        </p:nvSpPr>
        <p:spPr>
          <a:xfrm>
            <a:off x="567542" y="4397933"/>
            <a:ext cx="880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一瞬動いて停まると思います。。。</a:t>
            </a:r>
            <a:endParaRPr lang="en-US" altLang="ja-JP" sz="2400" dirty="0"/>
          </a:p>
          <a:p>
            <a:r>
              <a:rPr lang="ja-JP" altLang="en-US" sz="2400" dirty="0"/>
              <a:t>これはアニメーションに</a:t>
            </a:r>
            <a:r>
              <a:rPr lang="ja-JP" altLang="en-US" sz="2400" b="1" dirty="0">
                <a:solidFill>
                  <a:srgbClr val="FF0000"/>
                </a:solidFill>
              </a:rPr>
              <a:t>ループ設定</a:t>
            </a:r>
            <a:r>
              <a:rPr lang="ja-JP" altLang="en-US" sz="2400" dirty="0"/>
              <a:t>がされていないからです。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225787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アニメーション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6228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Wait</a:t>
            </a:r>
            <a:r>
              <a:rPr lang="ja-JP" altLang="en-US" sz="2400" dirty="0"/>
              <a:t>アニメーションを選択して</a:t>
            </a:r>
            <a:r>
              <a:rPr lang="en-US" altLang="ja-JP" sz="2400" dirty="0"/>
              <a:t>Inspector</a:t>
            </a:r>
            <a:r>
              <a:rPr lang="ja-JP" altLang="en-US" sz="2400" dirty="0"/>
              <a:t>を見てみましょう。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22A6D08-0C21-4AE8-953C-DE27BAA6E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4"/>
            <a:ext cx="4863664" cy="4548252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85299A3-E238-487F-9D65-47B3340249E2}"/>
              </a:ext>
            </a:extLst>
          </p:cNvPr>
          <p:cNvSpPr txBox="1"/>
          <p:nvPr/>
        </p:nvSpPr>
        <p:spPr>
          <a:xfrm>
            <a:off x="5498131" y="5904381"/>
            <a:ext cx="50513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右上の</a:t>
            </a:r>
            <a:r>
              <a:rPr lang="en-US" altLang="ja-JP" sz="2400" b="1" dirty="0">
                <a:solidFill>
                  <a:srgbClr val="FF0000"/>
                </a:solidFill>
              </a:rPr>
              <a:t>Edit</a:t>
            </a:r>
            <a:r>
              <a:rPr lang="ja-JP" altLang="en-US" sz="2400" b="1" dirty="0">
                <a:solidFill>
                  <a:srgbClr val="FF0000"/>
                </a:solidFill>
              </a:rPr>
              <a:t>ボタン</a:t>
            </a:r>
            <a:r>
              <a:rPr lang="ja-JP" altLang="en-US" sz="2400" dirty="0"/>
              <a:t>を押してみます。</a:t>
            </a:r>
            <a:endParaRPr lang="en-US" altLang="ja-JP" sz="2400" dirty="0"/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9848BE31-090D-4228-88A9-F7DC335EA00B}"/>
              </a:ext>
            </a:extLst>
          </p:cNvPr>
          <p:cNvSpPr/>
          <p:nvPr/>
        </p:nvSpPr>
        <p:spPr>
          <a:xfrm rot="8039001">
            <a:off x="5346187" y="1786340"/>
            <a:ext cx="430305" cy="30480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3543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アニメーション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モデルやアニメーションは</a:t>
            </a:r>
            <a:r>
              <a:rPr lang="en-US" altLang="ja-JP" sz="2400" dirty="0"/>
              <a:t>Unity</a:t>
            </a:r>
            <a:r>
              <a:rPr lang="ja-JP" altLang="en-US" sz="2400" dirty="0"/>
              <a:t>に取り込んだ後でも、</a:t>
            </a:r>
            <a:endParaRPr lang="en-US" altLang="ja-JP" sz="2400" dirty="0"/>
          </a:p>
          <a:p>
            <a:r>
              <a:rPr lang="ja-JP" altLang="en-US" sz="2400" dirty="0"/>
              <a:t>様々な設定ができます。ループ設定もこの画面に含まれています。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F164861-B459-413D-9D0C-AEC7DABF7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3129087" cy="4548252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A0A24C51-A06B-4292-BF5A-BFBF91FE7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3049" y="2187126"/>
            <a:ext cx="4305901" cy="2238687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E51E20B-EEE1-472A-80D3-55F5D2D5D69D}"/>
              </a:ext>
            </a:extLst>
          </p:cNvPr>
          <p:cNvSpPr txBox="1"/>
          <p:nvPr/>
        </p:nvSpPr>
        <p:spPr>
          <a:xfrm>
            <a:off x="3943049" y="4565513"/>
            <a:ext cx="7927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少し下側にある</a:t>
            </a:r>
            <a:r>
              <a:rPr lang="en-US" altLang="ja-JP" sz="2400" b="1" dirty="0">
                <a:solidFill>
                  <a:srgbClr val="FF0000"/>
                </a:solidFill>
              </a:rPr>
              <a:t>Loop Time</a:t>
            </a:r>
            <a:r>
              <a:rPr lang="ja-JP" altLang="en-US" sz="2400" dirty="0"/>
              <a:t>にチェックを入れましょう。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025137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アニメーション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これで待機アニメーションがループで再生されます。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BFD53C9-CD47-43E8-BAF6-6319E5CE6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4"/>
            <a:ext cx="9046976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510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アニメーション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ここまで設定すると、あとはアニメーションの切り替えを作るだけです。</a:t>
            </a:r>
            <a:endParaRPr lang="en-US" altLang="ja-JP" sz="2400" dirty="0"/>
          </a:p>
          <a:p>
            <a:r>
              <a:rPr lang="ja-JP" altLang="en-US" sz="2400" dirty="0"/>
              <a:t>次のスライドで切り替えについて学習します。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2523D5B-3A84-468A-9362-1B78198FE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1308"/>
            <a:ext cx="8339151" cy="418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308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1121</TotalTime>
  <Words>429</Words>
  <Application>Microsoft Office PowerPoint</Application>
  <PresentationFormat>ワイド画面</PresentationFormat>
  <Paragraphs>54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97</cp:revision>
  <dcterms:created xsi:type="dcterms:W3CDTF">2024-08-27T02:15:54Z</dcterms:created>
  <dcterms:modified xsi:type="dcterms:W3CDTF">2024-10-04T01:25:03Z</dcterms:modified>
</cp:coreProperties>
</file>