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アニメーション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3992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Animator Controller</a:t>
            </a:r>
            <a:r>
              <a:rPr lang="ja-JP" altLang="en-US" sz="2400" dirty="0"/>
              <a:t>を使ってアニメーションの切り替えを実装します。</a:t>
            </a:r>
            <a:endParaRPr lang="en-US" altLang="ja-JP" sz="2400" dirty="0"/>
          </a:p>
          <a:p>
            <a:r>
              <a:rPr lang="ja-JP" altLang="en-US" sz="2400" dirty="0"/>
              <a:t>まずは、歩行アニメーション</a:t>
            </a:r>
            <a:r>
              <a:rPr lang="en-US" altLang="ja-JP" sz="2400" dirty="0"/>
              <a:t>(Walk)</a:t>
            </a:r>
            <a:r>
              <a:rPr lang="ja-JP" altLang="en-US" sz="2400" dirty="0"/>
              <a:t>を追加しましょう。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C841DFF-781C-44C6-BAAA-F6A269BA0C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6644598" cy="4178920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18A4450B-76AA-4AA8-9F50-3A9D9FEF1441}"/>
              </a:ext>
            </a:extLst>
          </p:cNvPr>
          <p:cNvSpPr/>
          <p:nvPr/>
        </p:nvSpPr>
        <p:spPr>
          <a:xfrm rot="8270750">
            <a:off x="5840506" y="5307106"/>
            <a:ext cx="510989" cy="376517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アニメーション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90019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移動したら待機</a:t>
            </a:r>
            <a:r>
              <a:rPr lang="en-US" altLang="ja-JP" sz="2400" dirty="0"/>
              <a:t>(Wait)</a:t>
            </a:r>
            <a:r>
              <a:rPr lang="ja-JP" altLang="en-US" sz="2400" dirty="0"/>
              <a:t>から歩行</a:t>
            </a:r>
            <a:r>
              <a:rPr lang="en-US" altLang="ja-JP" sz="2400" dirty="0"/>
              <a:t>(Walk)</a:t>
            </a:r>
            <a:r>
              <a:rPr lang="ja-JP" altLang="en-US" sz="2400" dirty="0"/>
              <a:t>へ切り替えたいので、</a:t>
            </a:r>
            <a:endParaRPr lang="en-US" altLang="ja-JP" sz="2400" dirty="0"/>
          </a:p>
          <a:p>
            <a:r>
              <a:rPr lang="ja-JP" altLang="en-US" sz="2400" dirty="0"/>
              <a:t>この２つのノードを線でつなぎます。</a:t>
            </a:r>
            <a:endParaRPr lang="en-US" altLang="ja-JP" sz="2400" dirty="0"/>
          </a:p>
          <a:p>
            <a:r>
              <a:rPr lang="en-US" altLang="ja-JP" sz="2400" dirty="0"/>
              <a:t>Wait</a:t>
            </a:r>
            <a:r>
              <a:rPr lang="ja-JP" altLang="en-US" sz="2400" dirty="0"/>
              <a:t>を右クリックして、</a:t>
            </a:r>
            <a:r>
              <a:rPr lang="en-US" altLang="ja-JP" sz="2400" b="1" dirty="0">
                <a:solidFill>
                  <a:srgbClr val="FF0000"/>
                </a:solidFill>
              </a:rPr>
              <a:t>Make Transition </a:t>
            </a:r>
            <a:r>
              <a:rPr lang="ja-JP" altLang="en-US" sz="2400" dirty="0"/>
              <a:t>を選択しましょう。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745C7B0-41AD-448D-87A6-485D85D78B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8"/>
            <a:ext cx="4410691" cy="2343477"/>
          </a:xfrm>
          <a:prstGeom prst="rect">
            <a:avLst/>
          </a:prstGeom>
        </p:spPr>
      </p:pic>
      <p:sp>
        <p:nvSpPr>
          <p:cNvPr id="8" name="矢印: 右 7">
            <a:extLst>
              <a:ext uri="{FF2B5EF4-FFF2-40B4-BE49-F238E27FC236}">
                <a16:creationId xmlns:a16="http://schemas.microsoft.com/office/drawing/2014/main" id="{DF4EBFF5-EB69-43E3-AED1-7857EA79F045}"/>
              </a:ext>
            </a:extLst>
          </p:cNvPr>
          <p:cNvSpPr/>
          <p:nvPr/>
        </p:nvSpPr>
        <p:spPr>
          <a:xfrm rot="8270750">
            <a:off x="3285565" y="2850777"/>
            <a:ext cx="510989" cy="376517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287344B-8BBA-42D4-9A67-E7CBCD9C4394}"/>
              </a:ext>
            </a:extLst>
          </p:cNvPr>
          <p:cNvSpPr txBox="1"/>
          <p:nvPr/>
        </p:nvSpPr>
        <p:spPr>
          <a:xfrm>
            <a:off x="567542" y="5071479"/>
            <a:ext cx="765786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線が引けるようになるので</a:t>
            </a:r>
            <a:r>
              <a:rPr lang="en-US" altLang="ja-JP" sz="2400" dirty="0"/>
              <a:t>Walk</a:t>
            </a:r>
            <a:r>
              <a:rPr lang="ja-JP" altLang="en-US" sz="2400" dirty="0"/>
              <a:t>にくっつけましょう。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※Walk</a:t>
            </a:r>
            <a:r>
              <a:rPr lang="ja-JP" altLang="en-US" sz="2400" b="1" dirty="0">
                <a:solidFill>
                  <a:srgbClr val="FF0000"/>
                </a:solidFill>
              </a:rPr>
              <a:t>もループさせたいので、ループ設定しましょう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81180595-889C-4B18-B8DD-38D480C74C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249" y="2568414"/>
            <a:ext cx="3671039" cy="2331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94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アニメーション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34129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実行すると、待機が１ループした後に歩行に切り替わります。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線でつながれたアニメーションは１ループすると次に切り替わる</a:t>
            </a:r>
            <a:r>
              <a:rPr lang="ja-JP" altLang="en-US" sz="2400" dirty="0"/>
              <a:t>ように、</a:t>
            </a:r>
            <a:endParaRPr lang="en-US" altLang="ja-JP" sz="2400" dirty="0"/>
          </a:p>
          <a:p>
            <a:r>
              <a:rPr lang="ja-JP" altLang="en-US" sz="2400" dirty="0"/>
              <a:t>自動で設定されるからです。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A7B6986-F6E4-4DCC-837D-2071E9D1A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8"/>
            <a:ext cx="2381582" cy="2476846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CADE945-BCAA-4B37-979E-9BDB38702ADA}"/>
              </a:ext>
            </a:extLst>
          </p:cNvPr>
          <p:cNvSpPr txBox="1"/>
          <p:nvPr/>
        </p:nvSpPr>
        <p:spPr>
          <a:xfrm>
            <a:off x="1993573" y="3689763"/>
            <a:ext cx="3262432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終わったら切り替わる</a:t>
            </a:r>
            <a:endParaRPr lang="en-US" altLang="ja-JP" sz="2400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1794E84-29D0-45AD-AD43-F36FDD159813}"/>
              </a:ext>
            </a:extLst>
          </p:cNvPr>
          <p:cNvSpPr txBox="1"/>
          <p:nvPr/>
        </p:nvSpPr>
        <p:spPr>
          <a:xfrm>
            <a:off x="567542" y="5173004"/>
            <a:ext cx="88024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そのため、</a:t>
            </a:r>
            <a:r>
              <a:rPr lang="ja-JP" altLang="en-US" sz="2400" b="1" dirty="0">
                <a:solidFill>
                  <a:srgbClr val="FF0000"/>
                </a:solidFill>
              </a:rPr>
              <a:t>切り替わるための条件</a:t>
            </a:r>
            <a:r>
              <a:rPr lang="ja-JP" altLang="en-US" sz="2400" dirty="0"/>
              <a:t>を設定する必要があります。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312490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アニメーション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グラフの左側に</a:t>
            </a:r>
            <a:r>
              <a:rPr lang="en-US" altLang="ja-JP" sz="2400" dirty="0"/>
              <a:t>Parameters </a:t>
            </a:r>
            <a:r>
              <a:rPr lang="ja-JP" altLang="en-US" sz="2400" dirty="0"/>
              <a:t>という画面があるので開きます。</a:t>
            </a:r>
            <a:endParaRPr lang="en-US" altLang="ja-JP" sz="2400" dirty="0"/>
          </a:p>
          <a:p>
            <a:r>
              <a:rPr lang="ja-JP" altLang="en-US" sz="2400" dirty="0"/>
              <a:t>ここに、</a:t>
            </a:r>
            <a:r>
              <a:rPr lang="ja-JP" altLang="en-US" sz="2400" b="1" dirty="0">
                <a:solidFill>
                  <a:srgbClr val="FF0000"/>
                </a:solidFill>
              </a:rPr>
              <a:t>切り替えに使用するフラグ</a:t>
            </a:r>
            <a:r>
              <a:rPr lang="ja-JP" altLang="en-US" sz="2400" dirty="0"/>
              <a:t>などを追加することができます。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8BE9DC6-63A0-4467-92AB-664157618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047427"/>
            <a:ext cx="5618097" cy="4318620"/>
          </a:xfrm>
          <a:prstGeom prst="rect">
            <a:avLst/>
          </a:prstGeom>
        </p:spPr>
      </p:pic>
      <p:sp>
        <p:nvSpPr>
          <p:cNvPr id="9" name="矢印: 右 8">
            <a:extLst>
              <a:ext uri="{FF2B5EF4-FFF2-40B4-BE49-F238E27FC236}">
                <a16:creationId xmlns:a16="http://schemas.microsoft.com/office/drawing/2014/main" id="{F1FEAC78-9F6D-47EC-B15B-17CEA59B59D1}"/>
              </a:ext>
            </a:extLst>
          </p:cNvPr>
          <p:cNvSpPr/>
          <p:nvPr/>
        </p:nvSpPr>
        <p:spPr>
          <a:xfrm rot="13616087">
            <a:off x="1447800" y="2314075"/>
            <a:ext cx="510989" cy="376517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4086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アニメーション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6939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＋ボタン</a:t>
            </a:r>
            <a:r>
              <a:rPr lang="ja-JP" altLang="en-US" sz="2400" dirty="0"/>
              <a:t>から</a:t>
            </a:r>
            <a:r>
              <a:rPr lang="en-US" altLang="ja-JP" sz="2400" b="1" dirty="0">
                <a:solidFill>
                  <a:srgbClr val="FF0000"/>
                </a:solidFill>
              </a:rPr>
              <a:t>Bool</a:t>
            </a:r>
            <a:r>
              <a:rPr lang="ja-JP" altLang="en-US" sz="2400" dirty="0"/>
              <a:t>を追加し、</a:t>
            </a:r>
            <a:r>
              <a:rPr lang="en-US" altLang="ja-JP" sz="2400" b="1" dirty="0" err="1">
                <a:solidFill>
                  <a:srgbClr val="FF0000"/>
                </a:solidFill>
              </a:rPr>
              <a:t>IsWalk</a:t>
            </a:r>
            <a:r>
              <a:rPr lang="ja-JP" altLang="en-US" sz="2400" dirty="0"/>
              <a:t>という名前のフラグを追加しましょう。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27886F0-1606-4DB5-B480-4DD57C3611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3312"/>
            <a:ext cx="4820323" cy="1743318"/>
          </a:xfrm>
          <a:prstGeom prst="rect">
            <a:avLst/>
          </a:prstGeom>
        </p:spPr>
      </p:pic>
      <p:sp>
        <p:nvSpPr>
          <p:cNvPr id="8" name="矢印: 右 7">
            <a:extLst>
              <a:ext uri="{FF2B5EF4-FFF2-40B4-BE49-F238E27FC236}">
                <a16:creationId xmlns:a16="http://schemas.microsoft.com/office/drawing/2014/main" id="{EDF9BBBE-E33F-42D3-8B70-13919AD6796A}"/>
              </a:ext>
            </a:extLst>
          </p:cNvPr>
          <p:cNvSpPr/>
          <p:nvPr/>
        </p:nvSpPr>
        <p:spPr>
          <a:xfrm rot="13616087">
            <a:off x="4513729" y="3053165"/>
            <a:ext cx="510989" cy="376517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5D2C95B3-6355-4A47-B203-36DA48805C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42" y="3931341"/>
            <a:ext cx="4820323" cy="1785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313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アニメーション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02174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次に</a:t>
            </a:r>
            <a:r>
              <a:rPr lang="en-US" altLang="ja-JP" sz="2400" b="1" dirty="0" err="1">
                <a:solidFill>
                  <a:srgbClr val="FF0000"/>
                </a:solidFill>
              </a:rPr>
              <a:t>IsWalk</a:t>
            </a:r>
            <a:r>
              <a:rPr lang="ja-JP" altLang="en-US" sz="2400" b="1" dirty="0">
                <a:solidFill>
                  <a:srgbClr val="FF0000"/>
                </a:solidFill>
              </a:rPr>
              <a:t>が</a:t>
            </a:r>
            <a:r>
              <a:rPr lang="en-US" altLang="ja-JP" sz="2400" b="1" dirty="0">
                <a:solidFill>
                  <a:srgbClr val="FF0000"/>
                </a:solidFill>
              </a:rPr>
              <a:t>True</a:t>
            </a:r>
            <a:r>
              <a:rPr lang="ja-JP" altLang="en-US" sz="2400" b="1" dirty="0">
                <a:solidFill>
                  <a:srgbClr val="FF0000"/>
                </a:solidFill>
              </a:rPr>
              <a:t>なら切り替わる</a:t>
            </a:r>
            <a:r>
              <a:rPr lang="ja-JP" altLang="en-US" sz="2400" dirty="0"/>
              <a:t>という設定をします。</a:t>
            </a:r>
            <a:endParaRPr lang="en-US" altLang="ja-JP" sz="2400" dirty="0"/>
          </a:p>
          <a:p>
            <a:r>
              <a:rPr lang="en-US" altLang="ja-JP" sz="2400" dirty="0"/>
              <a:t>Wait </a:t>
            </a:r>
            <a:r>
              <a:rPr lang="ja-JP" altLang="en-US" sz="2400" dirty="0"/>
              <a:t>と </a:t>
            </a:r>
            <a:r>
              <a:rPr lang="en-US" altLang="ja-JP" sz="2400" dirty="0"/>
              <a:t>Walk </a:t>
            </a:r>
            <a:r>
              <a:rPr lang="ja-JP" altLang="en-US" sz="2400" dirty="0"/>
              <a:t>をつないでいる線を選択しましょう。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A6EDE7D-530E-4802-BF74-7C8037330D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10374173" cy="4401164"/>
          </a:xfrm>
          <a:prstGeom prst="rect">
            <a:avLst/>
          </a:prstGeom>
        </p:spPr>
      </p:pic>
      <p:sp>
        <p:nvSpPr>
          <p:cNvPr id="9" name="矢印: 右 8">
            <a:extLst>
              <a:ext uri="{FF2B5EF4-FFF2-40B4-BE49-F238E27FC236}">
                <a16:creationId xmlns:a16="http://schemas.microsoft.com/office/drawing/2014/main" id="{6E424FC2-2EA9-4577-9CCC-DAF757C03421}"/>
              </a:ext>
            </a:extLst>
          </p:cNvPr>
          <p:cNvSpPr/>
          <p:nvPr/>
        </p:nvSpPr>
        <p:spPr>
          <a:xfrm rot="13616087">
            <a:off x="1840669" y="5249519"/>
            <a:ext cx="510989" cy="376517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7271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アニメーション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3367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Inspector </a:t>
            </a:r>
            <a:r>
              <a:rPr lang="ja-JP" altLang="en-US" sz="2400" dirty="0"/>
              <a:t>の下にある</a:t>
            </a:r>
            <a:r>
              <a:rPr lang="en-US" altLang="ja-JP" sz="2400" dirty="0"/>
              <a:t> </a:t>
            </a:r>
            <a:r>
              <a:rPr lang="en-US" altLang="ja-JP" sz="2400" b="1" dirty="0">
                <a:solidFill>
                  <a:srgbClr val="FF0000"/>
                </a:solidFill>
              </a:rPr>
              <a:t>Conditions</a:t>
            </a:r>
            <a:r>
              <a:rPr lang="en-US" altLang="ja-JP" sz="2400" dirty="0"/>
              <a:t> </a:t>
            </a:r>
            <a:r>
              <a:rPr lang="ja-JP" altLang="en-US" sz="2400" dirty="0"/>
              <a:t>に </a:t>
            </a:r>
            <a:r>
              <a:rPr lang="en-US" altLang="ja-JP" sz="2400" dirty="0" err="1"/>
              <a:t>IsWalk</a:t>
            </a:r>
            <a:r>
              <a:rPr lang="en-US" altLang="ja-JP" sz="2400" dirty="0"/>
              <a:t> </a:t>
            </a:r>
            <a:r>
              <a:rPr lang="ja-JP" altLang="en-US" sz="2400" dirty="0"/>
              <a:t>を追加します。</a:t>
            </a:r>
            <a:endParaRPr lang="en-US" altLang="ja-JP" sz="2400" dirty="0"/>
          </a:p>
          <a:p>
            <a:r>
              <a:rPr lang="ja-JP" altLang="en-US" sz="2400" dirty="0"/>
              <a:t>右側に </a:t>
            </a:r>
            <a:r>
              <a:rPr lang="en-US" altLang="ja-JP" sz="2400" dirty="0"/>
              <a:t>true </a:t>
            </a:r>
            <a:r>
              <a:rPr lang="ja-JP" altLang="en-US" sz="2400" dirty="0"/>
              <a:t>を設定すると、</a:t>
            </a:r>
            <a:r>
              <a:rPr lang="en-US" altLang="ja-JP" sz="2400" b="1" dirty="0" err="1">
                <a:solidFill>
                  <a:srgbClr val="FF0000"/>
                </a:solidFill>
              </a:rPr>
              <a:t>IsWalk</a:t>
            </a:r>
            <a:r>
              <a:rPr lang="en-US" altLang="ja-JP" sz="2400" b="1" dirty="0">
                <a:solidFill>
                  <a:srgbClr val="FF0000"/>
                </a:solidFill>
              </a:rPr>
              <a:t> </a:t>
            </a:r>
            <a:r>
              <a:rPr lang="ja-JP" altLang="en-US" sz="2400" b="1" dirty="0">
                <a:solidFill>
                  <a:srgbClr val="FF0000"/>
                </a:solidFill>
              </a:rPr>
              <a:t>が </a:t>
            </a:r>
            <a:r>
              <a:rPr lang="en-US" altLang="ja-JP" sz="2400" b="1" dirty="0">
                <a:solidFill>
                  <a:srgbClr val="FF0000"/>
                </a:solidFill>
              </a:rPr>
              <a:t>true </a:t>
            </a:r>
            <a:r>
              <a:rPr lang="ja-JP" altLang="en-US" sz="2400" b="1" dirty="0">
                <a:solidFill>
                  <a:srgbClr val="FF0000"/>
                </a:solidFill>
              </a:rPr>
              <a:t>になると切り替わる</a:t>
            </a:r>
            <a:r>
              <a:rPr lang="ja-JP" altLang="en-US" sz="2400" dirty="0"/>
              <a:t>ようになります。</a:t>
            </a:r>
            <a:endParaRPr lang="en-US" altLang="ja-JP" sz="2400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3922776D-27ED-4F03-9282-EC1C4AC2B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3817364" cy="4178920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47F7710-FDA3-4974-98CD-A206A7D76EF6}"/>
              </a:ext>
            </a:extLst>
          </p:cNvPr>
          <p:cNvSpPr txBox="1"/>
          <p:nvPr/>
        </p:nvSpPr>
        <p:spPr>
          <a:xfrm>
            <a:off x="4429730" y="3914806"/>
            <a:ext cx="664797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B050"/>
                </a:solidFill>
              </a:rPr>
              <a:t>MEMO</a:t>
            </a:r>
          </a:p>
          <a:p>
            <a:r>
              <a:rPr lang="en-US" altLang="ja-JP" sz="2400" b="1" dirty="0">
                <a:solidFill>
                  <a:srgbClr val="FF0000"/>
                </a:solidFill>
              </a:rPr>
              <a:t>Has Exit Time </a:t>
            </a:r>
            <a:r>
              <a:rPr lang="ja-JP" altLang="en-US" sz="2400" b="1" dirty="0">
                <a:solidFill>
                  <a:srgbClr val="FF0000"/>
                </a:solidFill>
              </a:rPr>
              <a:t>のチェックは外しましょう。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外さないときれいに切り替わりません。</a:t>
            </a:r>
            <a:endParaRPr lang="en-US" altLang="ja-JP" sz="2400" dirty="0"/>
          </a:p>
          <a:p>
            <a:r>
              <a:rPr lang="ja-JP" altLang="en-US" sz="2400" dirty="0"/>
              <a:t>（最後まで再生してから切り替わってしまう）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710048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アニメーション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969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FF0000"/>
                </a:solidFill>
              </a:rPr>
              <a:t>IsWalk</a:t>
            </a:r>
            <a:r>
              <a:rPr lang="ja-JP" altLang="en-US" sz="2400" b="1" dirty="0">
                <a:solidFill>
                  <a:srgbClr val="FF0000"/>
                </a:solidFill>
              </a:rPr>
              <a:t>フラグの切り替えはスクリプト側</a:t>
            </a:r>
            <a:r>
              <a:rPr lang="ja-JP" altLang="en-US" sz="2400" dirty="0"/>
              <a:t>で行います。</a:t>
            </a:r>
            <a:endParaRPr lang="en-US" altLang="ja-JP" sz="2400" dirty="0"/>
          </a:p>
          <a:p>
            <a:r>
              <a:rPr lang="en-US" altLang="ja-JP" sz="2400" dirty="0" err="1"/>
              <a:t>Player.cs</a:t>
            </a:r>
            <a:r>
              <a:rPr lang="ja-JP" altLang="en-US" sz="2400" dirty="0"/>
              <a:t>を開きましょう。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7016E89-9D5C-4B52-8A5D-E5610795D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5431089" cy="417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3162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アニメーション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5558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まずは</a:t>
            </a:r>
            <a:r>
              <a:rPr lang="en-US" altLang="ja-JP" sz="2400" dirty="0"/>
              <a:t>Animator</a:t>
            </a:r>
            <a:r>
              <a:rPr lang="ja-JP" altLang="en-US" sz="2400" dirty="0"/>
              <a:t>コンポーネントを取得します。</a:t>
            </a:r>
            <a:endParaRPr lang="en-US" altLang="ja-JP" sz="2400" dirty="0"/>
          </a:p>
          <a:p>
            <a:r>
              <a:rPr lang="ja-JP" altLang="en-US" sz="2400" dirty="0"/>
              <a:t>メンバに</a:t>
            </a:r>
            <a:r>
              <a:rPr lang="en-US" altLang="ja-JP" sz="2400" dirty="0"/>
              <a:t>Animator</a:t>
            </a:r>
            <a:r>
              <a:rPr lang="ja-JP" altLang="en-US" sz="2400" dirty="0"/>
              <a:t>の変数を追加して、</a:t>
            </a:r>
            <a:r>
              <a:rPr lang="en-US" altLang="ja-JP" sz="2400" dirty="0"/>
              <a:t>Start</a:t>
            </a:r>
            <a:r>
              <a:rPr lang="ja-JP" altLang="en-US" sz="2400" dirty="0"/>
              <a:t>関数で取得しましょう。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1B8C58A-7044-45D3-8F22-AE31304FB8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7049484" cy="2038635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0AD45274-B87A-49D6-BB7B-77597A0EF187}"/>
              </a:ext>
            </a:extLst>
          </p:cNvPr>
          <p:cNvSpPr/>
          <p:nvPr/>
        </p:nvSpPr>
        <p:spPr>
          <a:xfrm rot="2381231">
            <a:off x="1840670" y="3653801"/>
            <a:ext cx="510989" cy="376517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78ACCBD9-2BE9-459A-88EB-1C552FE12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42" y="4699863"/>
            <a:ext cx="7348293" cy="2025701"/>
          </a:xfrm>
          <a:prstGeom prst="rect">
            <a:avLst/>
          </a:prstGeom>
        </p:spPr>
      </p:pic>
      <p:sp>
        <p:nvSpPr>
          <p:cNvPr id="10" name="矢印: 右 9">
            <a:extLst>
              <a:ext uri="{FF2B5EF4-FFF2-40B4-BE49-F238E27FC236}">
                <a16:creationId xmlns:a16="http://schemas.microsoft.com/office/drawing/2014/main" id="{97B841F6-5501-4464-967B-B0C232CC2BC0}"/>
              </a:ext>
            </a:extLst>
          </p:cNvPr>
          <p:cNvSpPr/>
          <p:nvPr/>
        </p:nvSpPr>
        <p:spPr>
          <a:xfrm rot="2381231">
            <a:off x="1975141" y="5832485"/>
            <a:ext cx="510989" cy="376517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3493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アニメーション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6479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上キーの入力で、歩行フラグを立てましょう。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FD5A2D9-E9D1-405F-9464-59EE60EB8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10342505" cy="2422426"/>
          </a:xfrm>
          <a:prstGeom prst="rect">
            <a:avLst/>
          </a:prstGeom>
        </p:spPr>
      </p:pic>
      <p:sp>
        <p:nvSpPr>
          <p:cNvPr id="11" name="矢印: 右 10">
            <a:extLst>
              <a:ext uri="{FF2B5EF4-FFF2-40B4-BE49-F238E27FC236}">
                <a16:creationId xmlns:a16="http://schemas.microsoft.com/office/drawing/2014/main" id="{E532E731-6241-4910-8B09-978DCAF18613}"/>
              </a:ext>
            </a:extLst>
          </p:cNvPr>
          <p:cNvSpPr/>
          <p:nvPr/>
        </p:nvSpPr>
        <p:spPr>
          <a:xfrm rot="2381231">
            <a:off x="2432342" y="3240741"/>
            <a:ext cx="510989" cy="376517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73431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アニメーション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上キーを入力すると歩行アニメーションが再生されます。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81C5BB6-EDFA-4F3A-BD4F-3153747C20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9071559" cy="454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6516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9950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アニメーション 練習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9835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これまでの実装を振り返りながら、以下を実装してみましょう。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① 歩行から待機に戻る切り替えを作りましょう。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② ジャンプと着地も実装して違和感なく動くようにしましょう。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032103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1156</TotalTime>
  <Words>367</Words>
  <Application>Microsoft Office PowerPoint</Application>
  <PresentationFormat>ワイド画面</PresentationFormat>
  <Paragraphs>47</Paragraphs>
  <Slides>12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102</cp:revision>
  <dcterms:created xsi:type="dcterms:W3CDTF">2024-08-27T02:15:54Z</dcterms:created>
  <dcterms:modified xsi:type="dcterms:W3CDTF">2024-10-04T06:04:59Z</dcterms:modified>
</cp:coreProperties>
</file>