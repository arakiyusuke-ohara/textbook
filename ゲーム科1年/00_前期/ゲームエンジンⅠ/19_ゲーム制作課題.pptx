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07" d="100"/>
          <a:sy n="107" d="100"/>
        </p:scale>
        <p:origin x="696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A950417-98BD-4172-A454-C76A49B977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9F83E9AE-84BC-4452-8901-A17B27CC41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B320892-0B52-41F1-BED3-1F36AE1E3B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4114070-C582-4B06-9805-0DFEFB583F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E8014BC-198B-4E5B-89B4-FDBFD423B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4556076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42C298B-DDF7-4BBD-B08C-16E40ED109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F284FECC-C823-4D42-8CAA-49FC9A8C5B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B26879-4594-4C3F-BFFA-F4CB8674F4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5FC6BE6-BB12-4008-B4BA-62D249C499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26B8CAC6-4A91-4F74-9267-5C30714BF9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02473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078AD04-3137-4B16-97B1-DC1252F678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BF8FC57-7A4A-4196-89B9-B1A6197D422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CB80319-F15F-4C62-95BA-15B326F98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89F0141-2F76-4B73-AAE0-1EDFEEA42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1F3A285-8438-4738-B4CE-18FC566351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814076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539AAF0-C896-4BE5-8FCC-343208524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A96C332E-2DEA-4D46-8FEF-31D60DD975B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F9D3FC79-3A15-47E8-8DC1-B5A928FF7FF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E6AC8BB6-CC26-4AE8-B477-9A4778071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D813CBF-5D01-4CF4-BD63-C8FC321B2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123F9A7-54F5-421C-9A71-CC8C4BC92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20282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E9A2E9A-2DDB-4057-9711-D792B04FF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2E5496D-7437-4ADF-BF05-1B99ACC091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48A11600-06C5-424A-B2EA-FFEF7E75EA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3408E51-ED83-4218-8378-F0B44E296E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3D26C0C0-145F-4A52-BA72-D19A2971D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F649033F-9C86-42B4-AB90-0FE47F39E3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2024/10/7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F73F9DE8-EAB7-4A80-BF64-725C6DF460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71D0069B-43F7-430A-8C9D-C2BA7B92EC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546531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CD48D3C-20F1-4E20-8FBC-734E9D946A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B2E416B3-4C21-4278-9B88-62D41335D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2024/10/7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3EBA727E-E9E7-4EA2-B6ED-8CF036F2B5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8DC1C47C-5B0A-471B-BB77-77BE62B991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308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E55C2DD0-D598-4A5F-B542-7C6806B2F7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2024/10/7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2260FD2A-DF3F-46FE-B2F8-14D9A20697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2EF1C2C-6093-4ADD-9BFE-41DB125AD3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2041455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8A35797B-0171-40BC-BCA2-0C1BA0D4C3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579CB0DB-618C-450C-BE67-5FD277B25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2CC888D-BF8F-439D-9FC7-2DD4A8D750E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A4C2FA2E-4305-4946-8BDE-7AE113CDE6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BA070CF-301C-4595-8007-2A2C19DFE0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3E21C8C-DA9E-4E6B-B45C-C2C4D38971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0669295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F7326-6BA4-4DC0-9519-87D04747ED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3A1C2397-9613-4B24-A7D0-9EEE44E01C8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05462283-8239-49BE-9D96-00B24831B7C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0F53455D-91B5-4938-AC24-CAFF77A6CD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2024/10/7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A7F23C7B-CEBC-48FC-81DC-98AFE68C2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A7E65B5D-4A4C-4A6E-8AEB-3D88DC5827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514024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2AE957E-488D-43B9-8182-2A1DEEF0F7D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0E67B1EC-AFC1-41D0-BBB1-9A2E85E139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1B76048-AF91-4C32-A054-6305C2928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8C66A49-F960-4196-B16B-31B98B3401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7A86F7-B140-4439-A33B-63EA8498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56319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B4FA5DEF-DC74-4F38-9DA0-1EE9752F5F3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23C9EE93-ED20-4B3B-93FB-5A088C436B2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370666-1A4C-42B1-8748-A0D145394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9CC885B-4903-4D54-9A93-00025F12DED9}" type="datetimeFigureOut">
              <a:rPr kumimoji="1" lang="ja-JP" altLang="en-US" smtClean="0"/>
              <a:t>2024/10/7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26EC7E2-E7E6-45F2-BF6D-CDF318CECC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CDE4F59-4276-46E3-AE2A-D255BC7BB3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28509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F527E70E-5441-439A-8EA3-0826A036FC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2A7C9CE9-5A22-43DB-862A-3B24B2BF1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845D76C-CB70-434A-A116-22531EEB417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9CC885B-4903-4D54-9A93-00025F12DED9}" type="datetimeFigureOut">
              <a:rPr kumimoji="1" lang="ja-JP" altLang="en-US" smtClean="0"/>
              <a:t>2024/10/7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2505E6D4-441B-4864-8545-0FDE04F664F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FFD1810-F6DD-4BB4-8465-A3A3F3BF33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812AE58-48EE-4ADF-80EA-6426EE982FE8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7845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シーン切り替え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807493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ゲームには</a:t>
            </a:r>
            <a:r>
              <a:rPr lang="ja-JP" altLang="en-US" sz="2400" b="1" dirty="0">
                <a:solidFill>
                  <a:srgbClr val="FF0000"/>
                </a:solidFill>
              </a:rPr>
              <a:t>タイトル画面やゲームオーバー画面</a:t>
            </a:r>
            <a:r>
              <a:rPr lang="ja-JP" altLang="en-US" sz="2400" dirty="0"/>
              <a:t>など、</a:t>
            </a:r>
            <a:endParaRPr lang="en-US" altLang="ja-JP" sz="2400" dirty="0"/>
          </a:p>
          <a:p>
            <a:r>
              <a:rPr lang="ja-JP" altLang="en-US" sz="2400" dirty="0"/>
              <a:t>様々な画面が存在します。</a:t>
            </a:r>
            <a:endParaRPr lang="en-US" altLang="ja-JP" sz="2400" dirty="0"/>
          </a:p>
          <a:p>
            <a:endParaRPr lang="en-US" altLang="ja-JP" sz="2400" dirty="0"/>
          </a:p>
          <a:p>
            <a:r>
              <a:rPr lang="en-US" altLang="ja-JP" sz="2400" dirty="0"/>
              <a:t>Unity</a:t>
            </a:r>
            <a:r>
              <a:rPr lang="ja-JP" altLang="en-US" sz="2400" dirty="0"/>
              <a:t>では</a:t>
            </a:r>
            <a:r>
              <a:rPr lang="ja-JP" altLang="en-US" sz="2400" b="1" dirty="0">
                <a:solidFill>
                  <a:srgbClr val="FF0000"/>
                </a:solidFill>
              </a:rPr>
              <a:t>画面ごとに</a:t>
            </a:r>
            <a:r>
              <a:rPr lang="en-US" altLang="ja-JP" sz="2400" b="1" dirty="0">
                <a:solidFill>
                  <a:srgbClr val="FF0000"/>
                </a:solidFill>
              </a:rPr>
              <a:t>Scene</a:t>
            </a:r>
            <a:r>
              <a:rPr lang="ja-JP" altLang="en-US" sz="2400" b="1" dirty="0">
                <a:solidFill>
                  <a:srgbClr val="FF0000"/>
                </a:solidFill>
              </a:rPr>
              <a:t>（シーン）ファイルを作って管理</a:t>
            </a:r>
            <a:r>
              <a:rPr lang="ja-JP" altLang="en-US" sz="2400" dirty="0"/>
              <a:t>します。</a:t>
            </a:r>
            <a:endParaRPr lang="en-US" altLang="ja-JP" sz="2400" dirty="0"/>
          </a:p>
          <a:p>
            <a:r>
              <a:rPr lang="ja-JP" altLang="en-US" sz="2400" dirty="0"/>
              <a:t>簡単なタイトル画面からの遷移を練習します。</a:t>
            </a:r>
            <a:endParaRPr lang="en-US" altLang="ja-JP" sz="2400" dirty="0"/>
          </a:p>
        </p:txBody>
      </p:sp>
    </p:spTree>
    <p:extLst>
      <p:ext uri="{BB962C8B-B14F-4D97-AF65-F5344CB8AC3E}">
        <p14:creationId xmlns:p14="http://schemas.microsoft.com/office/powerpoint/2010/main" val="41002898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シーン切り替え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66509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シーンファイルは実はこれまで自動で作られていました。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Assets &gt; Scenes</a:t>
            </a:r>
            <a:r>
              <a:rPr lang="en-US" altLang="ja-JP" sz="2400" dirty="0"/>
              <a:t> </a:t>
            </a:r>
            <a:r>
              <a:rPr lang="ja-JP" altLang="en-US" sz="2400" dirty="0"/>
              <a:t>の中にある</a:t>
            </a:r>
            <a:r>
              <a:rPr lang="en-US" altLang="ja-JP" sz="2400" b="1" dirty="0" err="1">
                <a:solidFill>
                  <a:srgbClr val="FF0000"/>
                </a:solidFill>
              </a:rPr>
              <a:t>SampleScene</a:t>
            </a:r>
            <a:r>
              <a:rPr lang="ja-JP" altLang="en-US" sz="2400" dirty="0"/>
              <a:t>がシーンファイルになります。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05828DE4-976E-4605-890D-FE43CDCE0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6"/>
            <a:ext cx="5532029" cy="3899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945935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シーン切り替え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50452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 err="1"/>
              <a:t>SampleScene</a:t>
            </a:r>
            <a:r>
              <a:rPr lang="ja-JP" altLang="en-US" sz="2400" dirty="0"/>
              <a:t>は削除して新たにシーンファイルを追加しましょう。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B6ECAD99-FBB6-4347-9863-5FB3528919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1817795"/>
            <a:ext cx="8594387" cy="4570732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E09B749C-F1B9-4742-B9DD-C77D0352980F}"/>
              </a:ext>
            </a:extLst>
          </p:cNvPr>
          <p:cNvSpPr/>
          <p:nvPr/>
        </p:nvSpPr>
        <p:spPr>
          <a:xfrm rot="8449520">
            <a:off x="7135907" y="2232212"/>
            <a:ext cx="591671" cy="349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03431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シーン切り替え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03351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追加したシーンに</a:t>
            </a:r>
            <a:r>
              <a:rPr lang="en-US" altLang="ja-JP" sz="2400" dirty="0"/>
              <a:t>Title</a:t>
            </a:r>
            <a:r>
              <a:rPr lang="ja-JP" altLang="en-US" sz="2400" dirty="0"/>
              <a:t>と名前を付けて、</a:t>
            </a:r>
            <a:endParaRPr lang="en-US" altLang="ja-JP" sz="2400" dirty="0"/>
          </a:p>
          <a:p>
            <a:r>
              <a:rPr lang="ja-JP" altLang="en-US" sz="2400" dirty="0"/>
              <a:t>他のシーンと区別がつくように適当にオブジェクトを配置しましょう。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4EC9346B-BD85-44E2-A1DD-B54EB430C3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7"/>
            <a:ext cx="8357840" cy="4178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46715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シーン切り替え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20609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もう１つ</a:t>
            </a:r>
            <a:r>
              <a:rPr lang="en-US" altLang="ja-JP" sz="2400" dirty="0"/>
              <a:t>Play</a:t>
            </a:r>
            <a:r>
              <a:rPr lang="ja-JP" altLang="en-US" sz="2400" dirty="0"/>
              <a:t>というシーンを追加して、</a:t>
            </a:r>
            <a:endParaRPr lang="en-US" altLang="ja-JP" sz="2400" dirty="0"/>
          </a:p>
          <a:p>
            <a:r>
              <a:rPr lang="en-US" altLang="ja-JP" sz="2400" dirty="0"/>
              <a:t>Title</a:t>
            </a:r>
            <a:r>
              <a:rPr lang="ja-JP" altLang="en-US" sz="2400" dirty="0"/>
              <a:t>と区別がつくようにオブジェクトを配置しましょう。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3C45B42-F35B-463A-8916-0F0C71E949D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907181" cy="24565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3247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シーン切り替え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7702750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Title</a:t>
            </a:r>
            <a:r>
              <a:rPr lang="ja-JP" altLang="en-US" sz="2400" dirty="0"/>
              <a:t>から</a:t>
            </a:r>
            <a:r>
              <a:rPr lang="en-US" altLang="ja-JP" sz="2400" dirty="0"/>
              <a:t>Play</a:t>
            </a:r>
            <a:r>
              <a:rPr lang="ja-JP" altLang="en-US" sz="2400" dirty="0"/>
              <a:t>に切り替える処理を作るのですが、</a:t>
            </a:r>
            <a:endParaRPr lang="en-US" altLang="ja-JP" sz="2400" dirty="0"/>
          </a:p>
          <a:p>
            <a:r>
              <a:rPr lang="ja-JP" altLang="en-US" sz="2400" dirty="0"/>
              <a:t>作る前に、</a:t>
            </a:r>
            <a:r>
              <a:rPr lang="en-US" altLang="ja-JP" sz="2400" dirty="0"/>
              <a:t>Unity</a:t>
            </a:r>
            <a:r>
              <a:rPr lang="ja-JP" altLang="en-US" sz="2400" dirty="0"/>
              <a:t>に</a:t>
            </a:r>
            <a:r>
              <a:rPr lang="ja-JP" altLang="en-US" sz="2400" b="1" dirty="0">
                <a:solidFill>
                  <a:srgbClr val="FF0000"/>
                </a:solidFill>
              </a:rPr>
              <a:t>シーンを登録</a:t>
            </a:r>
            <a:r>
              <a:rPr lang="ja-JP" altLang="en-US" sz="2400" dirty="0"/>
              <a:t>する必要があります。</a:t>
            </a:r>
            <a:endParaRPr lang="en-US" altLang="ja-JP" sz="2400" dirty="0"/>
          </a:p>
          <a:p>
            <a:r>
              <a:rPr lang="en-US" altLang="ja-JP" sz="2400" b="1" dirty="0">
                <a:solidFill>
                  <a:srgbClr val="FF0000"/>
                </a:solidFill>
              </a:rPr>
              <a:t>File &gt; Build Settings </a:t>
            </a:r>
            <a:r>
              <a:rPr lang="ja-JP" altLang="en-US" sz="2400" dirty="0"/>
              <a:t>を選択しましょう。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E3C5F230-9066-4DA6-A96C-79162472163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556457"/>
            <a:ext cx="4300293" cy="3944551"/>
          </a:xfrm>
          <a:prstGeom prst="rect">
            <a:avLst/>
          </a:prstGeom>
        </p:spPr>
      </p:pic>
      <p:sp>
        <p:nvSpPr>
          <p:cNvPr id="7" name="矢印: 右 6">
            <a:extLst>
              <a:ext uri="{FF2B5EF4-FFF2-40B4-BE49-F238E27FC236}">
                <a16:creationId xmlns:a16="http://schemas.microsoft.com/office/drawing/2014/main" id="{A1717191-1BFD-410E-8EEE-672F01EC802B}"/>
              </a:ext>
            </a:extLst>
          </p:cNvPr>
          <p:cNvSpPr/>
          <p:nvPr/>
        </p:nvSpPr>
        <p:spPr>
          <a:xfrm rot="8449520">
            <a:off x="2017060" y="5334001"/>
            <a:ext cx="591671" cy="349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825914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シーン切り替え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91101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Build Setting </a:t>
            </a:r>
            <a:r>
              <a:rPr lang="ja-JP" altLang="en-US" sz="2400" dirty="0"/>
              <a:t>画面の上側の空いているスペースに、</a:t>
            </a:r>
            <a:endParaRPr lang="en-US" altLang="ja-JP" sz="2400" dirty="0"/>
          </a:p>
          <a:p>
            <a:r>
              <a:rPr lang="ja-JP" altLang="en-US" sz="2400" dirty="0"/>
              <a:t>今回作成したシーンファイルをドラッグ＆ドロップしましょう。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CF8AE395-3C0A-4576-82E5-88F455F121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6"/>
            <a:ext cx="5718497" cy="3344098"/>
          </a:xfrm>
          <a:prstGeom prst="rect">
            <a:avLst/>
          </a:prstGeom>
        </p:spPr>
      </p:pic>
      <p:sp>
        <p:nvSpPr>
          <p:cNvPr id="8" name="矢印: 右 7">
            <a:extLst>
              <a:ext uri="{FF2B5EF4-FFF2-40B4-BE49-F238E27FC236}">
                <a16:creationId xmlns:a16="http://schemas.microsoft.com/office/drawing/2014/main" id="{4AA2B138-8DD9-4AF0-9981-60452FB31C40}"/>
              </a:ext>
            </a:extLst>
          </p:cNvPr>
          <p:cNvSpPr/>
          <p:nvPr/>
        </p:nvSpPr>
        <p:spPr>
          <a:xfrm rot="18406758">
            <a:off x="824083" y="3935564"/>
            <a:ext cx="1934642" cy="349624"/>
          </a:xfrm>
          <a:prstGeom prst="rightArrow">
            <a:avLst/>
          </a:prstGeom>
          <a:solidFill>
            <a:srgbClr val="FF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C9C6D0D2-73D4-4B5C-8515-2A883D7FB526}"/>
              </a:ext>
            </a:extLst>
          </p:cNvPr>
          <p:cNvSpPr txBox="1"/>
          <p:nvPr/>
        </p:nvSpPr>
        <p:spPr>
          <a:xfrm>
            <a:off x="567542" y="5670924"/>
            <a:ext cx="849463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b="1" dirty="0">
                <a:solidFill>
                  <a:srgbClr val="FF0000"/>
                </a:solidFill>
              </a:rPr>
              <a:t>※</a:t>
            </a:r>
            <a:r>
              <a:rPr lang="ja-JP" altLang="en-US" sz="2400" b="1" dirty="0">
                <a:solidFill>
                  <a:srgbClr val="FF0000"/>
                </a:solidFill>
              </a:rPr>
              <a:t>一番上には最初に開いてほしいシーンを配置しましょう。</a:t>
            </a:r>
            <a:endParaRPr lang="en-US" altLang="ja-JP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27855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シーン切り替え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8714245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2400" dirty="0"/>
              <a:t>シーン切り替えはスクリプトで処理します。</a:t>
            </a:r>
            <a:endParaRPr lang="en-US" altLang="ja-JP" sz="2400" dirty="0"/>
          </a:p>
          <a:p>
            <a:r>
              <a:rPr lang="en-US" altLang="ja-JP" sz="2400" dirty="0" err="1"/>
              <a:t>Title.cs</a:t>
            </a:r>
            <a:r>
              <a:rPr lang="ja-JP" altLang="en-US" sz="2400" dirty="0"/>
              <a:t>を追加して、</a:t>
            </a:r>
            <a:r>
              <a:rPr lang="en-US" altLang="ja-JP" sz="2400" dirty="0"/>
              <a:t>Update</a:t>
            </a:r>
            <a:r>
              <a:rPr lang="ja-JP" altLang="en-US" sz="2400" dirty="0"/>
              <a:t>関数に以下を書いてみましょう。</a:t>
            </a:r>
            <a:endParaRPr lang="en-US" altLang="ja-JP" sz="2400" dirty="0"/>
          </a:p>
        </p:txBody>
      </p:sp>
      <p:pic>
        <p:nvPicPr>
          <p:cNvPr id="3" name="図 2">
            <a:extLst>
              <a:ext uri="{FF2B5EF4-FFF2-40B4-BE49-F238E27FC236}">
                <a16:creationId xmlns:a16="http://schemas.microsoft.com/office/drawing/2014/main" id="{9E9AFDAC-6B90-424D-BF2B-4B91538337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1" y="2187125"/>
            <a:ext cx="10228229" cy="38909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64335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A13BF46-B8C5-48AA-8308-C9ECFF431A18}"/>
              </a:ext>
            </a:extLst>
          </p:cNvPr>
          <p:cNvSpPr txBox="1"/>
          <p:nvPr/>
        </p:nvSpPr>
        <p:spPr>
          <a:xfrm>
            <a:off x="567542" y="491954"/>
            <a:ext cx="305724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ja-JP" altLang="en-US" sz="3200" b="1" u="sng" dirty="0"/>
              <a:t>シーン切り替え</a:t>
            </a:r>
            <a:endParaRPr kumimoji="1" lang="ja-JP" altLang="en-US" sz="3200" b="1" u="sng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5830AD6-028B-4C4E-80BF-B70DFC1C3A46}"/>
              </a:ext>
            </a:extLst>
          </p:cNvPr>
          <p:cNvSpPr txBox="1"/>
          <p:nvPr/>
        </p:nvSpPr>
        <p:spPr>
          <a:xfrm>
            <a:off x="567542" y="1216429"/>
            <a:ext cx="10551286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ja-JP" sz="2400" dirty="0"/>
              <a:t>Title</a:t>
            </a:r>
            <a:r>
              <a:rPr lang="ja-JP" altLang="en-US" sz="2400" dirty="0"/>
              <a:t>シーンを開いだ状態でゲームを開始して、</a:t>
            </a:r>
            <a:r>
              <a:rPr lang="en-US" altLang="ja-JP" sz="2400" dirty="0"/>
              <a:t>Z</a:t>
            </a:r>
            <a:r>
              <a:rPr lang="ja-JP" altLang="en-US" sz="2400" dirty="0"/>
              <a:t>キーを押してみましょう。</a:t>
            </a:r>
            <a:endParaRPr lang="en-US" altLang="ja-JP" sz="2400" dirty="0"/>
          </a:p>
          <a:p>
            <a:r>
              <a:rPr lang="ja-JP" altLang="en-US" sz="2400" dirty="0"/>
              <a:t>プレイシーンに切り替わるはずです。</a:t>
            </a:r>
            <a:endParaRPr lang="en-US" altLang="ja-JP" sz="2400" dirty="0"/>
          </a:p>
        </p:txBody>
      </p:sp>
      <p:pic>
        <p:nvPicPr>
          <p:cNvPr id="5" name="図 4">
            <a:extLst>
              <a:ext uri="{FF2B5EF4-FFF2-40B4-BE49-F238E27FC236}">
                <a16:creationId xmlns:a16="http://schemas.microsoft.com/office/drawing/2014/main" id="{315E6B33-D4C6-4457-933B-9FC78B4C621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7542" y="2187127"/>
            <a:ext cx="9371716" cy="4016450"/>
          </a:xfrm>
          <a:prstGeom prst="rect">
            <a:avLst/>
          </a:prstGeom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46E5301-E562-4832-921C-CD0B2F4A564E}"/>
              </a:ext>
            </a:extLst>
          </p:cNvPr>
          <p:cNvSpPr txBox="1"/>
          <p:nvPr/>
        </p:nvSpPr>
        <p:spPr>
          <a:xfrm>
            <a:off x="766569" y="3107776"/>
            <a:ext cx="3855543" cy="307777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ja-JP" altLang="en-US" sz="1400" dirty="0"/>
              <a:t>開いているシーンは</a:t>
            </a:r>
            <a:r>
              <a:rPr lang="en-US" altLang="ja-JP" sz="1400" dirty="0"/>
              <a:t>Hierarchy</a:t>
            </a:r>
            <a:r>
              <a:rPr lang="ja-JP" altLang="en-US" sz="1400" dirty="0"/>
              <a:t>に表示されます</a:t>
            </a:r>
            <a:endParaRPr lang="en-US" altLang="ja-JP" sz="1400" dirty="0"/>
          </a:p>
        </p:txBody>
      </p:sp>
    </p:spTree>
    <p:extLst>
      <p:ext uri="{BB962C8B-B14F-4D97-AF65-F5344CB8AC3E}">
        <p14:creationId xmlns:p14="http://schemas.microsoft.com/office/powerpoint/2010/main" val="17100986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1342</TotalTime>
  <Words>266</Words>
  <Application>Microsoft Office PowerPoint</Application>
  <PresentationFormat>ワイド画面</PresentationFormat>
  <Paragraphs>32</Paragraphs>
  <Slides>9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3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9</vt:i4>
      </vt:variant>
    </vt:vector>
  </HeadingPairs>
  <TitlesOfParts>
    <vt:vector size="13" baseType="lpstr"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北九州校　ゲーム</dc:creator>
  <cp:lastModifiedBy>北九州校　ゲーム</cp:lastModifiedBy>
  <cp:revision>114</cp:revision>
  <dcterms:created xsi:type="dcterms:W3CDTF">2024-08-27T02:15:54Z</dcterms:created>
  <dcterms:modified xsi:type="dcterms:W3CDTF">2024-10-07T02:44:31Z</dcterms:modified>
</cp:coreProperties>
</file>