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31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Collider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4163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kumimoji="1" lang="ja-JP" altLang="en-US" sz="2400" dirty="0"/>
              <a:t>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当たり判定</a:t>
            </a:r>
            <a:r>
              <a:rPr kumimoji="1" lang="ja-JP" altLang="en-US" sz="2400" dirty="0"/>
              <a:t>をサポートする機能がいくつかありますが、</a:t>
            </a:r>
            <a:endParaRPr kumimoji="1" lang="en-US" altLang="ja-JP" sz="2400" dirty="0"/>
          </a:p>
          <a:p>
            <a:r>
              <a:rPr lang="ja-JP" altLang="en-US" sz="2400" dirty="0"/>
              <a:t>代表的なものは</a:t>
            </a:r>
            <a:r>
              <a:rPr lang="en-US" altLang="ja-JP" sz="2400" b="1" dirty="0">
                <a:solidFill>
                  <a:srgbClr val="FF0000"/>
                </a:solidFill>
              </a:rPr>
              <a:t>Collider</a:t>
            </a:r>
            <a:r>
              <a:rPr lang="ja-JP" altLang="en-US" sz="2400" b="1" dirty="0">
                <a:solidFill>
                  <a:srgbClr val="FF0000"/>
                </a:solidFill>
              </a:rPr>
              <a:t>（コライダー）</a:t>
            </a:r>
            <a:r>
              <a:rPr lang="ja-JP" altLang="en-US" sz="2400" dirty="0"/>
              <a:t>と呼ばれるものです。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Collider</a:t>
            </a:r>
            <a:r>
              <a:rPr lang="ja-JP" altLang="en-US" sz="2400" dirty="0"/>
              <a:t>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当たり判定の形状</a:t>
            </a:r>
            <a:r>
              <a:rPr lang="ja-JP" altLang="en-US" sz="2400" dirty="0"/>
              <a:t>を管理するコンポーネントになります。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31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Collider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キューブを１つ追加しましょう。</a:t>
            </a:r>
            <a:endParaRPr kumimoji="1" lang="en-US" altLang="ja-JP" sz="2400" dirty="0"/>
          </a:p>
          <a:p>
            <a:r>
              <a:rPr lang="ja-JP" altLang="en-US" sz="2400" dirty="0"/>
              <a:t>追加したらインスペクターを確認してみましょう。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C836C-80B9-4B04-A7F8-18989597C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2429604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97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31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Collider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515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既に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Box Collider</a:t>
            </a:r>
            <a:r>
              <a:rPr kumimoji="1" lang="ja-JP" altLang="en-US" sz="2400" dirty="0"/>
              <a:t>というコンポーネントがついています。</a:t>
            </a:r>
            <a:endParaRPr kumimoji="1" lang="en-US" altLang="ja-JP" sz="2400" dirty="0"/>
          </a:p>
          <a:p>
            <a:r>
              <a:rPr lang="ja-JP" altLang="en-US" sz="2400" dirty="0"/>
              <a:t>これが当たり判定に使用する</a:t>
            </a:r>
            <a:r>
              <a:rPr lang="en-US" altLang="ja-JP" sz="2400" dirty="0"/>
              <a:t>Collider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AC836C-80B9-4B04-A7F8-18989597C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2429604" cy="417892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012DBFC-8A8F-4159-9BF7-47062FD163CF}"/>
              </a:ext>
            </a:extLst>
          </p:cNvPr>
          <p:cNvSpPr/>
          <p:nvPr/>
        </p:nvSpPr>
        <p:spPr>
          <a:xfrm>
            <a:off x="465823" y="4928324"/>
            <a:ext cx="2627001" cy="830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665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31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Collider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390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Center</a:t>
            </a:r>
            <a:r>
              <a:rPr lang="ja-JP" altLang="en-US" sz="2400" dirty="0"/>
              <a:t>の値を編集すると</a:t>
            </a:r>
            <a:r>
              <a:rPr lang="ja-JP" altLang="en-US" sz="2400" b="1" dirty="0">
                <a:solidFill>
                  <a:srgbClr val="FF0000"/>
                </a:solidFill>
              </a:rPr>
              <a:t>当たり判定の中心位置</a:t>
            </a:r>
            <a:r>
              <a:rPr lang="ja-JP" altLang="en-US" sz="2400" dirty="0"/>
              <a:t>を編集できます。</a:t>
            </a:r>
            <a:endParaRPr lang="en-US" altLang="ja-JP" sz="2400" dirty="0"/>
          </a:p>
          <a:p>
            <a:r>
              <a:rPr lang="ja-JP" altLang="en-US" sz="2400" dirty="0"/>
              <a:t>複雑なモデルの当たり判定を設定する場合は使用したりします。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F48A74C-DC86-4A77-854F-87AE8750B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383675"/>
            <a:ext cx="8863290" cy="3982371"/>
          </a:xfrm>
          <a:prstGeom prst="rect">
            <a:avLst/>
          </a:prstGeom>
        </p:spPr>
      </p:pic>
      <p:sp>
        <p:nvSpPr>
          <p:cNvPr id="8" name="矢印: 下 7">
            <a:extLst>
              <a:ext uri="{FF2B5EF4-FFF2-40B4-BE49-F238E27FC236}">
                <a16:creationId xmlns:a16="http://schemas.microsoft.com/office/drawing/2014/main" id="{37064471-AA9B-401F-B9A1-201D10C0CE57}"/>
              </a:ext>
            </a:extLst>
          </p:cNvPr>
          <p:cNvSpPr/>
          <p:nvPr/>
        </p:nvSpPr>
        <p:spPr>
          <a:xfrm rot="8439064">
            <a:off x="6586230" y="5683440"/>
            <a:ext cx="293378" cy="451151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5005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31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Collider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010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Size</a:t>
            </a:r>
            <a:r>
              <a:rPr lang="ja-JP" altLang="en-US" sz="2400" dirty="0"/>
              <a:t>の値を編集すると</a:t>
            </a:r>
            <a:r>
              <a:rPr lang="ja-JP" altLang="en-US" sz="2400" b="1" dirty="0">
                <a:solidFill>
                  <a:srgbClr val="FF0000"/>
                </a:solidFill>
              </a:rPr>
              <a:t>当たり判定の大きさ</a:t>
            </a:r>
            <a:r>
              <a:rPr lang="ja-JP" altLang="en-US" sz="2400" dirty="0"/>
              <a:t>を編集できます。</a:t>
            </a:r>
            <a:endParaRPr lang="en-US" altLang="ja-JP" sz="2400" dirty="0"/>
          </a:p>
          <a:p>
            <a:r>
              <a:rPr lang="ja-JP" altLang="en-US" sz="2400" dirty="0"/>
              <a:t>見た目よりも大きく判定を取りたい時などに使用します。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F98A9CA-4C20-40E3-8BD9-5BE1207B2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09352"/>
            <a:ext cx="9337941" cy="3637024"/>
          </a:xfrm>
          <a:prstGeom prst="rect">
            <a:avLst/>
          </a:prstGeom>
        </p:spPr>
      </p:pic>
      <p:sp>
        <p:nvSpPr>
          <p:cNvPr id="9" name="矢印: 下 8">
            <a:extLst>
              <a:ext uri="{FF2B5EF4-FFF2-40B4-BE49-F238E27FC236}">
                <a16:creationId xmlns:a16="http://schemas.microsoft.com/office/drawing/2014/main" id="{BA05010E-08BC-4F29-B7A1-B033D4BCBC58}"/>
              </a:ext>
            </a:extLst>
          </p:cNvPr>
          <p:cNvSpPr/>
          <p:nvPr/>
        </p:nvSpPr>
        <p:spPr>
          <a:xfrm rot="8439064">
            <a:off x="7133078" y="5475976"/>
            <a:ext cx="293378" cy="451151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3285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731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Collider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106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Center</a:t>
            </a:r>
            <a:r>
              <a:rPr lang="ja-JP" altLang="en-US" sz="2400" dirty="0"/>
              <a:t>や</a:t>
            </a:r>
            <a:r>
              <a:rPr lang="en-US" altLang="ja-JP" sz="2400" dirty="0"/>
              <a:t>Size</a:t>
            </a:r>
            <a:r>
              <a:rPr lang="ja-JP" altLang="en-US" sz="2400" dirty="0"/>
              <a:t>は、</a:t>
            </a:r>
            <a:r>
              <a:rPr lang="en-US" altLang="ja-JP" sz="2400" b="1" dirty="0">
                <a:solidFill>
                  <a:srgbClr val="FF0000"/>
                </a:solidFill>
              </a:rPr>
              <a:t>Transform</a:t>
            </a:r>
            <a:r>
              <a:rPr lang="ja-JP" altLang="en-US" sz="2400" b="1" dirty="0">
                <a:solidFill>
                  <a:srgbClr val="FF0000"/>
                </a:solidFill>
              </a:rPr>
              <a:t>による配置が基準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en-US" altLang="ja-JP" sz="2400" dirty="0"/>
              <a:t>Transform</a:t>
            </a:r>
            <a:r>
              <a:rPr lang="ja-JP" altLang="en-US" sz="2400" dirty="0"/>
              <a:t>を書き換えて形状が変わっても、</a:t>
            </a:r>
            <a:endParaRPr lang="en-US" altLang="ja-JP" sz="2400" dirty="0"/>
          </a:p>
          <a:p>
            <a:r>
              <a:rPr lang="ja-JP" altLang="en-US" sz="2400" dirty="0"/>
              <a:t>その度に</a:t>
            </a:r>
            <a:r>
              <a:rPr lang="en-US" altLang="ja-JP" sz="2400" dirty="0"/>
              <a:t>Collider</a:t>
            </a:r>
            <a:r>
              <a:rPr lang="ja-JP" altLang="en-US" sz="2400" dirty="0"/>
              <a:t>の値を変える必要はありません。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0F383B6-5F1B-4EE3-B533-93E378F53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4649917" cy="303169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1DE896-80C6-430F-B2FE-B3080BFF70C1}"/>
              </a:ext>
            </a:extLst>
          </p:cNvPr>
          <p:cNvSpPr txBox="1"/>
          <p:nvPr/>
        </p:nvSpPr>
        <p:spPr>
          <a:xfrm>
            <a:off x="567542" y="5727851"/>
            <a:ext cx="6502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こんな風にしても</a:t>
            </a:r>
            <a:r>
              <a:rPr lang="en-US" altLang="ja-JP" sz="2400" dirty="0"/>
              <a:t>Collider</a:t>
            </a:r>
            <a:r>
              <a:rPr lang="ja-JP" altLang="en-US" sz="2400" dirty="0"/>
              <a:t>をいじる必要はなし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29452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62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Rigidbody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7273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当たり判定ができるようになったので、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オブジェクト同士をぶつける</a:t>
            </a:r>
            <a:r>
              <a:rPr lang="ja-JP" altLang="en-US" sz="2400" dirty="0"/>
              <a:t>ことができるようになりました。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Unity</a:t>
            </a:r>
            <a:r>
              <a:rPr lang="ja-JP" altLang="en-US" sz="2400" dirty="0"/>
              <a:t>にはオブジェクトがぶつかったときの</a:t>
            </a:r>
            <a:r>
              <a:rPr lang="ja-JP" altLang="en-US" sz="2400" b="1" dirty="0">
                <a:solidFill>
                  <a:srgbClr val="FF0000"/>
                </a:solidFill>
              </a:rPr>
              <a:t>物理的な挙動をサポート</a:t>
            </a:r>
            <a:r>
              <a:rPr lang="ja-JP" altLang="en-US" sz="2400" dirty="0"/>
              <a:t>する、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FF0000"/>
                </a:solidFill>
              </a:rPr>
              <a:t>Rigidbody</a:t>
            </a:r>
            <a:r>
              <a:rPr lang="ja-JP" altLang="en-US" sz="2400" dirty="0"/>
              <a:t>というコンポーネントが存在します。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これを使えば、ぶつかったときの押し戻しはもちろん、</a:t>
            </a:r>
            <a:endParaRPr lang="en-US" altLang="ja-JP" sz="2400" dirty="0"/>
          </a:p>
          <a:p>
            <a:r>
              <a:rPr lang="ja-JP" altLang="en-US" sz="2400" dirty="0"/>
              <a:t>坂道を転がったり、物を押したりする挙動も簡単に実装できます。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24046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62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Rigidbody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730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キューブを坂のように配置して、その上に球（</a:t>
            </a:r>
            <a:r>
              <a:rPr lang="en-US" altLang="ja-JP" sz="2400" dirty="0"/>
              <a:t>Sphere</a:t>
            </a:r>
            <a:r>
              <a:rPr lang="ja-JP" altLang="en-US" sz="2400" dirty="0"/>
              <a:t>）を配置しましょう。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440A7D8-6D08-4C2D-83F7-A62E49010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556291" cy="38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83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62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Rigidbody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72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球のオブジェクトに</a:t>
            </a:r>
            <a:r>
              <a:rPr lang="en-US" altLang="ja-JP" sz="2400" dirty="0" err="1"/>
              <a:t>Rigidbody</a:t>
            </a:r>
            <a:r>
              <a:rPr lang="ja-JP" altLang="en-US" sz="2400" dirty="0"/>
              <a:t>コンポーネントを追加しましょう。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99917DC-68F6-4682-93EA-7ABC45920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2561140" cy="457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43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62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Rigidbody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実行すると球が落下して、坂道を転がります。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BCC8708-9F67-4E63-B81B-06C1E0586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403817" cy="407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98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62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Rigidbody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障害物をおいてもちゃんとぶつかります。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CDCB847-9DE3-454D-97BA-531C35ED1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129652" cy="36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681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309</Words>
  <Application>Microsoft Office PowerPoint</Application>
  <PresentationFormat>ワイド画面</PresentationFormat>
  <Paragraphs>40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36</cp:revision>
  <dcterms:created xsi:type="dcterms:W3CDTF">2024-08-27T02:15:54Z</dcterms:created>
  <dcterms:modified xsi:type="dcterms:W3CDTF">2024-09-20T04:44:30Z</dcterms:modified>
</cp:coreProperties>
</file>