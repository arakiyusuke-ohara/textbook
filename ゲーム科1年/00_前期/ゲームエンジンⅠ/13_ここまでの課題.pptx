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ここまでの課題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サンプルの通りに動作するゲームを作りましょう。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759923B-79CD-4545-B721-F5A066F2D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7860994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ここまでの課題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101116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仕様は以下の通りです。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■基本仕様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１．プレイヤーはカーソルキーで操作できる</a:t>
            </a:r>
            <a:endParaRPr lang="en-US" altLang="ja-JP" sz="2400" dirty="0"/>
          </a:p>
          <a:p>
            <a:r>
              <a:rPr kumimoji="1" lang="ja-JP" altLang="en-US" sz="2400" dirty="0"/>
              <a:t>２．</a:t>
            </a:r>
            <a:r>
              <a:rPr lang="en-US" altLang="ja-JP" sz="2400" dirty="0"/>
              <a:t>HP</a:t>
            </a:r>
            <a:r>
              <a:rPr lang="ja-JP" altLang="en-US" sz="2400" dirty="0"/>
              <a:t>が左上に表示されている</a:t>
            </a:r>
            <a:endParaRPr lang="en-US" altLang="ja-JP" sz="2400" dirty="0"/>
          </a:p>
          <a:p>
            <a:r>
              <a:rPr kumimoji="1" lang="ja-JP" altLang="en-US" sz="2400" dirty="0"/>
              <a:t>３．スコアが右上に表示されている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HP</a:t>
            </a:r>
          </a:p>
          <a:p>
            <a:r>
              <a:rPr kumimoji="1" lang="ja-JP" altLang="en-US" sz="2400" dirty="0"/>
              <a:t>１．</a:t>
            </a:r>
            <a:r>
              <a:rPr kumimoji="1" lang="en-US" altLang="ja-JP" sz="2400" dirty="0"/>
              <a:t>HP</a:t>
            </a:r>
            <a:r>
              <a:rPr kumimoji="1" lang="ja-JP" altLang="en-US" sz="2400" dirty="0"/>
              <a:t>の数値の数だけ左上にハートが表示される</a:t>
            </a:r>
            <a:endParaRPr kumimoji="1" lang="en-US" altLang="ja-JP" sz="2400" dirty="0"/>
          </a:p>
          <a:p>
            <a:r>
              <a:rPr lang="ja-JP" altLang="en-US" sz="2400" dirty="0"/>
              <a:t>２．赤いゲートをくぐると</a:t>
            </a:r>
            <a:r>
              <a:rPr lang="en-US" altLang="ja-JP" sz="2400" dirty="0"/>
              <a:t>HP</a:t>
            </a:r>
            <a:r>
              <a:rPr lang="ja-JP" altLang="en-US" sz="2400" dirty="0"/>
              <a:t>が１つ減る</a:t>
            </a:r>
            <a:endParaRPr lang="en-US" altLang="ja-JP" sz="2400" dirty="0"/>
          </a:p>
          <a:p>
            <a:r>
              <a:rPr lang="ja-JP" altLang="en-US" sz="2400" dirty="0"/>
              <a:t>３．</a:t>
            </a:r>
            <a:r>
              <a:rPr lang="en-US" altLang="ja-JP" sz="2400" dirty="0"/>
              <a:t>HP</a:t>
            </a:r>
            <a:r>
              <a:rPr lang="ja-JP" altLang="en-US" sz="2400" dirty="0"/>
              <a:t>という文字とハートの画像アイコンでひとまとまりの</a:t>
            </a:r>
            <a:r>
              <a:rPr lang="en-US" altLang="ja-JP" sz="2400" dirty="0"/>
              <a:t>Prefab</a:t>
            </a:r>
            <a:r>
              <a:rPr lang="ja-JP" altLang="en-US" sz="2400" dirty="0"/>
              <a:t>にすること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9249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ここまでの課題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3719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仕様は以下の通りです。（その２）</a:t>
            </a:r>
            <a:endParaRPr lang="en-US" altLang="ja-JP" sz="2400" dirty="0"/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■スコア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１．青いゲートをくぐると一定のスコアが加算される。</a:t>
            </a:r>
            <a:endParaRPr lang="en-US" altLang="ja-JP" sz="2400" dirty="0"/>
          </a:p>
          <a:p>
            <a:r>
              <a:rPr lang="ja-JP" altLang="en-US" sz="2400" dirty="0"/>
              <a:t>２．</a:t>
            </a:r>
            <a:r>
              <a:rPr lang="en-US" altLang="ja-JP" sz="2400" dirty="0"/>
              <a:t>Score</a:t>
            </a:r>
            <a:r>
              <a:rPr lang="ja-JP" altLang="en-US" sz="2400" dirty="0"/>
              <a:t>という文字と数字部分はオブジェクトを分けること</a:t>
            </a:r>
            <a:endParaRPr lang="en-US" altLang="ja-JP" sz="2400" dirty="0"/>
          </a:p>
          <a:p>
            <a:r>
              <a:rPr lang="ja-JP" altLang="en-US" sz="2400" dirty="0"/>
              <a:t>３．</a:t>
            </a:r>
            <a:r>
              <a:rPr lang="en-US" altLang="ja-JP" sz="2400" dirty="0"/>
              <a:t>Score</a:t>
            </a:r>
            <a:r>
              <a:rPr lang="ja-JP" altLang="en-US" sz="2400" dirty="0"/>
              <a:t>という文字と数字部分をまとめた</a:t>
            </a:r>
            <a:r>
              <a:rPr lang="en-US" altLang="ja-JP" sz="2400" dirty="0"/>
              <a:t>Prefab</a:t>
            </a:r>
            <a:r>
              <a:rPr lang="ja-JP" altLang="en-US" sz="2400" dirty="0"/>
              <a:t>にすること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■各ゲート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１．赤ゲート、青ゲートともに</a:t>
            </a:r>
            <a:r>
              <a:rPr lang="en-US" altLang="ja-JP" sz="2400" dirty="0"/>
              <a:t>Prefab</a:t>
            </a:r>
            <a:r>
              <a:rPr lang="ja-JP" altLang="en-US" sz="2400" dirty="0"/>
              <a:t>で量産できるようにすること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903318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ここまでの課題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7942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仕様は以下の通りです。（その３）</a:t>
            </a:r>
            <a:endParaRPr lang="en-US" altLang="ja-JP" sz="2400" dirty="0"/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■そのほか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１．フォントは好きなものを使用して</a:t>
            </a:r>
            <a:r>
              <a:rPr lang="en-US" altLang="ja-JP" sz="2400" dirty="0"/>
              <a:t>OK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kumimoji="1" lang="ja-JP" altLang="en-US" sz="2400" dirty="0"/>
              <a:t>２．</a:t>
            </a:r>
            <a:r>
              <a:rPr lang="en-US" altLang="ja-JP" sz="2400" dirty="0"/>
              <a:t>HP</a:t>
            </a:r>
            <a:r>
              <a:rPr lang="ja-JP" altLang="en-US" sz="2400" dirty="0"/>
              <a:t>に使う画像も自由に使用して</a:t>
            </a:r>
            <a:r>
              <a:rPr lang="en-US" altLang="ja-JP" sz="2400" dirty="0"/>
              <a:t>OK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kumimoji="1" lang="ja-JP" altLang="en-US" sz="2400" dirty="0"/>
              <a:t>３．ゲートの配置も自由です。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見た目が破綻しないようにはしてください</a:t>
            </a:r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ゲートはくぐれる位置に配置してください</a:t>
            </a:r>
            <a:endParaRPr lang="en-US" altLang="ja-JP" sz="2400" dirty="0"/>
          </a:p>
          <a:p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71156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993</TotalTime>
  <Words>252</Words>
  <Application>Microsoft Office PowerPoint</Application>
  <PresentationFormat>ワイド画面</PresentationFormat>
  <Paragraphs>34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87</cp:revision>
  <dcterms:created xsi:type="dcterms:W3CDTF">2024-08-27T02:15:54Z</dcterms:created>
  <dcterms:modified xsi:type="dcterms:W3CDTF">2024-10-04T06:02:28Z</dcterms:modified>
</cp:coreProperties>
</file>