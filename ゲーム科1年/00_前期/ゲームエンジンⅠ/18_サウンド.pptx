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854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ゲーム中に流れる効果音や</a:t>
            </a:r>
            <a:r>
              <a:rPr lang="en-US" altLang="ja-JP" sz="2400" dirty="0"/>
              <a:t>BGM</a:t>
            </a:r>
            <a:r>
              <a:rPr lang="ja-JP" altLang="en-US" sz="2400" dirty="0"/>
              <a:t>を実装します。</a:t>
            </a:r>
            <a:endParaRPr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ではサウンドデータを</a:t>
            </a:r>
            <a:r>
              <a:rPr lang="en-US" altLang="ja-JP" sz="2400" b="1" dirty="0" err="1">
                <a:solidFill>
                  <a:srgbClr val="FF0000"/>
                </a:solidFill>
              </a:rPr>
              <a:t>AudioClip</a:t>
            </a:r>
            <a:r>
              <a:rPr lang="ja-JP" altLang="en-US" sz="2400" dirty="0"/>
              <a:t>というデータとして扱います。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641AB7F-7A9C-4051-9031-4DB67741F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379667" cy="337995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6AD773-FB79-4D95-AF6E-76210234A892}"/>
              </a:ext>
            </a:extLst>
          </p:cNvPr>
          <p:cNvSpPr txBox="1"/>
          <p:nvPr/>
        </p:nvSpPr>
        <p:spPr>
          <a:xfrm>
            <a:off x="567542" y="5706782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名前だけでも覚えておきましょう。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73031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00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Scripts/Sound</a:t>
            </a:r>
            <a:r>
              <a:rPr lang="ja-JP" altLang="en-US" sz="2400" b="1" dirty="0">
                <a:solidFill>
                  <a:srgbClr val="00B050"/>
                </a:solidFill>
              </a:rPr>
              <a:t>フォルダ</a:t>
            </a:r>
            <a:r>
              <a:rPr lang="ja-JP" altLang="en-US" sz="2400" dirty="0"/>
              <a:t>に</a:t>
            </a:r>
            <a:r>
              <a:rPr lang="en-US" altLang="ja-JP" sz="2400" b="1" dirty="0" err="1">
                <a:solidFill>
                  <a:srgbClr val="FF0000"/>
                </a:solidFill>
              </a:rPr>
              <a:t>SoundManager.cs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  <a:p>
            <a:r>
              <a:rPr lang="ja-JP" altLang="en-US" sz="2400" dirty="0"/>
              <a:t>ここに効果音、</a:t>
            </a:r>
            <a:r>
              <a:rPr lang="en-US" altLang="ja-JP" sz="2400" dirty="0"/>
              <a:t>BGM</a:t>
            </a:r>
            <a:r>
              <a:rPr lang="ja-JP" altLang="en-US" sz="2400" dirty="0"/>
              <a:t>に関連するプログラムを書いていきます。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7E44D33-BC31-46D8-A6D0-28C327E94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24180" cy="389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63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SoundManager.cs</a:t>
            </a:r>
            <a:r>
              <a:rPr lang="ja-JP" altLang="en-US" sz="2400" dirty="0"/>
              <a:t>を書きます（その１）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9862F0C-84A1-4EDD-BF22-8B4D6DB72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472017" cy="438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61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63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SoundManager.cs</a:t>
            </a:r>
            <a:r>
              <a:rPr lang="ja-JP" altLang="en-US" sz="2400" dirty="0"/>
              <a:t>を書きます（その２）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BDE1C1-3851-44D8-8144-C69BFA34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147253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1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63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SoundManager.cs</a:t>
            </a:r>
            <a:r>
              <a:rPr lang="ja-JP" altLang="en-US" sz="2400" dirty="0"/>
              <a:t>を書きます（その３）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032F53C-3426-4085-907D-7054FEE32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5963492" cy="469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4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63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SoundManager.cs</a:t>
            </a:r>
            <a:r>
              <a:rPr lang="ja-JP" altLang="en-US" sz="2400" dirty="0"/>
              <a:t>を書きます（その４）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B2CBDC7-281C-4518-9BA9-DE80CD7A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909023" cy="439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0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63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SoundManager.cs</a:t>
            </a:r>
            <a:r>
              <a:rPr lang="ja-JP" altLang="en-US" sz="2400" dirty="0"/>
              <a:t>を書きます（その５）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A7899A7-2CB0-44EE-9D0F-B1B5316E1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583897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7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90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空のオブジェクトを作成し、</a:t>
            </a:r>
            <a:endParaRPr lang="en-US" altLang="ja-JP" sz="2400" dirty="0"/>
          </a:p>
          <a:p>
            <a:r>
              <a:rPr lang="ja-JP" altLang="en-US" sz="2400" dirty="0"/>
              <a:t>そのオブジェクトに</a:t>
            </a:r>
            <a:r>
              <a:rPr lang="en-US" altLang="ja-JP" sz="2400" b="1" dirty="0" err="1">
                <a:solidFill>
                  <a:srgbClr val="00B050"/>
                </a:solidFill>
              </a:rPr>
              <a:t>SoundManager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1FAD18-C749-4B9A-928F-6925E644C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55676"/>
            <a:ext cx="4750014" cy="357895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2DD073A-4664-4D14-9357-E7DFFD37D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508" y="2355676"/>
            <a:ext cx="3613540" cy="39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9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45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オブジェクトを</a:t>
            </a:r>
            <a:r>
              <a:rPr lang="en-US" altLang="ja-JP" sz="2400" b="1" dirty="0">
                <a:solidFill>
                  <a:srgbClr val="0070C0"/>
                </a:solidFill>
              </a:rPr>
              <a:t>Prefab</a:t>
            </a:r>
            <a:r>
              <a:rPr lang="ja-JP" altLang="en-US" sz="2400" b="1" dirty="0">
                <a:solidFill>
                  <a:srgbClr val="0070C0"/>
                </a:solidFill>
              </a:rPr>
              <a:t>化</a:t>
            </a:r>
            <a:r>
              <a:rPr lang="ja-JP" altLang="en-US" sz="2400" dirty="0"/>
              <a:t>して、</a:t>
            </a:r>
            <a:r>
              <a:rPr lang="en-US" altLang="ja-JP" sz="2400" b="1" dirty="0">
                <a:solidFill>
                  <a:srgbClr val="0070C0"/>
                </a:solidFill>
              </a:rPr>
              <a:t>Prefab</a:t>
            </a:r>
            <a:r>
              <a:rPr lang="ja-JP" altLang="en-US" sz="2400" dirty="0"/>
              <a:t>を編集していきます。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20C0E5F-9AB5-4072-9060-5DA94DD14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453564" cy="4680545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25944F5-EB55-49CB-9464-91E072964798}"/>
              </a:ext>
            </a:extLst>
          </p:cNvPr>
          <p:cNvCxnSpPr/>
          <p:nvPr/>
        </p:nvCxnSpPr>
        <p:spPr>
          <a:xfrm>
            <a:off x="1228165" y="3074894"/>
            <a:ext cx="896470" cy="27700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90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958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SEClips</a:t>
            </a:r>
            <a:r>
              <a:rPr lang="en-US" altLang="ja-JP" sz="2400" dirty="0"/>
              <a:t>, </a:t>
            </a:r>
            <a:r>
              <a:rPr lang="en-US" altLang="ja-JP" sz="2400" b="1" dirty="0" err="1">
                <a:solidFill>
                  <a:srgbClr val="0070C0"/>
                </a:solidFill>
              </a:rPr>
              <a:t>BGMClips</a:t>
            </a:r>
            <a:r>
              <a:rPr lang="ja-JP" altLang="en-US" sz="2400" dirty="0"/>
              <a:t>を設定していきます。</a:t>
            </a:r>
            <a:endParaRPr lang="en-US" altLang="ja-JP" sz="2400" dirty="0"/>
          </a:p>
          <a:p>
            <a:r>
              <a:rPr lang="ja-JP" altLang="en-US" sz="2400" dirty="0"/>
              <a:t>この時、</a:t>
            </a:r>
            <a:r>
              <a:rPr lang="ja-JP" altLang="en-US" sz="2400" b="1" dirty="0">
                <a:solidFill>
                  <a:srgbClr val="FF0000"/>
                </a:solidFill>
              </a:rPr>
              <a:t>スクリプト側の</a:t>
            </a:r>
            <a:r>
              <a:rPr lang="en-US" altLang="ja-JP" sz="2400" b="1" dirty="0" err="1">
                <a:solidFill>
                  <a:srgbClr val="FF0000"/>
                </a:solidFill>
              </a:rPr>
              <a:t>enum</a:t>
            </a:r>
            <a:r>
              <a:rPr lang="ja-JP" altLang="en-US" sz="2400" b="1" dirty="0">
                <a:solidFill>
                  <a:srgbClr val="FF0000"/>
                </a:solidFill>
              </a:rPr>
              <a:t>と同じ順番</a:t>
            </a:r>
            <a:r>
              <a:rPr lang="ja-JP" altLang="en-US" sz="2400" dirty="0"/>
              <a:t>になるようにしましょう。</a:t>
            </a:r>
            <a:endParaRPr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06A5017-58CD-4BEC-A264-0C674DB49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932252" cy="4178920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0B5993D-6010-4824-AF74-7444583D4041}"/>
              </a:ext>
            </a:extLst>
          </p:cNvPr>
          <p:cNvCxnSpPr>
            <a:cxnSpLocks/>
          </p:cNvCxnSpPr>
          <p:nvPr/>
        </p:nvCxnSpPr>
        <p:spPr>
          <a:xfrm flipV="1">
            <a:off x="1963271" y="3890682"/>
            <a:ext cx="5943600" cy="20977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8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まずはタイトル画面のサウンドを実装します。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Title.cs</a:t>
            </a:r>
            <a:r>
              <a:rPr lang="ja-JP" altLang="en-US" sz="2400" dirty="0"/>
              <a:t>に必要な処理を追加していきます。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73C26D3-39FB-4D3D-874E-F9496BC95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08479" cy="438400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86B6CEE-0069-4FA3-AEF4-B3C57817F62B}"/>
              </a:ext>
            </a:extLst>
          </p:cNvPr>
          <p:cNvSpPr/>
          <p:nvPr/>
        </p:nvSpPr>
        <p:spPr>
          <a:xfrm>
            <a:off x="1371600" y="2375647"/>
            <a:ext cx="3137647" cy="6275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0148E9D-5100-4500-834E-40B4FB0ECEB1}"/>
              </a:ext>
            </a:extLst>
          </p:cNvPr>
          <p:cNvSpPr/>
          <p:nvPr/>
        </p:nvSpPr>
        <p:spPr>
          <a:xfrm>
            <a:off x="1649506" y="3541060"/>
            <a:ext cx="3675529" cy="555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EC0CEE4-AAEF-48AC-BEFC-171FBCE8B5CF}"/>
              </a:ext>
            </a:extLst>
          </p:cNvPr>
          <p:cNvSpPr/>
          <p:nvPr/>
        </p:nvSpPr>
        <p:spPr>
          <a:xfrm>
            <a:off x="1902957" y="5137040"/>
            <a:ext cx="4013749" cy="5045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21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Title</a:t>
            </a:r>
            <a:r>
              <a:rPr lang="ja-JP" altLang="en-US" sz="2400" dirty="0"/>
              <a:t>に</a:t>
            </a:r>
            <a:r>
              <a:rPr lang="en-US" altLang="ja-JP" sz="2400" b="1" dirty="0" err="1">
                <a:solidFill>
                  <a:srgbClr val="00B050"/>
                </a:solidFill>
              </a:rPr>
              <a:t>SoundManager</a:t>
            </a:r>
            <a:r>
              <a:rPr lang="ja-JP" altLang="en-US" sz="2400" dirty="0"/>
              <a:t>を設定します。</a:t>
            </a:r>
            <a:endParaRPr lang="en-US" altLang="ja-JP" sz="2400" dirty="0"/>
          </a:p>
          <a:p>
            <a:r>
              <a:rPr lang="ja-JP" altLang="en-US" sz="2400" dirty="0"/>
              <a:t>これでタイトル画面でサウンドが再生されるはずです。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8AF401C-A33D-4A4C-8438-36C24155B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467584" cy="270547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95F681-0E2C-4BC9-AD59-D35F8DCB1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484" y="2187126"/>
            <a:ext cx="4305901" cy="2972215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C508FE0-9D6C-4A1E-ABF9-6C1B79130F42}"/>
              </a:ext>
            </a:extLst>
          </p:cNvPr>
          <p:cNvCxnSpPr>
            <a:cxnSpLocks/>
          </p:cNvCxnSpPr>
          <p:nvPr/>
        </p:nvCxnSpPr>
        <p:spPr>
          <a:xfrm>
            <a:off x="2124635" y="3890682"/>
            <a:ext cx="5181600" cy="4303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731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 解説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00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サウンドを再生するには</a:t>
            </a:r>
            <a:r>
              <a:rPr lang="en-US" altLang="ja-JP" sz="2400" b="1" dirty="0" err="1">
                <a:solidFill>
                  <a:srgbClr val="FF0000"/>
                </a:solidFill>
              </a:rPr>
              <a:t>AudioSource</a:t>
            </a:r>
            <a:r>
              <a:rPr lang="ja-JP" altLang="en-US" sz="2400" dirty="0"/>
              <a:t>クラスを使用します。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AudioSource</a:t>
            </a:r>
            <a:r>
              <a:rPr lang="ja-JP" altLang="en-US" sz="2400" dirty="0"/>
              <a:t>は登録された</a:t>
            </a:r>
            <a:r>
              <a:rPr lang="en-US" altLang="ja-JP" sz="2400" b="1" dirty="0" err="1">
                <a:solidFill>
                  <a:srgbClr val="00B050"/>
                </a:solidFill>
              </a:rPr>
              <a:t>AudioClip</a:t>
            </a:r>
            <a:r>
              <a:rPr lang="ja-JP" altLang="en-US" sz="2400" dirty="0"/>
              <a:t>を管理するクラスになります。</a:t>
            </a:r>
            <a:endParaRPr lang="en-US" altLang="ja-JP" sz="2400" dirty="0"/>
          </a:p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効果音は同時に複数再生</a:t>
            </a:r>
            <a:r>
              <a:rPr lang="ja-JP" altLang="en-US" sz="2400" dirty="0"/>
              <a:t>する可能性があるので、</a:t>
            </a:r>
            <a:endParaRPr lang="en-US" altLang="ja-JP" sz="2400" dirty="0"/>
          </a:p>
          <a:p>
            <a:r>
              <a:rPr lang="ja-JP" altLang="en-US" sz="2400" dirty="0"/>
              <a:t>複数用意する必要があります。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E37B8C-3C15-4AFD-BABF-05E8ABA1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10579173" cy="8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0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 解説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293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AudioSource</a:t>
            </a:r>
            <a:r>
              <a:rPr lang="ja-JP" altLang="en-US" sz="2400" dirty="0"/>
              <a:t>の設定は</a:t>
            </a:r>
            <a:r>
              <a:rPr lang="en-US" altLang="ja-JP" sz="2400" b="1" dirty="0">
                <a:solidFill>
                  <a:srgbClr val="0070C0"/>
                </a:solidFill>
              </a:rPr>
              <a:t>Awake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で処理します。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BGM</a:t>
            </a:r>
            <a:r>
              <a:rPr lang="ja-JP" altLang="en-US" sz="2400" b="1" dirty="0">
                <a:solidFill>
                  <a:srgbClr val="FF0000"/>
                </a:solidFill>
              </a:rPr>
              <a:t>の再生が</a:t>
            </a:r>
            <a:r>
              <a:rPr lang="en-US" altLang="ja-JP" sz="2400" b="1" dirty="0">
                <a:solidFill>
                  <a:srgbClr val="FF0000"/>
                </a:solidFill>
              </a:rPr>
              <a:t>Start</a:t>
            </a:r>
            <a:r>
              <a:rPr lang="ja-JP" altLang="en-US" sz="2400" b="1" dirty="0">
                <a:solidFill>
                  <a:srgbClr val="FF0000"/>
                </a:solidFill>
              </a:rPr>
              <a:t>関数で呼ばれる</a:t>
            </a:r>
            <a:r>
              <a:rPr lang="ja-JP" altLang="en-US" sz="2400" dirty="0"/>
              <a:t>ため、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Start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よりも先に呼ばれる</a:t>
            </a:r>
            <a:r>
              <a:rPr lang="en-US" altLang="ja-JP" sz="2400" b="1" dirty="0">
                <a:solidFill>
                  <a:srgbClr val="0070C0"/>
                </a:solidFill>
              </a:rPr>
              <a:t>Awake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で処理する必要があります。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0FF6CF-DE0F-4904-B82A-29D0A758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6111164" cy="384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66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 解説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077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効果音の再生には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PlayOneShot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を使います。</a:t>
            </a:r>
            <a:r>
              <a:rPr lang="en-US" altLang="ja-JP" sz="2400" dirty="0"/>
              <a:t> </a:t>
            </a:r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PlayOneShot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複数同時再生可能なサウンド再生関数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ただしループ再生ができません。</a:t>
            </a:r>
            <a:endParaRPr lang="en-US" altLang="ja-JP" sz="2400" dirty="0"/>
          </a:p>
          <a:p>
            <a:r>
              <a:rPr lang="en-US" altLang="ja-JP" sz="2400" dirty="0"/>
              <a:t>※Play</a:t>
            </a:r>
            <a:r>
              <a:rPr lang="ja-JP" altLang="en-US" sz="2400" dirty="0"/>
              <a:t>関数で再生すると、既に再生されている</a:t>
            </a:r>
            <a:r>
              <a:rPr lang="en-US" altLang="ja-JP" sz="2400" dirty="0"/>
              <a:t>BGM</a:t>
            </a:r>
            <a:r>
              <a:rPr lang="ja-JP" altLang="en-US" sz="2400" dirty="0"/>
              <a:t>が停止します。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F8EC0C9-8555-4962-9863-1CB4CEB90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3295121"/>
            <a:ext cx="4422417" cy="329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02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 解説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14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BGM</a:t>
            </a:r>
            <a:r>
              <a:rPr lang="ja-JP" altLang="en-US" sz="2400" dirty="0"/>
              <a:t>の再生には</a:t>
            </a:r>
            <a:r>
              <a:rPr lang="en-US" altLang="ja-JP" sz="2400" b="1" dirty="0">
                <a:solidFill>
                  <a:srgbClr val="0070C0"/>
                </a:solidFill>
              </a:rPr>
              <a:t>Play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Stop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で停止させることもできます。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1F83385-4F3F-438A-A66F-D073ADF4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6419165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53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サウンド 練習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235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タイトル画面を参考にプレイ画面の</a:t>
            </a:r>
            <a:r>
              <a:rPr lang="en-US" altLang="ja-JP" sz="2400" dirty="0"/>
              <a:t>BGM</a:t>
            </a:r>
            <a:r>
              <a:rPr lang="ja-JP" altLang="en-US" sz="2400" dirty="0"/>
              <a:t>と効果音を実装しましょう。</a:t>
            </a:r>
            <a:endParaRPr lang="en-US" altLang="ja-JP" sz="2400" dirty="0"/>
          </a:p>
          <a:p>
            <a:r>
              <a:rPr lang="ja-JP" altLang="en-US" sz="2400" dirty="0"/>
              <a:t>効果音は、</a:t>
            </a:r>
            <a:endParaRPr lang="en-US" altLang="ja-JP" sz="2400" dirty="0"/>
          </a:p>
          <a:p>
            <a:r>
              <a:rPr lang="ja-JP" altLang="en-US" sz="2400" dirty="0"/>
              <a:t>・プレイヤーがジャンプしたとき（</a:t>
            </a:r>
            <a:r>
              <a:rPr lang="en-US" altLang="ja-JP" sz="2400" dirty="0"/>
              <a:t>Jump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・プレイヤーが着地したとき（</a:t>
            </a:r>
            <a:r>
              <a:rPr lang="en-US" altLang="ja-JP" sz="2400" dirty="0"/>
              <a:t>Landing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を実装しましょう。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6669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397</Words>
  <Application>Microsoft Office PowerPoint</Application>
  <PresentationFormat>ワイド画面</PresentationFormat>
  <Paragraphs>55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121</cp:revision>
  <dcterms:created xsi:type="dcterms:W3CDTF">2024-08-27T02:15:54Z</dcterms:created>
  <dcterms:modified xsi:type="dcterms:W3CDTF">2025-01-09T05:00:19Z</dcterms:modified>
</cp:coreProperties>
</file>