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id.unity.com/en/conversations/47c8c227-de93-4f04-a33d-65edf174310e00f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66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Unity</a:t>
            </a:r>
            <a:r>
              <a:rPr kumimoji="1" lang="ja-JP" altLang="en-US" sz="2400" dirty="0"/>
              <a:t>とはゲーム制作をサポートするゲームエンジンになります。</a:t>
            </a:r>
            <a:endParaRPr kumimoji="1" lang="en-US" altLang="ja-JP" sz="2400" dirty="0"/>
          </a:p>
          <a:p>
            <a:r>
              <a:rPr lang="en-US" altLang="ja-JP" sz="2400" dirty="0"/>
              <a:t>3D</a:t>
            </a:r>
            <a:r>
              <a:rPr lang="ja-JP" altLang="en-US" sz="2400" dirty="0"/>
              <a:t>の描画や当たり判定など手厚くサポートしており、</a:t>
            </a:r>
            <a:endParaRPr lang="en-US" altLang="ja-JP" sz="2400" dirty="0"/>
          </a:p>
          <a:p>
            <a:r>
              <a:rPr kumimoji="1" lang="ja-JP" altLang="en-US" sz="2400" dirty="0"/>
              <a:t>より直感的に、ハイクオリティなゲームを制作することができます。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料金プランはいくつかありますが、</a:t>
            </a:r>
            <a:r>
              <a:rPr lang="ja-JP" altLang="en-US" sz="2400" dirty="0"/>
              <a:t>無料のプランも存在します。</a:t>
            </a:r>
            <a:endParaRPr kumimoji="1" lang="en-US" altLang="ja-JP" sz="2400" dirty="0"/>
          </a:p>
          <a:p>
            <a:r>
              <a:rPr lang="ja-JP" altLang="en-US" sz="2400" dirty="0"/>
              <a:t>授業では無料プランのもので行いますが、</a:t>
            </a:r>
            <a:r>
              <a:rPr kumimoji="1" lang="ja-JP" altLang="en-US" sz="2400" dirty="0"/>
              <a:t>機能としては十分ですのでご安心を。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また使用するには</a:t>
            </a:r>
            <a:r>
              <a:rPr lang="ja-JP" altLang="en-US" sz="2400" b="1" dirty="0">
                <a:solidFill>
                  <a:srgbClr val="FF0000"/>
                </a:solidFill>
              </a:rPr>
              <a:t>アカウントが必要</a:t>
            </a:r>
            <a:r>
              <a:rPr lang="ja-JP" altLang="en-US" sz="2400" dirty="0"/>
              <a:t>なので、</a:t>
            </a:r>
            <a:endParaRPr lang="en-US" altLang="ja-JP" sz="2400" dirty="0"/>
          </a:p>
          <a:p>
            <a:r>
              <a:rPr lang="ja-JP" altLang="en-US" sz="2400" dirty="0"/>
              <a:t>アカウントを作成する必要があります。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■アカウント作成</a:t>
            </a:r>
            <a:r>
              <a:rPr lang="ja-JP" altLang="en-US" sz="2400" dirty="0"/>
              <a:t>リンク</a:t>
            </a:r>
            <a:endParaRPr kumimoji="1" lang="en-US" altLang="ja-JP" sz="2400" dirty="0"/>
          </a:p>
          <a:p>
            <a:r>
              <a:rPr lang="en-US" altLang="ja-JP" sz="2400" dirty="0">
                <a:hlinkClick r:id="rId2"/>
              </a:rPr>
              <a:t>Unity ID - Create a Unity ID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66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2531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lang="ja-JP" altLang="en-US" sz="2400" dirty="0"/>
              <a:t>は公式ホームページからダウンロードできますが、</a:t>
            </a:r>
            <a:endParaRPr lang="en-US" altLang="ja-JP" sz="2400" dirty="0"/>
          </a:p>
          <a:p>
            <a:r>
              <a:rPr lang="ja-JP" altLang="en-US" sz="2400" dirty="0"/>
              <a:t>おすすめは</a:t>
            </a:r>
            <a:r>
              <a:rPr lang="en-US" altLang="ja-JP" sz="2400" b="1" dirty="0">
                <a:solidFill>
                  <a:srgbClr val="FF0000"/>
                </a:solidFill>
              </a:rPr>
              <a:t>Visual Studio Installer</a:t>
            </a:r>
            <a:r>
              <a:rPr lang="ja-JP" altLang="en-US" sz="2400" dirty="0"/>
              <a:t>からのインストールがおすすめです。</a:t>
            </a:r>
            <a:endParaRPr lang="en-US" altLang="ja-JP" sz="2400" dirty="0"/>
          </a:p>
          <a:p>
            <a:r>
              <a:rPr lang="ja-JP" altLang="en-US" sz="2400" dirty="0"/>
              <a:t>必要なもの一式がまとめてインストールできます。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272C2C1-A839-43AD-B665-B2D6E3BAE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63" y="2556458"/>
            <a:ext cx="7585483" cy="3820381"/>
          </a:xfrm>
          <a:prstGeom prst="rect">
            <a:avLst/>
          </a:prstGeom>
        </p:spPr>
      </p:pic>
      <p:sp>
        <p:nvSpPr>
          <p:cNvPr id="5" name="矢印: 下 4">
            <a:extLst>
              <a:ext uri="{FF2B5EF4-FFF2-40B4-BE49-F238E27FC236}">
                <a16:creationId xmlns:a16="http://schemas.microsoft.com/office/drawing/2014/main" id="{0958AE42-714A-4D99-9F10-9142F1B03AF1}"/>
              </a:ext>
            </a:extLst>
          </p:cNvPr>
          <p:cNvSpPr/>
          <p:nvPr/>
        </p:nvSpPr>
        <p:spPr>
          <a:xfrm rot="7778691">
            <a:off x="2230920" y="4518213"/>
            <a:ext cx="475130" cy="448235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53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66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246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Unity Hub</a:t>
            </a:r>
            <a:r>
              <a:rPr kumimoji="1" lang="ja-JP" altLang="en-US" sz="2400" dirty="0"/>
              <a:t>という管理ツールがあります。</a:t>
            </a:r>
            <a:endParaRPr kumimoji="1" lang="en-US" altLang="ja-JP" sz="2400" dirty="0"/>
          </a:p>
          <a:p>
            <a:r>
              <a:rPr lang="ja-JP" altLang="en-US" sz="2400" dirty="0"/>
              <a:t>基本的には</a:t>
            </a:r>
            <a:r>
              <a:rPr lang="en-US" altLang="ja-JP" sz="2400" dirty="0"/>
              <a:t>Unity</a:t>
            </a:r>
            <a:r>
              <a:rPr lang="ja-JP" altLang="en-US" sz="2400" dirty="0"/>
              <a:t>本体よりも先にこちらの</a:t>
            </a:r>
            <a:r>
              <a:rPr lang="en-US" altLang="ja-JP" sz="2400" dirty="0"/>
              <a:t>Unity Hub</a:t>
            </a:r>
            <a:r>
              <a:rPr lang="ja-JP" altLang="en-US" sz="2400" dirty="0"/>
              <a:t>を開きます。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10F1611-4D74-4E2A-975E-A0FD344FF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187126"/>
            <a:ext cx="7686542" cy="442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135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66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インストールメニュー</a:t>
            </a:r>
            <a:r>
              <a:rPr kumimoji="1" lang="ja-JP" altLang="en-US" sz="2400" dirty="0"/>
              <a:t>のエディターのインストールから、</a:t>
            </a:r>
            <a:endParaRPr kumimoji="1" lang="en-US" altLang="ja-JP" sz="2400" dirty="0"/>
          </a:p>
          <a:p>
            <a:r>
              <a:rPr lang="en-US" altLang="ja-JP" sz="2400" dirty="0"/>
              <a:t>Unity</a:t>
            </a:r>
            <a:r>
              <a:rPr lang="ja-JP" altLang="en-US" sz="2400" dirty="0"/>
              <a:t>本体をインストールできます。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A678B73-70AC-4907-885B-8C3ABBA4F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7244211" cy="4178920"/>
          </a:xfrm>
          <a:prstGeom prst="rect">
            <a:avLst/>
          </a:prstGeom>
        </p:spPr>
      </p:pic>
      <p:sp>
        <p:nvSpPr>
          <p:cNvPr id="8" name="矢印: 下 7">
            <a:extLst>
              <a:ext uri="{FF2B5EF4-FFF2-40B4-BE49-F238E27FC236}">
                <a16:creationId xmlns:a16="http://schemas.microsoft.com/office/drawing/2014/main" id="{52672D44-2774-4345-89AA-23378F937D7F}"/>
              </a:ext>
            </a:extLst>
          </p:cNvPr>
          <p:cNvSpPr/>
          <p:nvPr/>
        </p:nvSpPr>
        <p:spPr>
          <a:xfrm rot="7778691">
            <a:off x="1567531" y="3442449"/>
            <a:ext cx="475130" cy="448235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96634BD0-3A06-4201-845F-D093A42761A2}"/>
              </a:ext>
            </a:extLst>
          </p:cNvPr>
          <p:cNvSpPr/>
          <p:nvPr/>
        </p:nvSpPr>
        <p:spPr>
          <a:xfrm rot="7778691">
            <a:off x="6991177" y="3290049"/>
            <a:ext cx="475130" cy="448235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834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66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512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には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LTS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Long Time Support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）</a:t>
            </a:r>
            <a:r>
              <a:rPr kumimoji="1" lang="ja-JP" altLang="en-US" sz="2400" dirty="0"/>
              <a:t>バージョンというものがあります。</a:t>
            </a:r>
            <a:endParaRPr kumimoji="1" lang="en-US" altLang="ja-JP" sz="2400" dirty="0"/>
          </a:p>
          <a:p>
            <a:r>
              <a:rPr lang="ja-JP" altLang="en-US" sz="2400" dirty="0"/>
              <a:t>動作が安定しているバージョンですのでおススメです。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1888ACD-96E6-4ABD-BA8F-CC99856B9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39" y="2187127"/>
            <a:ext cx="6176647" cy="4178920"/>
          </a:xfrm>
          <a:prstGeom prst="rect">
            <a:avLst/>
          </a:prstGeom>
        </p:spPr>
      </p:pic>
      <p:sp>
        <p:nvSpPr>
          <p:cNvPr id="10" name="矢印: 下 9">
            <a:extLst>
              <a:ext uri="{FF2B5EF4-FFF2-40B4-BE49-F238E27FC236}">
                <a16:creationId xmlns:a16="http://schemas.microsoft.com/office/drawing/2014/main" id="{1F87F840-CF44-4262-9365-73586FD13050}"/>
              </a:ext>
            </a:extLst>
          </p:cNvPr>
          <p:cNvSpPr/>
          <p:nvPr/>
        </p:nvSpPr>
        <p:spPr>
          <a:xfrm rot="7778691">
            <a:off x="2072422" y="3726548"/>
            <a:ext cx="475130" cy="448235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02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66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本体がインストールされていると、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新しいプロジェクトボタン</a:t>
            </a:r>
            <a:r>
              <a:rPr lang="ja-JP" altLang="en-US" sz="2400" dirty="0"/>
              <a:t>から新規プロジェクトを作成できます。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10F1611-4D74-4E2A-975E-A0FD344FF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187126"/>
            <a:ext cx="7686542" cy="4428827"/>
          </a:xfrm>
          <a:prstGeom prst="rect">
            <a:avLst/>
          </a:prstGeom>
        </p:spPr>
      </p:pic>
      <p:sp>
        <p:nvSpPr>
          <p:cNvPr id="5" name="矢印: 下 4">
            <a:extLst>
              <a:ext uri="{FF2B5EF4-FFF2-40B4-BE49-F238E27FC236}">
                <a16:creationId xmlns:a16="http://schemas.microsoft.com/office/drawing/2014/main" id="{350865C2-88E4-4ABA-81D9-993EFA608FB2}"/>
              </a:ext>
            </a:extLst>
          </p:cNvPr>
          <p:cNvSpPr/>
          <p:nvPr/>
        </p:nvSpPr>
        <p:spPr>
          <a:xfrm rot="7778691">
            <a:off x="7529060" y="3307978"/>
            <a:ext cx="475130" cy="448235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952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66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プロジェクトはあらかじめテンプレートがいくつか用意されています。</a:t>
            </a:r>
            <a:endParaRPr lang="en-US" altLang="ja-JP" sz="2400" dirty="0"/>
          </a:p>
          <a:p>
            <a:r>
              <a:rPr lang="ja-JP" altLang="en-US" sz="2400" dirty="0"/>
              <a:t>今回は</a:t>
            </a:r>
            <a:r>
              <a:rPr lang="ja-JP" altLang="en-US" sz="2400" b="1" dirty="0">
                <a:solidFill>
                  <a:srgbClr val="FF0000"/>
                </a:solidFill>
              </a:rPr>
              <a:t>３</a:t>
            </a:r>
            <a:r>
              <a:rPr lang="en-US" altLang="ja-JP" sz="2400" b="1" dirty="0">
                <a:solidFill>
                  <a:srgbClr val="FF0000"/>
                </a:solidFill>
              </a:rPr>
              <a:t>D</a:t>
            </a:r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Built-In Render Pipeline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r>
              <a:rPr lang="ja-JP" altLang="en-US" sz="2400" dirty="0"/>
              <a:t>から作成します。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4C3C916-9CFD-4EAA-9815-872E992B9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6393443" cy="366682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ACF4BC-56CD-4BE4-B7F4-F2E429776026}"/>
              </a:ext>
            </a:extLst>
          </p:cNvPr>
          <p:cNvSpPr txBox="1"/>
          <p:nvPr/>
        </p:nvSpPr>
        <p:spPr>
          <a:xfrm>
            <a:off x="567542" y="5993391"/>
            <a:ext cx="93394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基本的には３</a:t>
            </a:r>
            <a:r>
              <a:rPr lang="en-US" altLang="ja-JP" sz="2400" dirty="0"/>
              <a:t>D</a:t>
            </a:r>
            <a:r>
              <a:rPr lang="ja-JP" altLang="en-US" sz="2400" dirty="0"/>
              <a:t>からで大丈夫です。</a:t>
            </a:r>
            <a:endParaRPr lang="en-US" altLang="ja-JP" sz="2400" dirty="0"/>
          </a:p>
          <a:p>
            <a:r>
              <a:rPr lang="ja-JP" altLang="en-US" sz="2400" dirty="0"/>
              <a:t>　あくまでテンプレートなので、ここから２</a:t>
            </a:r>
            <a:r>
              <a:rPr lang="en-US" altLang="ja-JP" sz="2400" dirty="0"/>
              <a:t>D</a:t>
            </a:r>
            <a:r>
              <a:rPr lang="ja-JP" altLang="en-US" sz="2400" dirty="0"/>
              <a:t>ゲームも作れます。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16123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66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右下にプロジェクト名と保存場所の設定ができます。</a:t>
            </a:r>
            <a:endParaRPr lang="en-US" altLang="ja-JP" sz="2400" dirty="0"/>
          </a:p>
          <a:p>
            <a:r>
              <a:rPr lang="ja-JP" altLang="en-US" sz="2400" dirty="0"/>
              <a:t>設定したら作成しましょう。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0B42539-7DE5-47A8-9D56-3865A2422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7265239" cy="417892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36684D5-F209-4A2F-ABB9-4A22128346FA}"/>
              </a:ext>
            </a:extLst>
          </p:cNvPr>
          <p:cNvSpPr/>
          <p:nvPr/>
        </p:nvSpPr>
        <p:spPr>
          <a:xfrm>
            <a:off x="5468470" y="4617927"/>
            <a:ext cx="2268071" cy="12270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8379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066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Unity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プロジェクトが作成されました！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EC9F3A9-1064-488A-8038-F70D5E96C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473272" cy="454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31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303</Words>
  <Application>Microsoft Office PowerPoint</Application>
  <PresentationFormat>ワイド画面</PresentationFormat>
  <Paragraphs>39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12</cp:revision>
  <dcterms:created xsi:type="dcterms:W3CDTF">2024-08-27T02:15:54Z</dcterms:created>
  <dcterms:modified xsi:type="dcterms:W3CDTF">2024-09-18T01:34:41Z</dcterms:modified>
</cp:coreProperties>
</file>