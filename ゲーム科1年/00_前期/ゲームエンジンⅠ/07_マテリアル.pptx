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642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3D</a:t>
            </a:r>
            <a:r>
              <a:rPr lang="ja-JP" altLang="en-US" sz="2400" b="1" dirty="0">
                <a:solidFill>
                  <a:srgbClr val="FF0000"/>
                </a:solidFill>
              </a:rPr>
              <a:t>オブジェクトに色や画像を張り付けたりする</a:t>
            </a:r>
            <a:r>
              <a:rPr lang="ja-JP" altLang="en-US" sz="2400" dirty="0"/>
              <a:t>には、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マテリアル</a:t>
            </a:r>
            <a:r>
              <a:rPr kumimoji="1" lang="ja-JP" altLang="en-US" sz="2400" dirty="0"/>
              <a:t>というものを使用します。</a:t>
            </a:r>
            <a:endParaRPr kumimoji="1" lang="en-US" altLang="ja-JP" sz="2400" dirty="0"/>
          </a:p>
          <a:p>
            <a:r>
              <a:rPr lang="ja-JP" altLang="en-US" sz="2400" dirty="0"/>
              <a:t>今回はマテリアルについて学びます。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8C870C7-8676-4285-9038-0B48B6D91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9050013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538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適当に３</a:t>
            </a:r>
            <a:r>
              <a:rPr lang="en-US" altLang="ja-JP" sz="2400" dirty="0"/>
              <a:t>D</a:t>
            </a:r>
            <a:r>
              <a:rPr lang="ja-JP" altLang="en-US" sz="2400" dirty="0"/>
              <a:t>オブジェクトを置きましょう。</a:t>
            </a:r>
            <a:endParaRPr lang="en-US" altLang="ja-JP" sz="2400" dirty="0"/>
          </a:p>
          <a:p>
            <a:r>
              <a:rPr kumimoji="1" lang="ja-JP" altLang="en-US" sz="2400" dirty="0"/>
              <a:t>いろんな</a:t>
            </a:r>
            <a:r>
              <a:rPr lang="ja-JP" altLang="en-US" sz="2400" dirty="0"/>
              <a:t>形状で置くと良いかもです。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001BAE8-9510-4966-8889-F4F9D476B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49489"/>
            <a:ext cx="9438144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54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マテリアルを保存するフォルダを追加しましょう。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1B56A8D-99C8-4039-8E5F-599DE6220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6072264" cy="3175547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9A5A6E30-0BFC-40FC-9C5B-5CF71B2C03F1}"/>
              </a:ext>
            </a:extLst>
          </p:cNvPr>
          <p:cNvSpPr/>
          <p:nvPr/>
        </p:nvSpPr>
        <p:spPr>
          <a:xfrm rot="14244981">
            <a:off x="4686697" y="4231342"/>
            <a:ext cx="672353" cy="49305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5723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マテリアルフォルダに入って、空いている箇所を右クリックし、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Create 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＞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Material </a:t>
            </a:r>
            <a:r>
              <a:rPr kumimoji="1" lang="ja-JP" altLang="en-US" sz="2400" dirty="0"/>
              <a:t>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BE31117-9867-4881-90C6-B4EEF20E4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134011" cy="4489416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6F359ED9-97C9-4D12-9F22-F5EDAE9AD469}"/>
              </a:ext>
            </a:extLst>
          </p:cNvPr>
          <p:cNvSpPr/>
          <p:nvPr/>
        </p:nvSpPr>
        <p:spPr>
          <a:xfrm rot="14244981">
            <a:off x="3969518" y="5321084"/>
            <a:ext cx="672353" cy="49305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62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デフォルトの状態でマテリアルが追加されます。</a:t>
            </a:r>
            <a:endParaRPr lang="en-US" altLang="ja-JP" sz="2400" dirty="0"/>
          </a:p>
          <a:p>
            <a:r>
              <a:rPr kumimoji="1" lang="ja-JP" altLang="en-US" sz="2400" dirty="0"/>
              <a:t>名前は「</a:t>
            </a:r>
            <a:r>
              <a:rPr kumimoji="1" lang="en-US" altLang="ja-JP" sz="2400" dirty="0"/>
              <a:t>Red</a:t>
            </a:r>
            <a:r>
              <a:rPr kumimoji="1" lang="ja-JP" altLang="en-US" sz="2400" dirty="0"/>
              <a:t>」としましょう。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6CC1C14-C938-47AA-AB09-4F39BC682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1888787" cy="226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21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マテリアルを選択するとインスペクターに詳細が表示されます。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8B4F1F5-F968-4471-92E9-6D521BDE4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3315598" cy="475333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BA6314E-BD43-4265-A29C-F7AA6D8AA79D}"/>
              </a:ext>
            </a:extLst>
          </p:cNvPr>
          <p:cNvSpPr txBox="1"/>
          <p:nvPr/>
        </p:nvSpPr>
        <p:spPr>
          <a:xfrm>
            <a:off x="3947236" y="6136358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重要な部分を解説します。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6019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552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Albedo</a:t>
            </a:r>
            <a:r>
              <a:rPr lang="ja-JP" altLang="en-US" sz="2400" b="1" dirty="0">
                <a:solidFill>
                  <a:srgbClr val="FF0000"/>
                </a:solidFill>
              </a:rPr>
              <a:t>は表示色の設定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  <a:p>
            <a:r>
              <a:rPr kumimoji="1" lang="ja-JP" altLang="en-US" sz="2400" dirty="0"/>
              <a:t>色の四角い部分をクリックすると設定ができます。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ここでは赤（</a:t>
            </a:r>
            <a:r>
              <a:rPr kumimoji="1" lang="en-US" altLang="ja-JP" sz="2400" dirty="0"/>
              <a:t>R255, G0, B0</a:t>
            </a:r>
            <a:r>
              <a:rPr kumimoji="1" lang="ja-JP" altLang="en-US" sz="2400" dirty="0"/>
              <a:t>）で設定してみましょう。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6D7C722-B87B-47F5-B788-D6DAD83A9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7"/>
            <a:ext cx="5411917" cy="1664285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94FE5018-19A9-4A8D-8583-3380B09DD443}"/>
              </a:ext>
            </a:extLst>
          </p:cNvPr>
          <p:cNvSpPr/>
          <p:nvPr/>
        </p:nvSpPr>
        <p:spPr>
          <a:xfrm rot="7878894">
            <a:off x="4250466" y="3557327"/>
            <a:ext cx="672353" cy="49305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7597A03-8D46-4A16-B366-BB2251E14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724" y="2556457"/>
            <a:ext cx="1585091" cy="3480307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7C50D6F2-0E67-492A-810F-EA1A2D27BF04}"/>
              </a:ext>
            </a:extLst>
          </p:cNvPr>
          <p:cNvSpPr/>
          <p:nvPr/>
        </p:nvSpPr>
        <p:spPr>
          <a:xfrm rot="8739224">
            <a:off x="8078395" y="4762371"/>
            <a:ext cx="672353" cy="49305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588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これで赤いマテリアルができました。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マテリアルをオブジェクトに直接ドラッグ＆ドロップ</a:t>
            </a:r>
            <a:r>
              <a:rPr kumimoji="1" lang="ja-JP" altLang="en-US" sz="2400" dirty="0"/>
              <a:t>すると、</a:t>
            </a:r>
            <a:endParaRPr kumimoji="1" lang="en-US" altLang="ja-JP" sz="2400" dirty="0"/>
          </a:p>
          <a:p>
            <a:r>
              <a:rPr lang="ja-JP" altLang="en-US" sz="2400" dirty="0"/>
              <a:t>マテリアルを適用させることができます。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24B7C0-26E8-4269-A4D2-ABBE2A661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416759"/>
            <a:ext cx="4476436" cy="3949288"/>
          </a:xfrm>
          <a:prstGeom prst="rect">
            <a:avLst/>
          </a:prstGeom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C9A37B59-2CD4-40C2-BDC2-DEC40DA99553}"/>
              </a:ext>
            </a:extLst>
          </p:cNvPr>
          <p:cNvSpPr/>
          <p:nvPr/>
        </p:nvSpPr>
        <p:spPr>
          <a:xfrm rot="18939179">
            <a:off x="776609" y="4489462"/>
            <a:ext cx="2915937" cy="49305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469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70C0"/>
                </a:solidFill>
              </a:rPr>
              <a:t>青いマテリアル</a:t>
            </a:r>
            <a:r>
              <a:rPr lang="ja-JP" altLang="en-US" sz="2400" dirty="0"/>
              <a:t>、</a:t>
            </a:r>
            <a:r>
              <a:rPr lang="ja-JP" altLang="en-US" sz="2400" b="1" dirty="0">
                <a:solidFill>
                  <a:srgbClr val="00B050"/>
                </a:solidFill>
              </a:rPr>
              <a:t>緑のマテリアル</a:t>
            </a:r>
            <a:r>
              <a:rPr lang="ja-JP" altLang="en-US" sz="2400" dirty="0"/>
              <a:t>も同様に作成し、</a:t>
            </a:r>
            <a:endParaRPr lang="en-US" altLang="ja-JP" sz="2400" dirty="0"/>
          </a:p>
          <a:p>
            <a:r>
              <a:rPr kumimoji="1" lang="ja-JP" altLang="en-US" sz="2400" dirty="0"/>
              <a:t>オブジェクトに適用してみましょう。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613FCF9-9192-4F8F-AF20-450567BEA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735620" cy="425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83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  <a:endParaRPr kumimoji="1" lang="en-US" altLang="ja-JP" sz="3200" b="1" u="sng" dirty="0"/>
          </a:p>
          <a:p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968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他にもいくつか簡単な設定を見ていきます。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Metallic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は金属感を調整する設定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lang="ja-JP" altLang="en-US" sz="2400" dirty="0"/>
              <a:t>試しに好きなマテリアルの</a:t>
            </a:r>
            <a:r>
              <a:rPr lang="en-US" altLang="ja-JP" sz="2400" dirty="0"/>
              <a:t>Metallic</a:t>
            </a:r>
            <a:r>
              <a:rPr lang="ja-JP" altLang="en-US" sz="2400" dirty="0"/>
              <a:t>を調整してみましょう。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B0E663C-1FBE-4A13-80EB-8885DE3D4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4305901" cy="151468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AEC09FA-D8F0-484A-B3EF-27804BAA7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632" y="4210844"/>
            <a:ext cx="2426670" cy="242667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1741F2F-4967-4820-8126-869EED6C8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42" y="4210844"/>
            <a:ext cx="2557840" cy="2426670"/>
          </a:xfrm>
          <a:prstGeom prst="rect">
            <a:avLst/>
          </a:prstGeom>
        </p:spPr>
      </p:pic>
      <p:sp>
        <p:nvSpPr>
          <p:cNvPr id="13" name="矢印: 右 12">
            <a:extLst>
              <a:ext uri="{FF2B5EF4-FFF2-40B4-BE49-F238E27FC236}">
                <a16:creationId xmlns:a16="http://schemas.microsoft.com/office/drawing/2014/main" id="{F90095C9-DDA3-4622-B765-4278962DD2BD}"/>
              </a:ext>
            </a:extLst>
          </p:cNvPr>
          <p:cNvSpPr/>
          <p:nvPr/>
        </p:nvSpPr>
        <p:spPr>
          <a:xfrm rot="7878894">
            <a:off x="1345900" y="3409357"/>
            <a:ext cx="672353" cy="49305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94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Smoothness</a:t>
            </a:r>
            <a:r>
              <a:rPr lang="ja-JP" altLang="en-US" sz="2400" b="1" dirty="0">
                <a:solidFill>
                  <a:srgbClr val="FF0000"/>
                </a:solidFill>
              </a:rPr>
              <a:t>はつや感を調整</a:t>
            </a:r>
            <a:r>
              <a:rPr lang="ja-JP" altLang="en-US" sz="2400" dirty="0"/>
              <a:t>できます。</a:t>
            </a:r>
            <a:endParaRPr lang="en-US" altLang="ja-JP" sz="2400" dirty="0"/>
          </a:p>
          <a:p>
            <a:r>
              <a:rPr kumimoji="1" lang="ja-JP" altLang="en-US" sz="2400" dirty="0"/>
              <a:t>数値が少ないとマットな感じに、数値が多いとつやつやになります。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70F977D-52D9-4CC0-AC04-1EFA5F1D7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4070144"/>
            <a:ext cx="1324160" cy="131463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4C1D4E4-33B5-4F1E-98A4-8170CD3CA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187126"/>
            <a:ext cx="4305901" cy="1743318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E53D0CB1-DE48-478C-A3DE-DEB78148531F}"/>
              </a:ext>
            </a:extLst>
          </p:cNvPr>
          <p:cNvSpPr/>
          <p:nvPr/>
        </p:nvSpPr>
        <p:spPr>
          <a:xfrm rot="7878894">
            <a:off x="1340373" y="3227514"/>
            <a:ext cx="672353" cy="49305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8D968F86-582D-4D4A-B2D2-204799151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659" y="4070144"/>
            <a:ext cx="1343212" cy="123842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2207D975-00C3-4CEA-81DF-13A585FEC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8828" y="4070144"/>
            <a:ext cx="1286054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03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223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画像を張りたい場合は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Albedo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で設定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kumimoji="1" lang="en-US" altLang="ja-JP" sz="2400" dirty="0"/>
              <a:t>Albedo</a:t>
            </a:r>
            <a:r>
              <a:rPr kumimoji="1" lang="ja-JP" altLang="en-US" sz="2400" dirty="0"/>
              <a:t>の文字の左側にある◎ボタンを押して、張りたい画像を選択しましょう。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28E4E69-87DF-4BEE-9B43-1DBCA512F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047426"/>
            <a:ext cx="6897591" cy="2121162"/>
          </a:xfrm>
          <a:prstGeom prst="rect">
            <a:avLst/>
          </a:prstGeom>
        </p:spPr>
      </p:pic>
      <p:sp>
        <p:nvSpPr>
          <p:cNvPr id="14" name="矢印: 右 13">
            <a:extLst>
              <a:ext uri="{FF2B5EF4-FFF2-40B4-BE49-F238E27FC236}">
                <a16:creationId xmlns:a16="http://schemas.microsoft.com/office/drawing/2014/main" id="{FACFF13B-0137-4883-A3BE-7C167644776A}"/>
              </a:ext>
            </a:extLst>
          </p:cNvPr>
          <p:cNvSpPr/>
          <p:nvPr/>
        </p:nvSpPr>
        <p:spPr>
          <a:xfrm rot="7878894">
            <a:off x="1152113" y="3406808"/>
            <a:ext cx="672353" cy="49305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43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1</a:t>
            </a:r>
            <a:r>
              <a:rPr kumimoji="1" lang="ja-JP" altLang="en-US" sz="2400" dirty="0"/>
              <a:t>つのマテリアルを複数のオブジェクトに適用した場合、</a:t>
            </a:r>
            <a:endParaRPr kumimoji="1" lang="en-US" altLang="ja-JP" sz="2400" dirty="0"/>
          </a:p>
          <a:p>
            <a:r>
              <a:rPr lang="ja-JP" altLang="en-US" sz="2400" dirty="0"/>
              <a:t>マテリアルと編集すると、</a:t>
            </a:r>
            <a:r>
              <a:rPr lang="ja-JP" altLang="en-US" sz="2400" b="1" dirty="0">
                <a:solidFill>
                  <a:srgbClr val="FF0000"/>
                </a:solidFill>
              </a:rPr>
              <a:t>適用したすべてのオブジェクトの見た目が変わります。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kumimoji="1" lang="en-US" altLang="ja-JP" sz="2400" dirty="0"/>
          </a:p>
          <a:p>
            <a:r>
              <a:rPr lang="ja-JP" altLang="en-US" sz="2400" dirty="0"/>
              <a:t>使いまわしたい場合は問題ありませんが、</a:t>
            </a:r>
            <a:endParaRPr lang="en-US" altLang="ja-JP" sz="2400" dirty="0"/>
          </a:p>
          <a:p>
            <a:r>
              <a:rPr kumimoji="1" lang="ja-JP" altLang="en-US" sz="2400" dirty="0"/>
              <a:t>使い分けたい場合は、似たような見た目でも別のマテリアルに分けましょう。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B0B5146-090F-434C-845D-56C8447F4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155421"/>
            <a:ext cx="3509867" cy="3210625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F75D7FFA-2023-4680-B78C-DD55EA4B455B}"/>
              </a:ext>
            </a:extLst>
          </p:cNvPr>
          <p:cNvSpPr/>
          <p:nvPr/>
        </p:nvSpPr>
        <p:spPr>
          <a:xfrm rot="16200000">
            <a:off x="189794" y="4895960"/>
            <a:ext cx="1248554" cy="49305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06FCD3CC-FA57-49C7-AB8B-2DB136117032}"/>
              </a:ext>
            </a:extLst>
          </p:cNvPr>
          <p:cNvSpPr/>
          <p:nvPr/>
        </p:nvSpPr>
        <p:spPr>
          <a:xfrm rot="18378540">
            <a:off x="713338" y="4861164"/>
            <a:ext cx="1713157" cy="49305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3360E613-1405-4391-B0E3-92EDB889301F}"/>
              </a:ext>
            </a:extLst>
          </p:cNvPr>
          <p:cNvSpPr/>
          <p:nvPr/>
        </p:nvSpPr>
        <p:spPr>
          <a:xfrm rot="19319911">
            <a:off x="822684" y="4972772"/>
            <a:ext cx="2408466" cy="49305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0142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341</Words>
  <Application>Microsoft Office PowerPoint</Application>
  <PresentationFormat>ワイド画面</PresentationFormat>
  <Paragraphs>45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42</cp:revision>
  <dcterms:created xsi:type="dcterms:W3CDTF">2024-08-27T02:15:54Z</dcterms:created>
  <dcterms:modified xsi:type="dcterms:W3CDTF">2024-09-24T01:29:02Z</dcterms:modified>
</cp:coreProperties>
</file>