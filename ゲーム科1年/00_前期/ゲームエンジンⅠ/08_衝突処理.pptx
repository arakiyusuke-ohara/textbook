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以前、当たり判定について学びましたが、当たるところまでで、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当たった後の衝突処理</a:t>
            </a:r>
            <a:r>
              <a:rPr lang="ja-JP" altLang="en-US" sz="2400" dirty="0"/>
              <a:t>については、まだ学んでいません。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今回は当たった後の衝突処理について学びます。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配布した</a:t>
            </a:r>
            <a:r>
              <a:rPr kumimoji="1" lang="en-US" altLang="ja-JP" sz="2400" dirty="0"/>
              <a:t>Asset</a:t>
            </a:r>
            <a:r>
              <a:rPr kumimoji="1" lang="ja-JP" altLang="en-US" sz="2400" dirty="0"/>
              <a:t>をプロジェクトに入れると、</a:t>
            </a:r>
            <a:endParaRPr kumimoji="1" lang="en-US" altLang="ja-JP" sz="2400" dirty="0"/>
          </a:p>
          <a:p>
            <a:r>
              <a:rPr lang="ja-JP" altLang="en-US" sz="2400" dirty="0"/>
              <a:t>プレイヤーが操作できるシーンが出来上がっています。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CA7F3F1-2AC3-4141-8507-B2142939A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799803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48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プレイヤーが何か別の</a:t>
            </a:r>
            <a:r>
              <a:rPr lang="en-US" altLang="ja-JP" sz="2400" dirty="0"/>
              <a:t>Collider</a:t>
            </a:r>
            <a:r>
              <a:rPr lang="ja-JP" altLang="en-US" sz="2400" dirty="0"/>
              <a:t>に当たった処理を書きます。</a:t>
            </a:r>
            <a:endParaRPr lang="en-US" altLang="ja-JP" sz="2400" dirty="0"/>
          </a:p>
          <a:p>
            <a:r>
              <a:rPr kumimoji="1" lang="en-US" altLang="ja-JP" sz="2400" dirty="0" err="1"/>
              <a:t>Player.cs</a:t>
            </a:r>
            <a:r>
              <a:rPr kumimoji="1" lang="ja-JP" altLang="en-US" sz="2400" dirty="0"/>
              <a:t>に以下の関数を追加し、処理を書きましょう。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0C5EF03-AED8-4F64-89F0-1443BB89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158278" cy="20890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75A25D-ADC3-4802-A23D-B814E4CD7675}"/>
              </a:ext>
            </a:extLst>
          </p:cNvPr>
          <p:cNvSpPr txBox="1"/>
          <p:nvPr/>
        </p:nvSpPr>
        <p:spPr>
          <a:xfrm>
            <a:off x="567542" y="4415865"/>
            <a:ext cx="100784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en-US" altLang="ja-JP" sz="2400" dirty="0" err="1"/>
              <a:t>Debug.Log</a:t>
            </a:r>
            <a:r>
              <a:rPr kumimoji="1" lang="ja-JP" altLang="en-US" sz="2400" dirty="0"/>
              <a:t>関数は</a:t>
            </a:r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のコンソール画面に文字を表示する関数です。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3210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657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実行すると青いキューブや床に接触したときに、</a:t>
            </a:r>
            <a:endParaRPr lang="en-US" altLang="ja-JP" sz="2400" dirty="0"/>
          </a:p>
          <a:p>
            <a:r>
              <a:rPr kumimoji="1" lang="ja-JP" altLang="en-US" sz="2400" dirty="0"/>
              <a:t>コンソールに「</a:t>
            </a:r>
            <a:r>
              <a:rPr kumimoji="1" lang="en-US" altLang="ja-JP" sz="2400" dirty="0" err="1"/>
              <a:t>Player:OnCollisionEnter</a:t>
            </a:r>
            <a:r>
              <a:rPr kumimoji="1" lang="ja-JP" altLang="en-US" sz="2400" dirty="0"/>
              <a:t>」と表示されます。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CA9E56-5F78-4E85-8385-F79028F22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047426"/>
            <a:ext cx="6688840" cy="4318620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AA86AEA3-8040-40B4-ACFB-B57CC1B1852F}"/>
              </a:ext>
            </a:extLst>
          </p:cNvPr>
          <p:cNvSpPr/>
          <p:nvPr/>
        </p:nvSpPr>
        <p:spPr>
          <a:xfrm rot="3660553">
            <a:off x="1658578" y="5554668"/>
            <a:ext cx="313658" cy="371025"/>
          </a:xfrm>
          <a:prstGeom prst="down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984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533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OnCollisionEnter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FF0000"/>
                </a:solidFill>
              </a:rPr>
              <a:t>Collider</a:t>
            </a:r>
            <a:r>
              <a:rPr lang="ja-JP" altLang="en-US" sz="2400" b="1" dirty="0">
                <a:solidFill>
                  <a:srgbClr val="FF0000"/>
                </a:solidFill>
              </a:rPr>
              <a:t>に接触したときに１度だけ呼ばれる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kumimoji="1" lang="ja-JP" altLang="en-US" sz="2400" dirty="0"/>
              <a:t>専用の関数になります。主に接触時にやりたい処理を書きます。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3332788-1C25-47CA-8763-99B6BC130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047426"/>
            <a:ext cx="11158278" cy="208903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148813C-AD60-4357-ACC2-87124F496CB7}"/>
              </a:ext>
            </a:extLst>
          </p:cNvPr>
          <p:cNvSpPr txBox="1"/>
          <p:nvPr/>
        </p:nvSpPr>
        <p:spPr>
          <a:xfrm>
            <a:off x="567542" y="4210641"/>
            <a:ext cx="57246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■主な処理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・敵に接触したときのダメージ処理</a:t>
            </a:r>
            <a:endParaRPr kumimoji="1" lang="en-US" altLang="ja-JP" sz="2400" dirty="0"/>
          </a:p>
          <a:p>
            <a:r>
              <a:rPr kumimoji="1" lang="ja-JP" altLang="en-US" sz="2400" dirty="0"/>
              <a:t>・アイテムに接触したときのゲット処理</a:t>
            </a:r>
            <a:endParaRPr kumimoji="1" lang="en-US" altLang="ja-JP" sz="2400" dirty="0"/>
          </a:p>
          <a:p>
            <a:r>
              <a:rPr kumimoji="1" lang="ja-JP" altLang="en-US" sz="2400" dirty="0"/>
              <a:t>・触ったときのエフェクト発生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5576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68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</a:t>
            </a:r>
            <a:r>
              <a:rPr lang="en-US" altLang="ja-JP" sz="2400" dirty="0" err="1"/>
              <a:t>OnCollisionEnter</a:t>
            </a:r>
            <a:r>
              <a:rPr lang="ja-JP" altLang="en-US" sz="2400" dirty="0"/>
              <a:t>の下に以下の関数を追加しましょう。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2E6774D-7836-4D4E-AC1F-A3F8EB38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60018" cy="189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0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実行すると床やキューブに接触している間、</a:t>
            </a:r>
            <a:endParaRPr lang="en-US" altLang="ja-JP" sz="2400" dirty="0"/>
          </a:p>
          <a:p>
            <a:r>
              <a:rPr lang="ja-JP" altLang="en-US" sz="2400" dirty="0"/>
              <a:t>コンソールに文字が出続けます。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A977AA-5925-4F81-B983-02983AC7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047426"/>
            <a:ext cx="4761797" cy="4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655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OnCollisionStay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ほかの</a:t>
            </a:r>
            <a:r>
              <a:rPr lang="en-US" altLang="ja-JP" sz="2400" b="1" dirty="0">
                <a:solidFill>
                  <a:srgbClr val="FF0000"/>
                </a:solidFill>
              </a:rPr>
              <a:t>Collider</a:t>
            </a:r>
            <a:r>
              <a:rPr lang="ja-JP" altLang="en-US" sz="2400" b="1" dirty="0">
                <a:solidFill>
                  <a:srgbClr val="FF0000"/>
                </a:solidFill>
              </a:rPr>
              <a:t>に当たっている間、ずっと呼ばれ続けます。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F362026-BAC2-4458-91F5-8A293C64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60018" cy="189359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E2EAA6-1E92-452A-88BE-BA045C4B4831}"/>
              </a:ext>
            </a:extLst>
          </p:cNvPr>
          <p:cNvSpPr txBox="1"/>
          <p:nvPr/>
        </p:nvSpPr>
        <p:spPr>
          <a:xfrm>
            <a:off x="567541" y="3851088"/>
            <a:ext cx="67730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■主な処理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・沈む床（乗っている間沈む床）</a:t>
            </a:r>
            <a:endParaRPr lang="en-US" altLang="ja-JP" sz="2400" dirty="0"/>
          </a:p>
          <a:p>
            <a:r>
              <a:rPr lang="ja-JP" altLang="en-US" sz="2400" dirty="0"/>
              <a:t>・回復エリア（エリアにいる間</a:t>
            </a:r>
            <a:r>
              <a:rPr lang="en-US" altLang="ja-JP" sz="2400" dirty="0"/>
              <a:t>HP</a:t>
            </a:r>
            <a:r>
              <a:rPr lang="ja-JP" altLang="en-US" sz="2400" dirty="0"/>
              <a:t>が回復する）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3348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最後にもう１つ関数を追加してみましょう。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522D4F5-487E-45BF-A05D-99F7C4E1A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459910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7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08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実行するとジャンプしたときなど、</a:t>
            </a:r>
            <a:endParaRPr lang="en-US" altLang="ja-JP" sz="2400" dirty="0"/>
          </a:p>
          <a:p>
            <a:r>
              <a:rPr lang="ja-JP" altLang="en-US" sz="2400" dirty="0"/>
              <a:t>床やキューブから離れたときに「</a:t>
            </a:r>
            <a:r>
              <a:rPr lang="en-US" altLang="ja-JP" sz="2400" dirty="0" err="1"/>
              <a:t>Player:OnCollisionExit</a:t>
            </a:r>
            <a:r>
              <a:rPr lang="ja-JP" altLang="en-US" sz="2400" dirty="0"/>
              <a:t>」と表示されます。</a:t>
            </a:r>
            <a:endParaRPr lang="en-US" altLang="ja-JP" sz="2400" dirty="0"/>
          </a:p>
          <a:p>
            <a:r>
              <a:rPr lang="ja-JP" altLang="en-US" sz="2400" dirty="0"/>
              <a:t>（コンソール右上の検索ボックスを使うと見やすくなります）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7B629D8-B650-4E26-9D24-FAA286935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102923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3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58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OnCollisionExit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は当たった後に離れたタイミングで呼ばれます。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73B7126-C543-4D82-B3DD-767D3BFD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459910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47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330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では一度</a:t>
            </a:r>
            <a:r>
              <a:rPr lang="en-US" altLang="ja-JP" sz="2400" dirty="0" err="1"/>
              <a:t>OnCollisionEnter</a:t>
            </a:r>
            <a:r>
              <a:rPr lang="ja-JP" altLang="en-US" sz="2400" dirty="0"/>
              <a:t>のみ残して、他の２つは消しましょう。</a:t>
            </a:r>
            <a:endParaRPr lang="en-US" altLang="ja-JP" sz="2400" dirty="0"/>
          </a:p>
          <a:p>
            <a:r>
              <a:rPr lang="ja-JP" altLang="en-US" sz="2400" dirty="0"/>
              <a:t>引数である</a:t>
            </a:r>
            <a:r>
              <a:rPr lang="en-US" altLang="ja-JP" sz="2400" b="1" dirty="0">
                <a:solidFill>
                  <a:schemeClr val="accent5"/>
                </a:solidFill>
              </a:rPr>
              <a:t>collision</a:t>
            </a:r>
            <a:r>
              <a:rPr lang="ja-JP" altLang="en-US" sz="2400" dirty="0"/>
              <a:t>について見ていきます。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76C8DCF-BE9B-4A68-92DE-18686616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257066"/>
            <a:ext cx="10819756" cy="448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2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980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chemeClr val="accent5"/>
                </a:solidFill>
              </a:rPr>
              <a:t>collision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接触した相手側の衝突情報</a:t>
            </a:r>
            <a:r>
              <a:rPr lang="ja-JP" altLang="en-US" sz="2400" dirty="0"/>
              <a:t>が渡されてきます。</a:t>
            </a:r>
            <a:endParaRPr lang="en-US" altLang="ja-JP" sz="2400" dirty="0"/>
          </a:p>
          <a:p>
            <a:r>
              <a:rPr lang="ja-JP" altLang="en-US" sz="2400" dirty="0"/>
              <a:t>接触した相手側で何かしたい場合に使用します。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試しに、接触した相手を非表示にしてみます。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1C4C0E-1F48-43F5-BB69-8C1BD5A0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925789"/>
            <a:ext cx="10922379" cy="271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33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接触したものを非表示にできていると思います。</a:t>
            </a:r>
            <a:endParaRPr lang="en-US" altLang="ja-JP" sz="2400" dirty="0"/>
          </a:p>
          <a:p>
            <a:r>
              <a:rPr lang="ja-JP" altLang="en-US" sz="2400" dirty="0"/>
              <a:t>ですが、床に対しても同様の処理が通ってしまいます。</a:t>
            </a:r>
            <a:endParaRPr lang="en-US" altLang="ja-JP" sz="2400" dirty="0"/>
          </a:p>
          <a:p>
            <a:r>
              <a:rPr lang="ja-JP" altLang="en-US" sz="2400" dirty="0"/>
              <a:t>床は消えてほしくない場合は、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他のオブジェクトと区別</a:t>
            </a:r>
            <a:r>
              <a:rPr lang="ja-JP" altLang="en-US" sz="2400" dirty="0"/>
              <a:t>しなければいけません。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244493-5129-4034-BB97-46311A640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812408" cy="380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813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オブジェクトで区別をつけたい場合は、オブジェクトに</a:t>
            </a:r>
            <a:r>
              <a:rPr lang="ja-JP" altLang="en-US" sz="2400" b="1" dirty="0">
                <a:solidFill>
                  <a:srgbClr val="FF0000"/>
                </a:solidFill>
              </a:rPr>
              <a:t>タグ</a:t>
            </a:r>
            <a:r>
              <a:rPr lang="ja-JP" altLang="en-US" sz="2400" dirty="0"/>
              <a:t>を設定します。</a:t>
            </a:r>
            <a:endParaRPr lang="en-US" altLang="ja-JP" sz="2400" dirty="0"/>
          </a:p>
          <a:p>
            <a:r>
              <a:rPr lang="ja-JP" altLang="en-US" sz="2400" dirty="0"/>
              <a:t>タグはインスペクターで設定できます。</a:t>
            </a:r>
            <a:endParaRPr lang="en-US" altLang="ja-JP" sz="2400" dirty="0"/>
          </a:p>
          <a:p>
            <a:r>
              <a:rPr lang="en-US" altLang="ja-JP" sz="2400" dirty="0"/>
              <a:t>Floor</a:t>
            </a:r>
            <a:r>
              <a:rPr lang="ja-JP" altLang="en-US" sz="2400" dirty="0"/>
              <a:t>オブジェクトを選択してインスペクターを見てみましょう。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2FDAE4-E9AC-4852-B932-6CBC0242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7"/>
            <a:ext cx="6013573" cy="393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98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上部に</a:t>
            </a:r>
            <a:r>
              <a:rPr lang="en-US" altLang="ja-JP" sz="2400" b="1" dirty="0">
                <a:solidFill>
                  <a:srgbClr val="FF0000"/>
                </a:solidFill>
              </a:rPr>
              <a:t>Tag</a:t>
            </a:r>
            <a:r>
              <a:rPr lang="ja-JP" altLang="en-US" sz="2400" dirty="0"/>
              <a:t>という項目があります。</a:t>
            </a:r>
            <a:endParaRPr lang="en-US" altLang="ja-JP" sz="2400" dirty="0"/>
          </a:p>
          <a:p>
            <a:r>
              <a:rPr lang="ja-JP" altLang="en-US" sz="2400" dirty="0"/>
              <a:t>ここからオブジェクトごとにタグを設定することができます。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2FDAE4-E9AC-4852-B932-6CBC0242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537030" cy="427642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73C565-3EDF-4FF8-B87E-561B67FD2424}"/>
              </a:ext>
            </a:extLst>
          </p:cNvPr>
          <p:cNvSpPr/>
          <p:nvPr/>
        </p:nvSpPr>
        <p:spPr>
          <a:xfrm>
            <a:off x="1165411" y="2918011"/>
            <a:ext cx="2931459" cy="327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56697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80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あらかじめ用意されているものがありますが、</a:t>
            </a:r>
            <a:endParaRPr lang="en-US" altLang="ja-JP" sz="2400" dirty="0"/>
          </a:p>
          <a:p>
            <a:r>
              <a:rPr lang="ja-JP" altLang="en-US" sz="2400" dirty="0"/>
              <a:t>適したものがないので新規で追加します。</a:t>
            </a:r>
            <a:r>
              <a:rPr lang="en-US" altLang="ja-JP" sz="2400" dirty="0"/>
              <a:t>Add Tag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313B427-78D6-4286-A8DF-0DD754846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00929" cy="4159245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C1F8E528-B19C-4F2A-BAD2-0AE4768C8CBA}"/>
              </a:ext>
            </a:extLst>
          </p:cNvPr>
          <p:cNvSpPr/>
          <p:nvPr/>
        </p:nvSpPr>
        <p:spPr>
          <a:xfrm rot="8480737">
            <a:off x="2876597" y="5576047"/>
            <a:ext cx="565849" cy="35858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004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69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Tags</a:t>
            </a:r>
            <a:r>
              <a:rPr lang="ja-JP" altLang="en-US" sz="2400" dirty="0"/>
              <a:t>のプラスボタンから追加できます。</a:t>
            </a:r>
            <a:endParaRPr lang="en-US" altLang="ja-JP" sz="2400" dirty="0"/>
          </a:p>
          <a:p>
            <a:r>
              <a:rPr lang="ja-JP" altLang="en-US" sz="2400" dirty="0"/>
              <a:t>今回は「</a:t>
            </a:r>
            <a:r>
              <a:rPr lang="en-US" altLang="ja-JP" sz="2400" dirty="0"/>
              <a:t>Stage</a:t>
            </a:r>
            <a:r>
              <a:rPr lang="ja-JP" altLang="en-US" sz="2400" dirty="0"/>
              <a:t>」と「</a:t>
            </a:r>
            <a:r>
              <a:rPr lang="en-US" altLang="ja-JP" sz="2400" dirty="0"/>
              <a:t>Block</a:t>
            </a:r>
            <a:r>
              <a:rPr lang="ja-JP" altLang="en-US" sz="2400" dirty="0"/>
              <a:t>」という名前で２つ追加しましょう。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833A1A9-2BE7-4BE8-8564-5A49EDC77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818382" cy="3454445"/>
          </a:xfrm>
          <a:prstGeom prst="rect">
            <a:avLst/>
          </a:prstGeom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EBE80293-6B64-4BC2-ABD3-BC7DF626F3EC}"/>
              </a:ext>
            </a:extLst>
          </p:cNvPr>
          <p:cNvSpPr/>
          <p:nvPr/>
        </p:nvSpPr>
        <p:spPr>
          <a:xfrm rot="8480737">
            <a:off x="6566589" y="4051790"/>
            <a:ext cx="565849" cy="358588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09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70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Floor</a:t>
            </a:r>
            <a:r>
              <a:rPr lang="ja-JP" altLang="en-US" sz="2400" dirty="0"/>
              <a:t>オブジェクトのタグに「</a:t>
            </a:r>
            <a:r>
              <a:rPr lang="en-US" altLang="ja-JP" sz="2400" dirty="0"/>
              <a:t>Stage</a:t>
            </a:r>
            <a:r>
              <a:rPr lang="ja-JP" altLang="en-US" sz="2400" dirty="0"/>
              <a:t>」を、</a:t>
            </a:r>
            <a:endParaRPr lang="en-US" altLang="ja-JP" sz="2400" dirty="0"/>
          </a:p>
          <a:p>
            <a:r>
              <a:rPr lang="en-US" altLang="ja-JP" sz="2400" dirty="0"/>
              <a:t>Cube</a:t>
            </a:r>
            <a:r>
              <a:rPr lang="ja-JP" altLang="en-US" sz="2400" dirty="0"/>
              <a:t>オブジェクトのタグに「</a:t>
            </a:r>
            <a:r>
              <a:rPr lang="en-US" altLang="ja-JP" sz="2400" dirty="0"/>
              <a:t>Block</a:t>
            </a:r>
            <a:r>
              <a:rPr lang="ja-JP" altLang="en-US" sz="2400" dirty="0"/>
              <a:t>」を設定しましょう。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377D34E-0DC5-4E0B-8C62-56D1610E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089687" cy="124187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EC13F83-A189-4A24-9987-F15A00ADF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82" y="3568701"/>
            <a:ext cx="7105406" cy="124187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8DFF9A4-C8A9-4E55-B5AE-9735F2CD5227}"/>
              </a:ext>
            </a:extLst>
          </p:cNvPr>
          <p:cNvSpPr txBox="1"/>
          <p:nvPr/>
        </p:nvSpPr>
        <p:spPr>
          <a:xfrm>
            <a:off x="559682" y="4950275"/>
            <a:ext cx="718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dirty="0"/>
              <a:t>Tag</a:t>
            </a:r>
            <a:r>
              <a:rPr lang="ja-JP" altLang="en-US" sz="2400" dirty="0"/>
              <a:t>を見ると区別をつけることができます。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56539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衝突処理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51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スクリプト側で</a:t>
            </a:r>
            <a:r>
              <a:rPr lang="en-US" altLang="ja-JP" sz="2400" dirty="0"/>
              <a:t>Block</a:t>
            </a:r>
            <a:r>
              <a:rPr lang="ja-JP" altLang="en-US" sz="2400" dirty="0"/>
              <a:t>が接触したときのみ非表示にしましょう。</a:t>
            </a:r>
            <a:endParaRPr lang="en-US" altLang="ja-JP" sz="2400" dirty="0"/>
          </a:p>
          <a:p>
            <a:r>
              <a:rPr lang="ja-JP" altLang="en-US" sz="2400" dirty="0"/>
              <a:t>オブジェクトの</a:t>
            </a:r>
            <a:r>
              <a:rPr lang="en-US" altLang="ja-JP" sz="2400" b="1" dirty="0">
                <a:solidFill>
                  <a:srgbClr val="FF0000"/>
                </a:solidFill>
              </a:rPr>
              <a:t>tag</a:t>
            </a:r>
            <a:r>
              <a:rPr lang="ja-JP" altLang="en-US" sz="2400" dirty="0"/>
              <a:t>で判定すると、処理を分けることができます。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0139E83-FA54-46A4-9AE7-A22E1853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9415884" cy="401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74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612</Words>
  <Application>Microsoft Office PowerPoint</Application>
  <PresentationFormat>ワイド画面</PresentationFormat>
  <Paragraphs>74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51</cp:revision>
  <dcterms:created xsi:type="dcterms:W3CDTF">2024-08-27T02:15:54Z</dcterms:created>
  <dcterms:modified xsi:type="dcterms:W3CDTF">2024-10-04T05:35:53Z</dcterms:modified>
</cp:coreProperties>
</file>