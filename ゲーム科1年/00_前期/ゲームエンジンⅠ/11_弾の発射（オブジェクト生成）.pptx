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敵の出現や弾の発射など、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ゲーム中にオブジェクトを生成</a:t>
            </a:r>
            <a:r>
              <a:rPr lang="ja-JP" altLang="en-US" sz="2400" dirty="0"/>
              <a:t>することは多々あります。</a:t>
            </a:r>
            <a:endParaRPr lang="en-US" altLang="ja-JP" sz="2400" dirty="0"/>
          </a:p>
          <a:p>
            <a:r>
              <a:rPr kumimoji="1" lang="ja-JP" altLang="en-US" sz="2400" dirty="0"/>
              <a:t>今回は弾の発射でオブジェクト生成を練習します。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18B4DF-8E5B-4388-A9A1-5DCA15ED2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261413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45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 これまでの復習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625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準備として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をプレハブ化します。</a:t>
            </a:r>
            <a:endParaRPr kumimoji="1" lang="en-US" altLang="ja-JP" sz="2400" dirty="0"/>
          </a:p>
          <a:p>
            <a:r>
              <a:rPr lang="en-US" altLang="ja-JP" sz="2400" dirty="0"/>
              <a:t>Prefab</a:t>
            </a:r>
            <a:r>
              <a:rPr lang="ja-JP" altLang="en-US" sz="2400" dirty="0"/>
              <a:t>フォルダを追加して、</a:t>
            </a:r>
            <a:endParaRPr lang="en-US" altLang="ja-JP" sz="2400" dirty="0"/>
          </a:p>
          <a:p>
            <a:r>
              <a:rPr lang="ja-JP" altLang="en-US" sz="2400" dirty="0"/>
              <a:t>ヒエラルキーにある</a:t>
            </a:r>
            <a:r>
              <a:rPr lang="en-US" altLang="ja-JP" sz="2400" dirty="0"/>
              <a:t>Player</a:t>
            </a:r>
            <a:r>
              <a:rPr lang="ja-JP" altLang="en-US" sz="2400" dirty="0"/>
              <a:t>をそのままプレハブ化しましょう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A275F7A-AD83-4B4A-A865-6F1EB1B0E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556458"/>
            <a:ext cx="2071232" cy="3809588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5658EA89-76D9-4725-BA7F-1ADCECE49F44}"/>
              </a:ext>
            </a:extLst>
          </p:cNvPr>
          <p:cNvCxnSpPr/>
          <p:nvPr/>
        </p:nvCxnSpPr>
        <p:spPr>
          <a:xfrm>
            <a:off x="1066800" y="3263153"/>
            <a:ext cx="1219200" cy="2572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1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45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 これまでの復習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8150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これまでの授業を思い出しながら</a:t>
            </a:r>
            <a:r>
              <a:rPr kumimoji="1" lang="en-US" altLang="ja-JP" sz="2400" dirty="0"/>
              <a:t>Bullet</a:t>
            </a:r>
            <a:r>
              <a:rPr kumimoji="1" lang="ja-JP" altLang="en-US" sz="2400" dirty="0"/>
              <a:t>という名前の</a:t>
            </a:r>
            <a:r>
              <a:rPr kumimoji="1" lang="en-US" altLang="ja-JP" sz="2400" dirty="0"/>
              <a:t>Prefab</a:t>
            </a:r>
            <a:r>
              <a:rPr kumimoji="1" lang="ja-JP" altLang="en-US" sz="2400" dirty="0"/>
              <a:t>を作りましょう。</a:t>
            </a:r>
            <a:endParaRPr kumimoji="1" lang="en-US" altLang="ja-JP" sz="2400" dirty="0"/>
          </a:p>
          <a:p>
            <a:r>
              <a:rPr lang="en-US" altLang="ja-JP" sz="2400" dirty="0"/>
              <a:t>Bullet</a:t>
            </a:r>
            <a:r>
              <a:rPr lang="ja-JP" altLang="en-US" sz="2400" dirty="0"/>
              <a:t>プレハブの詳細は以下の通りです。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Bullet</a:t>
            </a:r>
            <a:r>
              <a:rPr lang="ja-JP" altLang="en-US" sz="2400" b="1" dirty="0">
                <a:solidFill>
                  <a:srgbClr val="FF0000"/>
                </a:solidFill>
              </a:rPr>
              <a:t>プレハブ詳細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・オブジェクトは</a:t>
            </a:r>
            <a:r>
              <a:rPr kumimoji="1" lang="en-US" altLang="ja-JP" sz="2400" dirty="0"/>
              <a:t>Sphere</a:t>
            </a:r>
            <a:r>
              <a:rPr kumimoji="1" lang="ja-JP" altLang="en-US" sz="2400" dirty="0"/>
              <a:t>のみ（名前は</a:t>
            </a:r>
            <a:r>
              <a:rPr kumimoji="1" lang="en-US" altLang="ja-JP" sz="2400" dirty="0"/>
              <a:t>Bullet</a:t>
            </a:r>
            <a:r>
              <a:rPr kumimoji="1" lang="ja-JP" altLang="en-US" sz="2400" dirty="0"/>
              <a:t>としておくこと）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Sphere</a:t>
            </a:r>
            <a:r>
              <a:rPr lang="ja-JP" altLang="en-US" sz="2400" dirty="0"/>
              <a:t>の</a:t>
            </a:r>
            <a:r>
              <a:rPr lang="en-US" altLang="ja-JP" sz="2400" dirty="0"/>
              <a:t>Scale</a:t>
            </a:r>
            <a:r>
              <a:rPr lang="ja-JP" altLang="en-US" sz="2400" dirty="0"/>
              <a:t>は（</a:t>
            </a:r>
            <a:r>
              <a:rPr lang="en-US" altLang="ja-JP" sz="2400" dirty="0"/>
              <a:t>0.25, 0.25, 0.25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kumimoji="1" lang="ja-JP" altLang="en-US" sz="2400" dirty="0"/>
              <a:t>・見た目は何かしらのマテリアルを作って適用すること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Bullet</a:t>
            </a:r>
            <a:r>
              <a:rPr lang="ja-JP" altLang="en-US" sz="2400" dirty="0"/>
              <a:t>というスクリプトを作成して、</a:t>
            </a:r>
            <a:r>
              <a:rPr lang="en-US" altLang="ja-JP" sz="2400" dirty="0"/>
              <a:t>Bullet</a:t>
            </a:r>
            <a:r>
              <a:rPr lang="ja-JP" altLang="en-US" sz="2400" dirty="0"/>
              <a:t>に付与させること</a:t>
            </a:r>
            <a:endParaRPr lang="en-US" altLang="ja-JP" sz="2400" dirty="0"/>
          </a:p>
          <a:p>
            <a:r>
              <a:rPr kumimoji="1" lang="ja-JP" altLang="en-US" sz="2400" dirty="0"/>
              <a:t>　（処理はまだ書かなくてよい）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0862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23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まずは発射するために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側の準備をします。</a:t>
            </a:r>
            <a:endParaRPr kumimoji="1" lang="en-US" altLang="ja-JP" sz="2400" dirty="0"/>
          </a:p>
          <a:p>
            <a:r>
              <a:rPr lang="en-US" altLang="ja-JP" sz="2400" dirty="0" err="1"/>
              <a:t>Player.cs</a:t>
            </a:r>
            <a:r>
              <a:rPr lang="ja-JP" altLang="en-US" sz="2400" dirty="0"/>
              <a:t>を開いて以下を追記します。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535317-16D3-4CE9-BE98-776A9550B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17" y="2187126"/>
            <a:ext cx="6916115" cy="354379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FB2FE8-78A6-4B7A-867A-1CD761480505}"/>
              </a:ext>
            </a:extLst>
          </p:cNvPr>
          <p:cNvSpPr/>
          <p:nvPr/>
        </p:nvSpPr>
        <p:spPr>
          <a:xfrm>
            <a:off x="2355272" y="3616037"/>
            <a:ext cx="4156364" cy="1052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C59439-6A6A-4776-BA2E-6F1C98E1E26D}"/>
              </a:ext>
            </a:extLst>
          </p:cNvPr>
          <p:cNvSpPr txBox="1"/>
          <p:nvPr/>
        </p:nvSpPr>
        <p:spPr>
          <a:xfrm>
            <a:off x="567542" y="5870621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書き終わったら保存しましょう。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4396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000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Player</a:t>
            </a:r>
            <a:r>
              <a:rPr kumimoji="1" lang="ja-JP" altLang="en-US" sz="2400" dirty="0"/>
              <a:t>プレハブを見てみましょう。</a:t>
            </a:r>
            <a:endParaRPr kumimoji="1" lang="en-US" altLang="ja-JP" sz="2400" dirty="0"/>
          </a:p>
          <a:p>
            <a:r>
              <a:rPr lang="ja-JP" altLang="en-US" sz="2400" dirty="0"/>
              <a:t>スクリプトの部分に</a:t>
            </a:r>
            <a:r>
              <a:rPr lang="en-US" altLang="ja-JP" sz="2400" dirty="0"/>
              <a:t>Bullet</a:t>
            </a:r>
            <a:r>
              <a:rPr lang="ja-JP" altLang="en-US" sz="2400" dirty="0"/>
              <a:t>の項目が増えていると思います。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B404C9C-F33F-4B8D-A808-BE631717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047426"/>
            <a:ext cx="7326378" cy="4460950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0360E9C3-D292-4890-8C7C-E9B6FFD14D9B}"/>
              </a:ext>
            </a:extLst>
          </p:cNvPr>
          <p:cNvSpPr/>
          <p:nvPr/>
        </p:nvSpPr>
        <p:spPr>
          <a:xfrm rot="14062059">
            <a:off x="4574828" y="5387789"/>
            <a:ext cx="385482" cy="295835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71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125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GameObject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で追加した枠には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Prefab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を設定することができます。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枠の右側の◎ボタンから</a:t>
            </a:r>
            <a:r>
              <a:rPr lang="en-US" altLang="ja-JP" sz="2400" dirty="0"/>
              <a:t>Bullet</a:t>
            </a:r>
            <a:r>
              <a:rPr lang="ja-JP" altLang="en-US" sz="2400" dirty="0"/>
              <a:t>を選択してみましょう。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CA7D0C2-9904-410B-8C81-97353C47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267796" cy="260068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5B592D-EA52-4808-B7FC-4D2A6B26A8B2}"/>
              </a:ext>
            </a:extLst>
          </p:cNvPr>
          <p:cNvSpPr txBox="1"/>
          <p:nvPr/>
        </p:nvSpPr>
        <p:spPr>
          <a:xfrm>
            <a:off x="567542" y="4927514"/>
            <a:ext cx="8784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</a:t>
            </a:r>
            <a:r>
              <a:rPr kumimoji="1" lang="en-US" altLang="ja-JP" sz="2400" dirty="0"/>
              <a:t>Player</a:t>
            </a:r>
            <a:r>
              <a:rPr kumimoji="1" lang="ja-JP" altLang="en-US" sz="2400" dirty="0"/>
              <a:t>に</a:t>
            </a:r>
            <a:r>
              <a:rPr kumimoji="1" lang="en-US" altLang="ja-JP" sz="2400" dirty="0"/>
              <a:t>Bullet</a:t>
            </a:r>
            <a:r>
              <a:rPr kumimoji="1" lang="ja-JP" altLang="en-US" sz="2400" dirty="0"/>
              <a:t>プレハブを登録することができました。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6159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66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Player.cs</a:t>
            </a:r>
            <a:r>
              <a:rPr kumimoji="1" lang="ja-JP" altLang="en-US" sz="2400" dirty="0"/>
              <a:t>に登録したバレットを発射する処理を追加しましょう。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46C760B-3AF6-4228-A0EC-129F333E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38657" cy="454825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DFEC19-93C1-4C9B-8723-E8A11953A4FA}"/>
              </a:ext>
            </a:extLst>
          </p:cNvPr>
          <p:cNvSpPr/>
          <p:nvPr/>
        </p:nvSpPr>
        <p:spPr>
          <a:xfrm>
            <a:off x="2254221" y="3281082"/>
            <a:ext cx="8451978" cy="3084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474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0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Bullet.cs</a:t>
            </a:r>
            <a:r>
              <a:rPr kumimoji="1" lang="ja-JP" altLang="en-US" sz="2400" dirty="0"/>
              <a:t>に弾丸側の処理を書きます。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F80FE9D-8C4F-4873-8CAB-4CBBC8025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9350013" cy="45482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050FC94-8658-4C66-AFA8-16EDDD86C107}"/>
              </a:ext>
            </a:extLst>
          </p:cNvPr>
          <p:cNvSpPr/>
          <p:nvPr/>
        </p:nvSpPr>
        <p:spPr>
          <a:xfrm>
            <a:off x="1752008" y="2232212"/>
            <a:ext cx="3519239" cy="1766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7AB2031-F81E-4D33-8FDF-A5B3939BD210}"/>
              </a:ext>
            </a:extLst>
          </p:cNvPr>
          <p:cNvSpPr/>
          <p:nvPr/>
        </p:nvSpPr>
        <p:spPr>
          <a:xfrm>
            <a:off x="2274445" y="4894729"/>
            <a:ext cx="7643110" cy="11564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83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Bullet.cs</a:t>
            </a:r>
            <a:r>
              <a:rPr kumimoji="1" lang="ja-JP" altLang="en-US" sz="2400" dirty="0"/>
              <a:t>つづき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01CF467-D813-4353-80C7-A3CF79E1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345594" cy="439163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F9ECA6D-DFC5-4BD3-BBE6-F192FA88E0FA}"/>
              </a:ext>
            </a:extLst>
          </p:cNvPr>
          <p:cNvSpPr/>
          <p:nvPr/>
        </p:nvSpPr>
        <p:spPr>
          <a:xfrm>
            <a:off x="2675562" y="2312893"/>
            <a:ext cx="8237574" cy="33286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71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3464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Instantiate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第一引数で指定したオブジェクトを生成する関数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kumimoji="1" lang="en-US" altLang="ja-JP" sz="2400" dirty="0"/>
              <a:t>Instantiate</a:t>
            </a:r>
            <a:r>
              <a:rPr kumimoji="1" lang="ja-JP" altLang="en-US" sz="2400" dirty="0"/>
              <a:t>関数は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いくつものオーバーロード関数が存在</a:t>
            </a:r>
            <a:r>
              <a:rPr kumimoji="1" lang="ja-JP" altLang="en-US" sz="2400" dirty="0"/>
              <a:t>しており、</a:t>
            </a:r>
            <a:endParaRPr kumimoji="1" lang="en-US" altLang="ja-JP" sz="2400" dirty="0"/>
          </a:p>
          <a:p>
            <a:r>
              <a:rPr lang="ja-JP" altLang="en-US" sz="2400" dirty="0"/>
              <a:t>追加の引数で様々なことができます。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今回は生成する位置と回転を指定する関数を使用しています。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1CB10C1-1FA9-4BA7-A006-220FF06D3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63745"/>
            <a:ext cx="10401915" cy="36696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D95B46-0F37-469B-9980-ABD50B6EB811}"/>
              </a:ext>
            </a:extLst>
          </p:cNvPr>
          <p:cNvSpPr txBox="1"/>
          <p:nvPr/>
        </p:nvSpPr>
        <p:spPr>
          <a:xfrm>
            <a:off x="567541" y="4427054"/>
            <a:ext cx="94179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：オーバーロード関数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r>
              <a:rPr kumimoji="1" lang="ja-JP" altLang="en-US" sz="2400" dirty="0"/>
              <a:t>オーバーロード関数とは、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同じ名前で引数の違う関数</a:t>
            </a:r>
            <a:r>
              <a:rPr kumimoji="1" lang="ja-JP" altLang="en-US" sz="2400" dirty="0"/>
              <a:t>のことです。</a:t>
            </a:r>
            <a:endParaRPr kumimoji="1" lang="en-US" altLang="ja-JP" sz="2400" dirty="0"/>
          </a:p>
          <a:p>
            <a:r>
              <a:rPr lang="ja-JP" altLang="en-US" sz="2400" dirty="0"/>
              <a:t>引数によって呼ばれる関数が自動で変わります。</a:t>
            </a:r>
            <a:endParaRPr lang="en-US" altLang="ja-JP" sz="2400" dirty="0"/>
          </a:p>
          <a:p>
            <a:r>
              <a:rPr kumimoji="1" lang="ja-JP" altLang="en-US" sz="2400" dirty="0"/>
              <a:t>興味がある人は</a:t>
            </a:r>
            <a:r>
              <a:rPr kumimoji="1" lang="en-US" altLang="ja-JP" sz="2400" dirty="0"/>
              <a:t>Instantiate</a:t>
            </a:r>
            <a:r>
              <a:rPr kumimoji="1" lang="ja-JP" altLang="en-US" sz="2400" dirty="0"/>
              <a:t>関数の定義を見てみよう。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8355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オブジェクト生成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Destroy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第一引数で指定したオブジェクトを</a:t>
            </a:r>
            <a:r>
              <a:rPr lang="ja-JP" altLang="en-US" sz="2400" b="1" dirty="0">
                <a:solidFill>
                  <a:srgbClr val="FF0000"/>
                </a:solidFill>
              </a:rPr>
              <a:t>削除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する関数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これを呼ばないと</a:t>
            </a:r>
            <a:r>
              <a:rPr kumimoji="1" lang="en-US" altLang="ja-JP" sz="2400" dirty="0"/>
              <a:t>Bullet</a:t>
            </a:r>
            <a:r>
              <a:rPr kumimoji="1" lang="ja-JP" altLang="en-US" sz="2400" dirty="0"/>
              <a:t>がヒエラルキーに残り続けます。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第２引数に秒数を渡すと、その時間が経過した後に自動で削除されます。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今回のように、時間で勝手に消えてほしい場合は便利です。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51061B-3C99-4C4D-AF4F-6FBBEE84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8"/>
            <a:ext cx="6855234" cy="4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53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451</Words>
  <Application>Microsoft Office PowerPoint</Application>
  <PresentationFormat>ワイド画面</PresentationFormat>
  <Paragraphs>50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69</cp:revision>
  <dcterms:created xsi:type="dcterms:W3CDTF">2024-08-27T02:15:54Z</dcterms:created>
  <dcterms:modified xsi:type="dcterms:W3CDTF">2024-09-25T02:42:03Z</dcterms:modified>
</cp:coreProperties>
</file>