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ゲートをたくさん置いて、くぐった分だけ得点が入るゲームを作るとします。</a:t>
            </a:r>
            <a:endParaRPr kumimoji="1" lang="en-US" altLang="ja-JP" sz="2400" dirty="0"/>
          </a:p>
          <a:p>
            <a:r>
              <a:rPr lang="ja-JP" altLang="en-US" sz="2400" dirty="0"/>
              <a:t>その場合、ゲートを１つずつ作るよりも、</a:t>
            </a:r>
            <a:endParaRPr lang="en-US" altLang="ja-JP" sz="2400" dirty="0"/>
          </a:p>
          <a:p>
            <a:r>
              <a:rPr kumimoji="1" lang="ja-JP" altLang="en-US" sz="2400" dirty="0"/>
              <a:t>作ったゲートをたくさんコピーして配置したいです。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030C215-B1C7-4CE9-8C2C-C52C8FB3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8436220" cy="35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317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複数のオブジェクトを組み合わせる場合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親となる空オブジェクトを１つ用意</a:t>
            </a:r>
            <a:r>
              <a:rPr lang="ja-JP" altLang="en-US" sz="2400" dirty="0"/>
              <a:t>して、その</a:t>
            </a:r>
            <a:r>
              <a:rPr lang="ja-JP" altLang="en-US" sz="2400" b="1" dirty="0">
                <a:solidFill>
                  <a:srgbClr val="FF0000"/>
                </a:solidFill>
              </a:rPr>
              <a:t>子オブジェクト</a:t>
            </a:r>
            <a:r>
              <a:rPr lang="ja-JP" altLang="en-US" sz="2400" dirty="0"/>
              <a:t>として、</a:t>
            </a:r>
            <a:endParaRPr lang="en-US" altLang="ja-JP" sz="2400" dirty="0"/>
          </a:p>
          <a:p>
            <a:r>
              <a:rPr kumimoji="1" lang="ja-JP" altLang="en-US" sz="2400" dirty="0"/>
              <a:t>作ることが多いです。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Gate</a:t>
            </a:r>
            <a:r>
              <a:rPr lang="ja-JP" altLang="en-US" sz="2400" dirty="0"/>
              <a:t>」という空オブジェクトを作って、</a:t>
            </a:r>
            <a:endParaRPr lang="en-US" altLang="ja-JP" sz="2400" dirty="0"/>
          </a:p>
          <a:p>
            <a:r>
              <a:rPr kumimoji="1" lang="ja-JP" altLang="en-US" sz="2400" dirty="0"/>
              <a:t>ゲートに使用するオブジェクトを</a:t>
            </a:r>
            <a:r>
              <a:rPr kumimoji="1" lang="en-US" altLang="ja-JP" sz="2400" dirty="0"/>
              <a:t>Gate</a:t>
            </a:r>
            <a:r>
              <a:rPr kumimoji="1" lang="ja-JP" altLang="en-US" sz="2400" dirty="0"/>
              <a:t>に向かってドラッグ＆ドロップしましょう。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4FA515-B34C-4C3D-8358-C6D87D97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3901666" cy="334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6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ヒエラルキーにあるオブジェクトは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コピー＆ペースト</a:t>
            </a:r>
            <a:r>
              <a:rPr kumimoji="1" lang="ja-JP" altLang="en-US" sz="2400" dirty="0"/>
              <a:t>ができます。</a:t>
            </a:r>
            <a:endParaRPr kumimoji="1" lang="en-US" altLang="ja-JP" sz="2400" dirty="0"/>
          </a:p>
          <a:p>
            <a:r>
              <a:rPr lang="ja-JP" altLang="en-US" sz="2400" dirty="0"/>
              <a:t>試しにいくつか</a:t>
            </a:r>
            <a:r>
              <a:rPr lang="en-US" altLang="ja-JP" sz="2400" dirty="0"/>
              <a:t>Gate</a:t>
            </a:r>
            <a:r>
              <a:rPr lang="ja-JP" altLang="en-US" sz="2400" dirty="0"/>
              <a:t>を複製してみましょう。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71A65E5-5566-47D6-B39D-EAC2DF400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7970903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3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これで複数配置については解決しましたが、</a:t>
            </a:r>
            <a:endParaRPr kumimoji="1" lang="en-US" altLang="ja-JP" sz="2400" dirty="0"/>
          </a:p>
          <a:p>
            <a:r>
              <a:rPr lang="ja-JP" altLang="en-US" sz="2400" dirty="0"/>
              <a:t>この状態で、ゲートを少し狭くしたくなったとします。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今の状態だと、既に複数配置してしまっているので、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ゲート幅の調整は１つずつ行わないといけません。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A38BF2-F126-42FA-8D05-5BC3A287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3915321" cy="30579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FBF7AD-21FF-4527-A5BA-CE458244CCB6}"/>
              </a:ext>
            </a:extLst>
          </p:cNvPr>
          <p:cNvSpPr txBox="1"/>
          <p:nvPr/>
        </p:nvSpPr>
        <p:spPr>
          <a:xfrm>
            <a:off x="4507082" y="5522076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１こずつ調整はさすがに面倒。。。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（</a:t>
            </a:r>
            <a:r>
              <a:rPr lang="ja-JP" altLang="en-US" sz="2400" dirty="0"/>
              <a:t>多ければ多いほど大変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4712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673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Prefab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（プレハブ）</a:t>
            </a:r>
            <a:r>
              <a:rPr kumimoji="1" lang="ja-JP" altLang="en-US" sz="2400" dirty="0"/>
              <a:t>という便利な機能があります。</a:t>
            </a:r>
            <a:r>
              <a:rPr lang="en-US" altLang="ja-JP" sz="2400" dirty="0"/>
              <a:t>Prefab</a:t>
            </a:r>
            <a:r>
              <a:rPr lang="ja-JP" altLang="en-US" sz="2400" dirty="0"/>
              <a:t>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複数のオブジェクトの組み合わせを１まとめとして管理する機能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一旦複製した</a:t>
            </a:r>
            <a:r>
              <a:rPr lang="en-US" altLang="ja-JP" sz="2400" dirty="0"/>
              <a:t>Gate</a:t>
            </a:r>
            <a:r>
              <a:rPr lang="ja-JP" altLang="en-US" sz="2400" dirty="0"/>
              <a:t>は削除して、最初に作った</a:t>
            </a:r>
            <a:r>
              <a:rPr lang="en-US" altLang="ja-JP" sz="2400" dirty="0"/>
              <a:t>Gate</a:t>
            </a:r>
            <a:r>
              <a:rPr lang="ja-JP" altLang="en-US" sz="2400" dirty="0"/>
              <a:t>だけ残しましょう。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4821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29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Assets</a:t>
            </a:r>
            <a:r>
              <a:rPr kumimoji="1" lang="ja-JP" altLang="en-US" sz="2400" dirty="0"/>
              <a:t>に</a:t>
            </a:r>
            <a:r>
              <a:rPr kumimoji="1" lang="en-US" altLang="ja-JP" sz="2400" dirty="0"/>
              <a:t>Prefabs</a:t>
            </a:r>
            <a:r>
              <a:rPr kumimoji="1" lang="ja-JP" altLang="en-US" sz="2400" dirty="0"/>
              <a:t>フォルダを追加します。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0A18D0-CEB6-456D-81BC-A72632DB5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718872" cy="382377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B016C655-6641-43ED-A4F5-10D1F6BA37AB}"/>
              </a:ext>
            </a:extLst>
          </p:cNvPr>
          <p:cNvSpPr/>
          <p:nvPr/>
        </p:nvSpPr>
        <p:spPr>
          <a:xfrm rot="13945321">
            <a:off x="6095999" y="4348687"/>
            <a:ext cx="775855" cy="69272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72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08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Prefabs</a:t>
            </a:r>
            <a:r>
              <a:rPr kumimoji="1" lang="ja-JP" altLang="en-US" sz="2400" dirty="0"/>
              <a:t>フォルダを開いた状態で、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ヒエラルキーにある</a:t>
            </a:r>
            <a:r>
              <a:rPr lang="en-US" altLang="ja-JP" sz="2400" b="1" dirty="0">
                <a:solidFill>
                  <a:srgbClr val="FF0000"/>
                </a:solidFill>
              </a:rPr>
              <a:t>Gate</a:t>
            </a:r>
            <a:r>
              <a:rPr lang="ja-JP" altLang="en-US" sz="2400" b="1" dirty="0">
                <a:solidFill>
                  <a:srgbClr val="FF0000"/>
                </a:solidFill>
              </a:rPr>
              <a:t>を</a:t>
            </a:r>
            <a:r>
              <a:rPr lang="en-US" altLang="ja-JP" sz="2400" b="1" dirty="0">
                <a:solidFill>
                  <a:srgbClr val="FF0000"/>
                </a:solidFill>
              </a:rPr>
              <a:t>Prefabs</a:t>
            </a:r>
            <a:r>
              <a:rPr lang="ja-JP" altLang="en-US" sz="2400" b="1" dirty="0">
                <a:solidFill>
                  <a:srgbClr val="FF0000"/>
                </a:solidFill>
              </a:rPr>
              <a:t>の空いている場所にドラッグ＆ドロップ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11AAF6B-1C2C-4BA8-8125-93B358145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2177401" cy="4393783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9FFF39B3-131C-4591-819C-064FCF14B274}"/>
              </a:ext>
            </a:extLst>
          </p:cNvPr>
          <p:cNvSpPr/>
          <p:nvPr/>
        </p:nvSpPr>
        <p:spPr>
          <a:xfrm rot="15015673" flipH="1" flipV="1">
            <a:off x="307384" y="3929371"/>
            <a:ext cx="2671402" cy="54900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8BC0BB9-C544-47F9-B490-A07483871410}"/>
              </a:ext>
            </a:extLst>
          </p:cNvPr>
          <p:cNvSpPr txBox="1"/>
          <p:nvPr/>
        </p:nvSpPr>
        <p:spPr>
          <a:xfrm>
            <a:off x="2772013" y="6119244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ヒエラルキーの文字が</a:t>
            </a:r>
            <a:r>
              <a:rPr kumimoji="1" lang="ja-JP" altLang="en-US" sz="2400" b="1" dirty="0">
                <a:solidFill>
                  <a:schemeClr val="accent5">
                    <a:lumMod val="75000"/>
                  </a:schemeClr>
                </a:solidFill>
              </a:rPr>
              <a:t>水色</a:t>
            </a:r>
            <a:r>
              <a:rPr kumimoji="1" lang="ja-JP" altLang="en-US" sz="2400" dirty="0"/>
              <a:t>になれば成功です。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4477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82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追加されたファイルが</a:t>
            </a:r>
            <a:r>
              <a:rPr kumimoji="1" lang="en-US" altLang="ja-JP" sz="2400" dirty="0"/>
              <a:t>Prefab</a:t>
            </a:r>
            <a:r>
              <a:rPr kumimoji="1" lang="ja-JP" altLang="en-US" sz="2400" dirty="0"/>
              <a:t>ファイルになります。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AF618AD-0098-4761-AE84-4FB4B4569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95590" cy="4084242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190C6846-EA70-4CE8-96B3-3D59981984BE}"/>
              </a:ext>
            </a:extLst>
          </p:cNvPr>
          <p:cNvSpPr/>
          <p:nvPr/>
        </p:nvSpPr>
        <p:spPr>
          <a:xfrm rot="13945321">
            <a:off x="5264129" y="4237851"/>
            <a:ext cx="775855" cy="69272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911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プレハブはドラッグ＆ドロップするだけでシーンに追加できます。</a:t>
            </a:r>
            <a:endParaRPr kumimoji="1" lang="en-US" altLang="ja-JP" sz="2400" dirty="0"/>
          </a:p>
          <a:p>
            <a:r>
              <a:rPr lang="ja-JP" altLang="en-US" sz="2400" dirty="0"/>
              <a:t>いくつか配置してみましょう。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000704-4BAC-4663-8017-3CD46E54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610024"/>
            <a:ext cx="6415150" cy="3756021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FD33C873-5EE5-4EE9-AAA8-83BADCB97EAD}"/>
              </a:ext>
            </a:extLst>
          </p:cNvPr>
          <p:cNvSpPr/>
          <p:nvPr/>
        </p:nvSpPr>
        <p:spPr>
          <a:xfrm rot="20036173">
            <a:off x="1007943" y="4178405"/>
            <a:ext cx="5237505" cy="502987"/>
          </a:xfrm>
          <a:prstGeom prst="rightArrow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90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838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そして</a:t>
            </a:r>
            <a:r>
              <a:rPr lang="ja-JP" altLang="en-US" sz="2400" dirty="0"/>
              <a:t>プレハブ化したことで、</a:t>
            </a:r>
            <a:r>
              <a:rPr lang="en-US" altLang="ja-JP" sz="2400" dirty="0"/>
              <a:t>Gate</a:t>
            </a:r>
            <a:r>
              <a:rPr lang="ja-JP" altLang="en-US" sz="2400" dirty="0"/>
              <a:t>について</a:t>
            </a:r>
            <a:r>
              <a:rPr lang="ja-JP" altLang="en-US" sz="2400" b="1" dirty="0">
                <a:solidFill>
                  <a:srgbClr val="FF0000"/>
                </a:solidFill>
              </a:rPr>
              <a:t>一元管理</a:t>
            </a:r>
            <a:r>
              <a:rPr lang="ja-JP" altLang="en-US" sz="2400" dirty="0"/>
              <a:t>が可能になりました。</a:t>
            </a:r>
            <a:endParaRPr lang="en-US" altLang="ja-JP" sz="2400" dirty="0"/>
          </a:p>
          <a:p>
            <a:r>
              <a:rPr kumimoji="1" lang="ja-JP" altLang="en-US" sz="2400" dirty="0"/>
              <a:t>大元は</a:t>
            </a:r>
            <a:r>
              <a:rPr kumimoji="1" lang="en-US" altLang="ja-JP" sz="2400" dirty="0"/>
              <a:t>Prefab</a:t>
            </a:r>
            <a:r>
              <a:rPr kumimoji="1" lang="ja-JP" altLang="en-US" sz="2400" dirty="0"/>
              <a:t>ファイルになりますので、ダブルクリックして開いてみましょう。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3C5EB75-5E65-4C0E-A8E4-F450AA8E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595590" cy="4084242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0D08C303-9C76-47BF-B73C-8B0DD889A587}"/>
              </a:ext>
            </a:extLst>
          </p:cNvPr>
          <p:cNvSpPr/>
          <p:nvPr/>
        </p:nvSpPr>
        <p:spPr>
          <a:xfrm rot="13945321">
            <a:off x="5264129" y="4607183"/>
            <a:ext cx="775855" cy="69272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70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83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プレハブの編集画面が開かれました。</a:t>
            </a:r>
            <a:endParaRPr kumimoji="1" lang="en-US" altLang="ja-JP" sz="2400" dirty="0"/>
          </a:p>
          <a:p>
            <a:r>
              <a:rPr lang="ja-JP" altLang="en-US" sz="2400" dirty="0"/>
              <a:t>ここでの編集は</a:t>
            </a:r>
            <a:r>
              <a:rPr lang="ja-JP" altLang="en-US" sz="2400" b="1" dirty="0">
                <a:solidFill>
                  <a:srgbClr val="FF0000"/>
                </a:solidFill>
              </a:rPr>
              <a:t>大元の</a:t>
            </a:r>
            <a:r>
              <a:rPr lang="en-US" altLang="ja-JP" sz="2400" b="1" dirty="0">
                <a:solidFill>
                  <a:srgbClr val="FF0000"/>
                </a:solidFill>
              </a:rPr>
              <a:t>Gate</a:t>
            </a:r>
            <a:r>
              <a:rPr lang="ja-JP" altLang="en-US" sz="2400" b="1" dirty="0">
                <a:solidFill>
                  <a:srgbClr val="FF0000"/>
                </a:solidFill>
              </a:rPr>
              <a:t>の編集</a:t>
            </a:r>
            <a:r>
              <a:rPr lang="ja-JP" altLang="en-US" sz="2400" dirty="0"/>
              <a:t>となるので、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配置してある全ての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Gate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にも編集内容が反映</a:t>
            </a:r>
            <a:r>
              <a:rPr kumimoji="1" lang="ja-JP" altLang="en-US" sz="2400" dirty="0"/>
              <a:t>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9F8DF8-BB7E-42A8-89DA-89D4DD654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989622" cy="37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3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試しにゲート幅を小さくしてみましょう。</a:t>
            </a:r>
            <a:endParaRPr kumimoji="1" lang="en-US" altLang="ja-JP" sz="2400" dirty="0"/>
          </a:p>
          <a:p>
            <a:r>
              <a:rPr lang="ja-JP" altLang="en-US" sz="2400" dirty="0"/>
              <a:t>小さくしたらヒエラルキー左上の「＜」から元の画面に戻れます。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1544EB-E6CB-4726-AC8F-81B3E1CF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9307595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7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22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配置されているすべての</a:t>
            </a:r>
            <a:r>
              <a:rPr kumimoji="1" lang="en-US" altLang="ja-JP" sz="2400" dirty="0"/>
              <a:t>Gate</a:t>
            </a:r>
            <a:r>
              <a:rPr kumimoji="1" lang="ja-JP" altLang="en-US" sz="2400" dirty="0"/>
              <a:t>が小さくなりました。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7CC8DD-7D13-4868-A525-BAC01602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95794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6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Prefab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ゲーム制作では以下のようなプレハブを作ります。（あくまで一例）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■プレハブの例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・プレイヤー</a:t>
            </a:r>
            <a:endParaRPr lang="en-US" altLang="ja-JP" sz="2400" dirty="0"/>
          </a:p>
          <a:p>
            <a:r>
              <a:rPr lang="ja-JP" altLang="en-US" sz="2400" dirty="0"/>
              <a:t>・弾丸</a:t>
            </a:r>
            <a:endParaRPr lang="en-US" altLang="ja-JP" sz="2400" dirty="0"/>
          </a:p>
          <a:p>
            <a:r>
              <a:rPr lang="ja-JP" altLang="en-US" sz="2400" dirty="0"/>
              <a:t>・敵</a:t>
            </a:r>
            <a:endParaRPr lang="en-US" altLang="ja-JP" sz="2400" dirty="0"/>
          </a:p>
          <a:p>
            <a:r>
              <a:rPr lang="ja-JP" altLang="en-US" sz="2400" dirty="0"/>
              <a:t>・アイテム</a:t>
            </a:r>
            <a:endParaRPr lang="en-US" altLang="ja-JP" sz="2400" dirty="0"/>
          </a:p>
          <a:p>
            <a:r>
              <a:rPr lang="ja-JP" altLang="en-US" sz="2400" dirty="0"/>
              <a:t>・ギミック</a:t>
            </a:r>
            <a:endParaRPr lang="en-US" altLang="ja-JP" sz="2400" dirty="0"/>
          </a:p>
          <a:p>
            <a:r>
              <a:rPr lang="ja-JP" altLang="en-US" sz="2400" dirty="0"/>
              <a:t>・飾りの木や岩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基本的には、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１つ分作る　＞　プレハブ化する　＞　配置する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この流れでゲームを作っていきます。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431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462</Words>
  <Application>Microsoft Office PowerPoint</Application>
  <PresentationFormat>ワイド画面</PresentationFormat>
  <Paragraphs>64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64</cp:revision>
  <dcterms:created xsi:type="dcterms:W3CDTF">2024-08-27T02:15:54Z</dcterms:created>
  <dcterms:modified xsi:type="dcterms:W3CDTF">2024-09-25T01:19:48Z</dcterms:modified>
</cp:coreProperties>
</file>