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実行ファイル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ゲームが完成したら実行ファイルを作ってパッケージ化します。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実行ファイル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1991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「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Edit &gt; Project Setting</a:t>
            </a:r>
            <a:r>
              <a:rPr kumimoji="1" lang="ja-JP" altLang="en-US" sz="2400" dirty="0"/>
              <a:t>」を選択します。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C149D44-C5B7-4116-AEAB-677DA84AC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2274270" cy="4712287"/>
          </a:xfrm>
          <a:prstGeom prst="rect">
            <a:avLst/>
          </a:prstGeom>
        </p:spPr>
      </p:pic>
      <p:sp>
        <p:nvSpPr>
          <p:cNvPr id="5" name="矢印: 右 4">
            <a:extLst>
              <a:ext uri="{FF2B5EF4-FFF2-40B4-BE49-F238E27FC236}">
                <a16:creationId xmlns:a16="http://schemas.microsoft.com/office/drawing/2014/main" id="{23EA2F6C-2083-444E-907C-D30C8CC08F54}"/>
              </a:ext>
            </a:extLst>
          </p:cNvPr>
          <p:cNvSpPr/>
          <p:nvPr/>
        </p:nvSpPr>
        <p:spPr>
          <a:xfrm rot="13546938">
            <a:off x="1740173" y="6349230"/>
            <a:ext cx="329964" cy="238377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矢印: 右 6">
            <a:extLst>
              <a:ext uri="{FF2B5EF4-FFF2-40B4-BE49-F238E27FC236}">
                <a16:creationId xmlns:a16="http://schemas.microsoft.com/office/drawing/2014/main" id="{E16533D1-F94C-49AF-8B9D-EB6DF5FBDA2F}"/>
              </a:ext>
            </a:extLst>
          </p:cNvPr>
          <p:cNvSpPr/>
          <p:nvPr/>
        </p:nvSpPr>
        <p:spPr>
          <a:xfrm rot="13546938">
            <a:off x="897491" y="2099960"/>
            <a:ext cx="329964" cy="238377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0121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実行ファイル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9792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「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Player</a:t>
            </a:r>
            <a:r>
              <a:rPr kumimoji="1" lang="ja-JP" altLang="en-US" sz="2400" dirty="0"/>
              <a:t>」を選択して、ゲームが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ウィンドウモード</a:t>
            </a:r>
            <a:r>
              <a:rPr kumimoji="1" lang="ja-JP" altLang="en-US" sz="2400" dirty="0"/>
              <a:t>で起動するようにします。</a:t>
            </a:r>
            <a:endParaRPr kumimoji="1" lang="en-US" altLang="ja-JP" sz="2400" dirty="0"/>
          </a:p>
          <a:p>
            <a:endParaRPr kumimoji="1" lang="en-US" altLang="ja-JP" sz="2400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203179EC-1A03-45FA-BA1C-6378C8D69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91387"/>
            <a:ext cx="3210241" cy="327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224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実行ファイル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「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Fullscreen Mode</a:t>
            </a:r>
            <a:r>
              <a:rPr kumimoji="1" lang="ja-JP" altLang="en-US" sz="2400" dirty="0"/>
              <a:t>」を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Windowed</a:t>
            </a:r>
            <a:r>
              <a:rPr kumimoji="1" lang="ja-JP" altLang="en-US" sz="2400" dirty="0"/>
              <a:t>に切り替えます。</a:t>
            </a:r>
            <a:endParaRPr kumimoji="1" lang="en-US" altLang="ja-JP" sz="2400" dirty="0"/>
          </a:p>
          <a:p>
            <a:r>
              <a:rPr lang="ja-JP" altLang="en-US" sz="2400" dirty="0"/>
              <a:t>その下は画面サイズになるので以下のように設定します。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FF49E5A-CE66-44BA-A790-4B5E826E8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6007271" cy="3344098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BA6B3A0-9BF6-4F01-B6CB-71EA941C95A7}"/>
              </a:ext>
            </a:extLst>
          </p:cNvPr>
          <p:cNvSpPr/>
          <p:nvPr/>
        </p:nvSpPr>
        <p:spPr>
          <a:xfrm>
            <a:off x="4482353" y="3818965"/>
            <a:ext cx="1721223" cy="11833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1B04831-197F-4BDF-9594-4D64B307AB0E}"/>
              </a:ext>
            </a:extLst>
          </p:cNvPr>
          <p:cNvSpPr txBox="1"/>
          <p:nvPr/>
        </p:nvSpPr>
        <p:spPr>
          <a:xfrm>
            <a:off x="567542" y="5670924"/>
            <a:ext cx="9417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※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あくまで動作確認用の設定で、市販の製品はフルスクリーンです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6180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実行ファイル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08426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続いて実行ファイルを保存する</a:t>
            </a:r>
            <a:r>
              <a:rPr kumimoji="1" lang="en-US" altLang="ja-JP" sz="2400" dirty="0"/>
              <a:t>Exe</a:t>
            </a:r>
            <a:r>
              <a:rPr kumimoji="1" lang="ja-JP" altLang="en-US" sz="2400" dirty="0"/>
              <a:t>フォルダを作ります。</a:t>
            </a:r>
            <a:endParaRPr kumimoji="1" lang="en-US" altLang="ja-JP" sz="2400" dirty="0"/>
          </a:p>
          <a:p>
            <a:r>
              <a:rPr lang="ja-JP" altLang="en-US" sz="2400" dirty="0"/>
              <a:t>プロジェクトと同じ場所がおすすめです。</a:t>
            </a:r>
            <a:endParaRPr kumimoji="1"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E175FC8F-C981-434E-9055-289E1166A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6494836" cy="2340050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0811BE5-F9B2-46C4-AF8E-65D647D99920}"/>
              </a:ext>
            </a:extLst>
          </p:cNvPr>
          <p:cNvSpPr/>
          <p:nvPr/>
        </p:nvSpPr>
        <p:spPr>
          <a:xfrm>
            <a:off x="905436" y="3146613"/>
            <a:ext cx="1721223" cy="5558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658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実行ファイル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4684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実行ファイルを作成します。</a:t>
            </a:r>
            <a:endParaRPr kumimoji="1" lang="en-US" altLang="ja-JP" sz="2400" dirty="0"/>
          </a:p>
          <a:p>
            <a:r>
              <a:rPr lang="ja-JP" altLang="en-US" sz="2400" dirty="0"/>
              <a:t>「</a:t>
            </a:r>
            <a:r>
              <a:rPr lang="en-US" altLang="ja-JP" sz="2400" b="1" dirty="0">
                <a:solidFill>
                  <a:srgbClr val="FF0000"/>
                </a:solidFill>
              </a:rPr>
              <a:t>File &gt; Build Setting</a:t>
            </a:r>
            <a:r>
              <a:rPr lang="ja-JP" altLang="en-US" sz="2400" dirty="0"/>
              <a:t>」を選択しましょう。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6AA857C-2B62-4D30-B9D2-E83290A37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5"/>
            <a:ext cx="4120999" cy="4096899"/>
          </a:xfrm>
          <a:prstGeom prst="rect">
            <a:avLst/>
          </a:prstGeom>
        </p:spPr>
      </p:pic>
      <p:sp>
        <p:nvSpPr>
          <p:cNvPr id="9" name="矢印: 右 8">
            <a:extLst>
              <a:ext uri="{FF2B5EF4-FFF2-40B4-BE49-F238E27FC236}">
                <a16:creationId xmlns:a16="http://schemas.microsoft.com/office/drawing/2014/main" id="{D3AE28CC-B34F-4E2B-B911-073B2534AADE}"/>
              </a:ext>
            </a:extLst>
          </p:cNvPr>
          <p:cNvSpPr/>
          <p:nvPr/>
        </p:nvSpPr>
        <p:spPr>
          <a:xfrm rot="13546938">
            <a:off x="861632" y="2682665"/>
            <a:ext cx="329964" cy="238377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矢印: 右 9">
            <a:extLst>
              <a:ext uri="{FF2B5EF4-FFF2-40B4-BE49-F238E27FC236}">
                <a16:creationId xmlns:a16="http://schemas.microsoft.com/office/drawing/2014/main" id="{6DC39D31-3940-449C-9426-7C00A307D7FD}"/>
              </a:ext>
            </a:extLst>
          </p:cNvPr>
          <p:cNvSpPr/>
          <p:nvPr/>
        </p:nvSpPr>
        <p:spPr>
          <a:xfrm rot="13546938">
            <a:off x="2197374" y="5963474"/>
            <a:ext cx="329964" cy="238377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3258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実行ファイル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9995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ゲームに使用するシーンを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すべて</a:t>
            </a:r>
            <a:r>
              <a:rPr kumimoji="1" lang="en-US" altLang="ja-JP" sz="2400" dirty="0"/>
              <a:t>Scene In Build</a:t>
            </a:r>
            <a:r>
              <a:rPr kumimoji="1" lang="ja-JP" altLang="en-US" sz="2400" dirty="0"/>
              <a:t>に追加します。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122D19B-1CDA-46F7-9228-1421F50AC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3324689" cy="4477375"/>
          </a:xfrm>
          <a:prstGeom prst="rect">
            <a:avLst/>
          </a:prstGeom>
        </p:spPr>
      </p:pic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48650844-8112-494D-A63C-7D5CA5EABE31}"/>
              </a:ext>
            </a:extLst>
          </p:cNvPr>
          <p:cNvCxnSpPr/>
          <p:nvPr/>
        </p:nvCxnSpPr>
        <p:spPr>
          <a:xfrm flipV="1">
            <a:off x="1066800" y="2402541"/>
            <a:ext cx="1335741" cy="300317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36C87BB-5975-400D-A9AF-F8C50108852E}"/>
              </a:ext>
            </a:extLst>
          </p:cNvPr>
          <p:cNvSpPr txBox="1"/>
          <p:nvPr/>
        </p:nvSpPr>
        <p:spPr>
          <a:xfrm>
            <a:off x="3892231" y="2139793"/>
            <a:ext cx="60324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注意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一番上にあるシーンが最初に開かれます。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追加する順番に気を付けましょう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8782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実行ファイル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7585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Build</a:t>
            </a:r>
            <a:r>
              <a:rPr kumimoji="1" lang="ja-JP" altLang="en-US" sz="2400" dirty="0"/>
              <a:t>ボタンから実行ファイルが作成されます。</a:t>
            </a:r>
            <a:endParaRPr kumimoji="1" lang="en-US" altLang="ja-JP" sz="2400" dirty="0"/>
          </a:p>
          <a:p>
            <a:r>
              <a:rPr lang="ja-JP" altLang="en-US" sz="2400" dirty="0"/>
              <a:t>保存場所は</a:t>
            </a:r>
            <a:r>
              <a:rPr lang="en-US" altLang="ja-JP" sz="2400" dirty="0"/>
              <a:t>Exe</a:t>
            </a:r>
            <a:r>
              <a:rPr lang="ja-JP" altLang="en-US" sz="2400" dirty="0"/>
              <a:t>フォルダを選択しましょう。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693CC7B-E854-4AF8-A804-4EDC3A7FD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4802317" cy="4477631"/>
          </a:xfrm>
          <a:prstGeom prst="rect">
            <a:avLst/>
          </a:prstGeom>
        </p:spPr>
      </p:pic>
      <p:sp>
        <p:nvSpPr>
          <p:cNvPr id="9" name="矢印: 右 8">
            <a:extLst>
              <a:ext uri="{FF2B5EF4-FFF2-40B4-BE49-F238E27FC236}">
                <a16:creationId xmlns:a16="http://schemas.microsoft.com/office/drawing/2014/main" id="{F94613D1-91BC-4E04-988F-3DE738F0F9CA}"/>
              </a:ext>
            </a:extLst>
          </p:cNvPr>
          <p:cNvSpPr/>
          <p:nvPr/>
        </p:nvSpPr>
        <p:spPr>
          <a:xfrm rot="13546938">
            <a:off x="4151680" y="6545568"/>
            <a:ext cx="329964" cy="238377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0699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実行ファイル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4687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Exe</a:t>
            </a:r>
            <a:r>
              <a:rPr kumimoji="1" lang="ja-JP" altLang="en-US" sz="2400" dirty="0"/>
              <a:t>ファイルからゲームを起動することができます。</a:t>
            </a:r>
            <a:endParaRPr kumimoji="1" lang="en-US" altLang="ja-JP" sz="2400" dirty="0"/>
          </a:p>
          <a:p>
            <a:r>
              <a:rPr lang="ja-JP" altLang="en-US" sz="2400" dirty="0"/>
              <a:t>正しく動作するか確認しましょう。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90FC8B1-3601-4CF6-8C5C-25E2AC235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3780340" cy="371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860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9C7952A5A25B2543AB99BC9B879A46ED" ma:contentTypeVersion="14" ma:contentTypeDescription="新しいドキュメントを作成します。" ma:contentTypeScope="" ma:versionID="90546c031e0ac63b22e46af2ecd9d33c">
  <xsd:schema xmlns:xsd="http://www.w3.org/2001/XMLSchema" xmlns:xs="http://www.w3.org/2001/XMLSchema" xmlns:p="http://schemas.microsoft.com/office/2006/metadata/properties" xmlns:ns2="098a3c11-7ac2-46ba-89ce-8b2d5c9f76f8" xmlns:ns3="04574505-c322-4981-8ebb-5d25af8d4de8" targetNamespace="http://schemas.microsoft.com/office/2006/metadata/properties" ma:root="true" ma:fieldsID="0810ff497dd9b9e21f67fefddf4b3252" ns2:_="" ns3:_="">
    <xsd:import namespace="098a3c11-7ac2-46ba-89ce-8b2d5c9f76f8"/>
    <xsd:import namespace="04574505-c322-4981-8ebb-5d25af8d4de8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8a3c11-7ac2-46ba-89ce-8b2d5c9f76f8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画像タグ" ma:readOnly="false" ma:fieldId="{5cf76f15-5ced-4ddc-b409-7134ff3c332f}" ma:taxonomyMulti="true" ma:sspId="c7b788f1-635f-435b-a825-11a9aec0b6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574505-c322-4981-8ebb-5d25af8d4de8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81869a19-b6fc-4c53-a07c-015fd759a530}" ma:internalName="TaxCatchAll" ma:showField="CatchAllData" ma:web="04574505-c322-4981-8ebb-5d25af8d4d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4574505-c322-4981-8ebb-5d25af8d4de8" xsi:nil="true"/>
    <lcf76f155ced4ddcb4097134ff3c332f xmlns="098a3c11-7ac2-46ba-89ce-8b2d5c9f76f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5E77CA7-592F-4DBC-817A-2C1C91343E85}"/>
</file>

<file path=customXml/itemProps2.xml><?xml version="1.0" encoding="utf-8"?>
<ds:datastoreItem xmlns:ds="http://schemas.openxmlformats.org/officeDocument/2006/customXml" ds:itemID="{14474080-7E9F-450E-9ADE-3C8EC26F2225}"/>
</file>

<file path=customXml/itemProps3.xml><?xml version="1.0" encoding="utf-8"?>
<ds:datastoreItem xmlns:ds="http://schemas.openxmlformats.org/officeDocument/2006/customXml" ds:itemID="{A8D13964-8E3C-4188-88F6-BF04D1C9A116}"/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197</Words>
  <Application>Microsoft Office PowerPoint</Application>
  <PresentationFormat>ワイド画面</PresentationFormat>
  <Paragraphs>27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36</cp:revision>
  <dcterms:created xsi:type="dcterms:W3CDTF">2024-08-27T02:15:54Z</dcterms:created>
  <dcterms:modified xsi:type="dcterms:W3CDTF">2025-01-24T03:11:05Z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0x0101009C7952A5A25B2543AB99BC9B879A46ED</vt:lpwstr>
  </property>
</Properties>
</file>