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72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には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をサポートする機能も入っています。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3D</a:t>
            </a:r>
            <a:r>
              <a:rPr lang="ja-JP" altLang="en-US" sz="2400" dirty="0"/>
              <a:t>とは少し違う部分もありますので練習していきます。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568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UI</a:t>
            </a:r>
            <a:r>
              <a:rPr kumimoji="1" lang="ja-JP" altLang="en-US" sz="2400" dirty="0"/>
              <a:t>を実装する前にシーンを２</a:t>
            </a:r>
            <a:r>
              <a:rPr kumimoji="1" lang="en-US" altLang="ja-JP" sz="2400" dirty="0"/>
              <a:t>D</a:t>
            </a:r>
            <a:r>
              <a:rPr lang="ja-JP" altLang="en-US" sz="2400" dirty="0"/>
              <a:t>モードに切り替える必要があります。</a:t>
            </a:r>
            <a:endParaRPr lang="en-US" altLang="ja-JP" sz="2400" dirty="0"/>
          </a:p>
          <a:p>
            <a:r>
              <a:rPr lang="ja-JP" altLang="en-US" sz="2400" dirty="0"/>
              <a:t>シーン画面右上にある「</a:t>
            </a:r>
            <a:r>
              <a:rPr lang="en-US" altLang="ja-JP" sz="2400" dirty="0"/>
              <a:t>2D</a:t>
            </a:r>
            <a:r>
              <a:rPr lang="ja-JP" altLang="en-US" sz="2400" dirty="0"/>
              <a:t>」ボタンを押して切り替えましょう。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62BC58C-C624-4508-B3ED-9F3224ED3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536552" cy="3788906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9CDCE0FD-3E83-484E-9DA7-2DE6A8D1079C}"/>
              </a:ext>
            </a:extLst>
          </p:cNvPr>
          <p:cNvSpPr/>
          <p:nvPr/>
        </p:nvSpPr>
        <p:spPr>
          <a:xfrm rot="14339772">
            <a:off x="6276441" y="2551025"/>
            <a:ext cx="550270" cy="39722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75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744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Canvas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（キャンバス）</a:t>
            </a:r>
            <a:r>
              <a:rPr kumimoji="1" lang="ja-JP" altLang="en-US" sz="2400" dirty="0"/>
              <a:t>というオブジェクトを用意して、</a:t>
            </a:r>
            <a:endParaRPr kumimoji="1" lang="en-US" altLang="ja-JP" sz="2400" dirty="0"/>
          </a:p>
          <a:p>
            <a:r>
              <a:rPr lang="ja-JP" altLang="en-US" sz="2400" dirty="0"/>
              <a:t>その</a:t>
            </a:r>
            <a:r>
              <a:rPr lang="en-US" altLang="ja-JP" sz="2400" dirty="0"/>
              <a:t>Canvas</a:t>
            </a:r>
            <a:r>
              <a:rPr lang="ja-JP" altLang="en-US" sz="2400" dirty="0"/>
              <a:t>上に画像や文字を置いていきます。</a:t>
            </a:r>
            <a:endParaRPr lang="en-US" altLang="ja-JP" sz="2400" dirty="0"/>
          </a:p>
          <a:p>
            <a:r>
              <a:rPr lang="ja-JP" altLang="en-US" sz="2400" dirty="0"/>
              <a:t>まずはその</a:t>
            </a:r>
            <a:r>
              <a:rPr lang="en-US" altLang="ja-JP" sz="2400" dirty="0"/>
              <a:t>Canvas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834003F-6710-4F8A-B469-048DA20E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185648" cy="380958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6D2BFAAE-B55A-4F6D-9AEA-0AD533F64D29}"/>
              </a:ext>
            </a:extLst>
          </p:cNvPr>
          <p:cNvSpPr/>
          <p:nvPr/>
        </p:nvSpPr>
        <p:spPr>
          <a:xfrm rot="14339772">
            <a:off x="2744347" y="5781090"/>
            <a:ext cx="550270" cy="39722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080E71-ADA1-4A79-BBF8-DBCF0F10AC19}"/>
              </a:ext>
            </a:extLst>
          </p:cNvPr>
          <p:cNvSpPr txBox="1"/>
          <p:nvPr/>
        </p:nvSpPr>
        <p:spPr>
          <a:xfrm>
            <a:off x="3992060" y="5165717"/>
            <a:ext cx="5953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Canvas</a:t>
            </a:r>
            <a:r>
              <a:rPr kumimoji="1" lang="ja-JP" altLang="en-US" sz="2400" dirty="0"/>
              <a:t>を追加すると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EventSystem</a:t>
            </a:r>
            <a:r>
              <a:rPr kumimoji="1" lang="ja-JP" altLang="en-US" sz="2400" dirty="0"/>
              <a:t>という</a:t>
            </a:r>
            <a:endParaRPr kumimoji="1" lang="en-US" altLang="ja-JP" sz="2400" dirty="0"/>
          </a:p>
          <a:p>
            <a:r>
              <a:rPr kumimoji="1" lang="ja-JP" altLang="en-US" sz="2400" dirty="0"/>
              <a:t>オブジェクトが自動で追加されますが、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消さずにそのまま置いておきましょう。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9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332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Canvas</a:t>
            </a:r>
            <a:r>
              <a:rPr kumimoji="1" lang="ja-JP" altLang="en-US" sz="2400" dirty="0"/>
              <a:t>をダブルクリックすると、</a:t>
            </a:r>
            <a:r>
              <a:rPr kumimoji="1" lang="en-US" altLang="ja-JP" sz="2400" dirty="0"/>
              <a:t>Canvas</a:t>
            </a:r>
            <a:r>
              <a:rPr kumimoji="1" lang="ja-JP" altLang="en-US" sz="2400" dirty="0"/>
              <a:t>の範囲がわかります。</a:t>
            </a:r>
            <a:endParaRPr kumimoji="1" lang="en-US" altLang="ja-JP" sz="2400" dirty="0"/>
          </a:p>
          <a:p>
            <a:r>
              <a:rPr lang="ja-JP" altLang="en-US" sz="2400" dirty="0"/>
              <a:t>この範囲の中に</a:t>
            </a:r>
            <a:r>
              <a:rPr lang="en-US" altLang="ja-JP" sz="2400" dirty="0"/>
              <a:t>UI</a:t>
            </a:r>
            <a:r>
              <a:rPr lang="ja-JP" altLang="en-US" sz="2400" dirty="0"/>
              <a:t>を置いていきます。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1846988-1DAD-4734-AF11-ADA2DDA72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26633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5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前回準備をしたテキストを表示してみましょう。</a:t>
            </a:r>
            <a:endParaRPr kumimoji="1" lang="en-US" altLang="ja-JP" sz="2400" dirty="0"/>
          </a:p>
          <a:p>
            <a:r>
              <a:rPr lang="ja-JP" altLang="en-US" sz="2400" dirty="0"/>
              <a:t>ヒエラルキーに、</a:t>
            </a:r>
            <a:r>
              <a:rPr lang="en-US" altLang="ja-JP" sz="2400" b="1" dirty="0" err="1">
                <a:solidFill>
                  <a:srgbClr val="FF0000"/>
                </a:solidFill>
              </a:rPr>
              <a:t>TextMeshPro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70CD8E-D0CB-4E38-B1B5-306D7F2A5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4086466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4F9CDB2-4B87-4329-82D9-609FAC2979E7}"/>
              </a:ext>
            </a:extLst>
          </p:cNvPr>
          <p:cNvSpPr/>
          <p:nvPr/>
        </p:nvSpPr>
        <p:spPr>
          <a:xfrm rot="14339772">
            <a:off x="3665565" y="4354904"/>
            <a:ext cx="331623" cy="300144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35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UI</a:t>
            </a:r>
            <a:r>
              <a:rPr kumimoji="1" lang="ja-JP" altLang="en-US" sz="2400" dirty="0"/>
              <a:t>は必ず</a:t>
            </a:r>
            <a:r>
              <a:rPr kumimoji="1" lang="en-US" altLang="ja-JP" sz="2400" dirty="0"/>
              <a:t>Canvas</a:t>
            </a:r>
            <a:r>
              <a:rPr kumimoji="1" lang="ja-JP" altLang="en-US" sz="2400" dirty="0"/>
              <a:t>の子オブジェクトにしましょう。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68EEFC-6412-43F6-B5D2-DBF52E38A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189411" cy="382377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41D7EFF-4CA6-41A9-B6CC-911D28368766}"/>
              </a:ext>
            </a:extLst>
          </p:cNvPr>
          <p:cNvSpPr/>
          <p:nvPr/>
        </p:nvSpPr>
        <p:spPr>
          <a:xfrm rot="14339772">
            <a:off x="2141565" y="5341022"/>
            <a:ext cx="331623" cy="300144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328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5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TextMeshPro</a:t>
            </a:r>
            <a:r>
              <a:rPr kumimoji="1" lang="ja-JP" altLang="en-US" sz="2400" dirty="0"/>
              <a:t>のコンポーネントから、様々な設定ができます。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3729FB-453D-423E-9C0F-8EF4C41D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1986"/>
            <a:ext cx="5120485" cy="455405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DB7411-A725-4429-8ED4-3B2AEBD57CE8}"/>
              </a:ext>
            </a:extLst>
          </p:cNvPr>
          <p:cNvSpPr txBox="1"/>
          <p:nvPr/>
        </p:nvSpPr>
        <p:spPr>
          <a:xfrm>
            <a:off x="5688027" y="391973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</a:rPr>
              <a:t>②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使用するフォント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C3E1EC6-BCF0-44DD-ADB3-F6CC519FBF7C}"/>
              </a:ext>
            </a:extLst>
          </p:cNvPr>
          <p:cNvSpPr txBox="1"/>
          <p:nvPr/>
        </p:nvSpPr>
        <p:spPr>
          <a:xfrm>
            <a:off x="5688027" y="436140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③太字、斜め、下線など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80633C-155F-4BDC-B3DE-198032EB4503}"/>
              </a:ext>
            </a:extLst>
          </p:cNvPr>
          <p:cNvSpPr txBox="1"/>
          <p:nvPr/>
        </p:nvSpPr>
        <p:spPr>
          <a:xfrm>
            <a:off x="5691017" y="4651254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④フォントサイズ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0D34A8-27DE-4C7F-8F4A-8579CA081ACF}"/>
              </a:ext>
            </a:extLst>
          </p:cNvPr>
          <p:cNvSpPr txBox="1"/>
          <p:nvPr/>
        </p:nvSpPr>
        <p:spPr>
          <a:xfrm>
            <a:off x="5688027" y="520087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</a:rPr>
              <a:t>⑤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文字の色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4C24C3-AD80-40F1-9BD3-3A8D3933492C}"/>
              </a:ext>
            </a:extLst>
          </p:cNvPr>
          <p:cNvSpPr txBox="1"/>
          <p:nvPr/>
        </p:nvSpPr>
        <p:spPr>
          <a:xfrm>
            <a:off x="5688027" y="264502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①表示する文字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3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1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続いて画像を表示しましょう。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Images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を追加して配布した画像を取り込みましょう。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90D85C-6520-4428-9F9F-05835DCA7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945741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510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2D</a:t>
            </a:r>
            <a:r>
              <a:rPr lang="ja-JP" altLang="en-US" sz="2400" b="1" dirty="0">
                <a:solidFill>
                  <a:srgbClr val="FF0000"/>
                </a:solidFill>
              </a:rPr>
              <a:t>画像は使用用途を設定しないと、使うことができません。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画像を選択し、インスペクターの</a:t>
            </a:r>
            <a:r>
              <a:rPr lang="en-US" altLang="ja-JP" sz="2400" b="1" dirty="0">
                <a:solidFill>
                  <a:srgbClr val="FF0000"/>
                </a:solidFill>
              </a:rPr>
              <a:t>Texture Type</a:t>
            </a:r>
            <a:r>
              <a:rPr lang="ja-JP" altLang="en-US" sz="2400" dirty="0"/>
              <a:t>を変更しましょう。</a:t>
            </a:r>
            <a:endParaRPr lang="en-US" altLang="ja-JP" sz="2400" dirty="0"/>
          </a:p>
          <a:p>
            <a:r>
              <a:rPr lang="ja-JP" altLang="en-US" sz="2400" dirty="0"/>
              <a:t>今回は</a:t>
            </a:r>
            <a:r>
              <a:rPr lang="en-US" altLang="ja-JP" sz="2400" dirty="0"/>
              <a:t>UI</a:t>
            </a:r>
            <a:r>
              <a:rPr lang="ja-JP" altLang="en-US" sz="2400" dirty="0"/>
              <a:t>なので</a:t>
            </a:r>
            <a:r>
              <a:rPr lang="en-US" altLang="ja-JP" sz="2400" b="1" dirty="0">
                <a:solidFill>
                  <a:srgbClr val="FF0000"/>
                </a:solidFill>
              </a:rPr>
              <a:t>Sprite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C61600-1DC1-4132-B576-0BEDC343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784930" cy="380958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2DB8927-A095-4BB7-B146-8E7541C76502}"/>
              </a:ext>
            </a:extLst>
          </p:cNvPr>
          <p:cNvSpPr/>
          <p:nvPr/>
        </p:nvSpPr>
        <p:spPr>
          <a:xfrm rot="14339772">
            <a:off x="3611776" y="3870810"/>
            <a:ext cx="331623" cy="300144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69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45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続いてオブジェクトを追加します。</a:t>
            </a:r>
            <a:endParaRPr lang="en-US" altLang="ja-JP" sz="2400" dirty="0"/>
          </a:p>
          <a:p>
            <a:r>
              <a:rPr lang="ja-JP" altLang="en-US" sz="2400" dirty="0"/>
              <a:t>ヒエラルキーに</a:t>
            </a:r>
            <a:r>
              <a:rPr lang="en-US" altLang="ja-JP" sz="2400" b="1" dirty="0">
                <a:solidFill>
                  <a:srgbClr val="FF0000"/>
                </a:solidFill>
              </a:rPr>
              <a:t>Image</a:t>
            </a:r>
            <a:r>
              <a:rPr lang="ja-JP" altLang="en-US" sz="2400" dirty="0"/>
              <a:t>を追加しましょう。（</a:t>
            </a:r>
            <a:r>
              <a:rPr lang="en-US" altLang="ja-JP" sz="2400" dirty="0"/>
              <a:t>Canvas</a:t>
            </a:r>
            <a:r>
              <a:rPr lang="ja-JP" altLang="en-US" sz="2400" dirty="0"/>
              <a:t>の子にすること！）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5CABCA-5C5A-4087-92E9-BE2A90DE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27066" cy="417892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D4D77275-E8EA-42CE-A356-1769FBA344E9}"/>
              </a:ext>
            </a:extLst>
          </p:cNvPr>
          <p:cNvSpPr/>
          <p:nvPr/>
        </p:nvSpPr>
        <p:spPr>
          <a:xfrm rot="14339772">
            <a:off x="4311023" y="5358951"/>
            <a:ext cx="331623" cy="300144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50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54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Image</a:t>
            </a:r>
            <a:r>
              <a:rPr lang="ja-JP" altLang="en-US" sz="2400" dirty="0"/>
              <a:t>コンポーネントの</a:t>
            </a:r>
            <a:r>
              <a:rPr lang="en-US" altLang="ja-JP" sz="2400" b="1" dirty="0">
                <a:solidFill>
                  <a:srgbClr val="FF0000"/>
                </a:solidFill>
              </a:rPr>
              <a:t>Source Image</a:t>
            </a:r>
            <a:r>
              <a:rPr lang="ja-JP" altLang="en-US" sz="2400" dirty="0"/>
              <a:t>で画像を設定できます。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512D8A2-BC88-4914-80E9-77B4F7AC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210951" cy="4548252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472EE7B-21EA-4801-BAA6-7C7E16B95BA1}"/>
              </a:ext>
            </a:extLst>
          </p:cNvPr>
          <p:cNvSpPr/>
          <p:nvPr/>
        </p:nvSpPr>
        <p:spPr>
          <a:xfrm rot="14339772">
            <a:off x="2007206" y="4776244"/>
            <a:ext cx="331623" cy="300144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1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05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UI</a:t>
            </a:r>
            <a:r>
              <a:rPr lang="ja-JP" altLang="en-US" sz="2400" dirty="0"/>
              <a:t>をきれいに並べたいときは、</a:t>
            </a:r>
            <a:r>
              <a:rPr lang="en-US" altLang="ja-JP" sz="2400" b="1" dirty="0">
                <a:solidFill>
                  <a:srgbClr val="FF0000"/>
                </a:solidFill>
              </a:rPr>
              <a:t>Layout Group</a:t>
            </a:r>
            <a:r>
              <a:rPr lang="ja-JP" altLang="en-US" sz="2400" dirty="0"/>
              <a:t>を使うと便利です。</a:t>
            </a:r>
            <a:endParaRPr lang="en-US" altLang="ja-JP" sz="2400" dirty="0"/>
          </a:p>
          <a:p>
            <a:r>
              <a:rPr lang="ja-JP" altLang="en-US" sz="2400" dirty="0"/>
              <a:t>空のオブジェクトに</a:t>
            </a:r>
            <a:r>
              <a:rPr lang="en-US" altLang="ja-JP" sz="2400" b="1" dirty="0">
                <a:solidFill>
                  <a:srgbClr val="FF0000"/>
                </a:solidFill>
              </a:rPr>
              <a:t>Horizonal Layout Group</a:t>
            </a:r>
            <a:r>
              <a:rPr lang="ja-JP" altLang="en-US" sz="2400" dirty="0"/>
              <a:t>を追加してみます。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FC89CD-DB00-4A47-8F53-A998671D5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3563909" cy="417892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9B98E5-853C-4241-B5D0-7185070DAB1F}"/>
              </a:ext>
            </a:extLst>
          </p:cNvPr>
          <p:cNvSpPr txBox="1"/>
          <p:nvPr/>
        </p:nvSpPr>
        <p:spPr>
          <a:xfrm>
            <a:off x="4131451" y="5904382"/>
            <a:ext cx="5888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オブジェクト名は</a:t>
            </a:r>
            <a:r>
              <a:rPr lang="en-US" altLang="ja-JP" sz="2400" dirty="0"/>
              <a:t>Horizon</a:t>
            </a:r>
            <a:r>
              <a:rPr lang="ja-JP" altLang="en-US" sz="2400" dirty="0"/>
              <a:t>にしましょう。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2725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UI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3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</a:t>
            </a:r>
            <a:r>
              <a:rPr lang="en-US" altLang="ja-JP" sz="2400" dirty="0"/>
              <a:t>Horizon</a:t>
            </a:r>
            <a:r>
              <a:rPr lang="ja-JP" altLang="en-US" sz="2400" dirty="0"/>
              <a:t>の子にあるオブジェクトは自動で横に整列します。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74C9D7-9E4B-44CD-9B5B-7C292132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73273" cy="278168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253ABF-9DB2-47A1-92DB-335879C18579}"/>
              </a:ext>
            </a:extLst>
          </p:cNvPr>
          <p:cNvSpPr txBox="1"/>
          <p:nvPr/>
        </p:nvSpPr>
        <p:spPr>
          <a:xfrm>
            <a:off x="567541" y="4739182"/>
            <a:ext cx="8693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縦に並べたい場合は</a:t>
            </a:r>
            <a:r>
              <a:rPr lang="en-US" altLang="ja-JP" sz="2400" b="1" dirty="0">
                <a:solidFill>
                  <a:srgbClr val="FF0000"/>
                </a:solidFill>
              </a:rPr>
              <a:t>Vertical Layout Group</a:t>
            </a:r>
            <a:r>
              <a:rPr lang="ja-JP" altLang="en-US" sz="2400" dirty="0"/>
              <a:t>を使いましょう。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91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355</Words>
  <Application>Microsoft Office PowerPoint</Application>
  <PresentationFormat>ワイド画面</PresentationFormat>
  <Paragraphs>47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85</cp:revision>
  <dcterms:created xsi:type="dcterms:W3CDTF">2024-08-27T02:15:54Z</dcterms:created>
  <dcterms:modified xsi:type="dcterms:W3CDTF">2024-10-04T06:01:42Z</dcterms:modified>
</cp:coreProperties>
</file>