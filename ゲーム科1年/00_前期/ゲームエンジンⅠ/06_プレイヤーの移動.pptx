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7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4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プレイヤーの移動はスクリプトで自作する必要があります。</a:t>
            </a:r>
            <a:endParaRPr lang="en-US" altLang="ja-JP" sz="2400" dirty="0"/>
          </a:p>
          <a:p>
            <a:r>
              <a:rPr kumimoji="1" lang="ja-JP" altLang="en-US" sz="2400" dirty="0"/>
              <a:t>移動方法はいくつかありますが、</a:t>
            </a:r>
            <a:endParaRPr kumimoji="1" lang="en-US" altLang="ja-JP" sz="2400" dirty="0"/>
          </a:p>
          <a:p>
            <a:r>
              <a:rPr lang="ja-JP" altLang="en-US" sz="2400" dirty="0"/>
              <a:t>今回は初代バイオハザード移動を実装してみます。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■操作方法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左右キー：</a:t>
            </a:r>
            <a:r>
              <a:rPr kumimoji="1" lang="en-US" altLang="ja-JP" sz="2400" dirty="0"/>
              <a:t>Y</a:t>
            </a:r>
            <a:r>
              <a:rPr kumimoji="1" lang="ja-JP" altLang="en-US" sz="2400" dirty="0"/>
              <a:t>軸回転</a:t>
            </a:r>
            <a:endParaRPr kumimoji="1" lang="en-US" altLang="ja-JP" sz="2400" dirty="0"/>
          </a:p>
          <a:p>
            <a:r>
              <a:rPr lang="ja-JP" altLang="en-US" sz="2400" dirty="0"/>
              <a:t>上キー：前進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まずはキューブを大きくして床を作りましょう。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A2D047A-8E9F-4EEA-A397-1B6FDAD98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628433" cy="442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54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その上に小さなキューブをおいて、これをプレイヤーとしましょう。</a:t>
            </a:r>
            <a:endParaRPr lang="en-US" altLang="ja-JP" sz="2400" dirty="0"/>
          </a:p>
          <a:p>
            <a:r>
              <a:rPr kumimoji="1" lang="ja-JP" altLang="en-US" sz="2400" dirty="0"/>
              <a:t>オブジェクトの名前もわかりやすいように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Player</a:t>
            </a:r>
            <a:r>
              <a:rPr kumimoji="1" lang="ja-JP" altLang="en-US" sz="2400" dirty="0"/>
              <a:t>としましょう。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F5F056C-1A99-4121-A2EC-68FC84966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349483"/>
            <a:ext cx="5187532" cy="32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9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31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Player</a:t>
            </a:r>
            <a:r>
              <a:rPr lang="ja-JP" altLang="en-US" sz="2400" dirty="0"/>
              <a:t>を選択して、</a:t>
            </a:r>
            <a:r>
              <a:rPr lang="en-US" altLang="ja-JP" sz="2400" b="1" dirty="0" err="1">
                <a:solidFill>
                  <a:srgbClr val="00B050"/>
                </a:solidFill>
              </a:rPr>
              <a:t>Rigidbody</a:t>
            </a:r>
            <a:r>
              <a:rPr lang="ja-JP" altLang="en-US" sz="2400" dirty="0"/>
              <a:t>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1C52E30-9C25-490F-BDB3-C293020B8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2279180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63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107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Scripts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フォルダを追加</a:t>
            </a:r>
            <a:r>
              <a:rPr lang="ja-JP" altLang="en-US" sz="2400" dirty="0"/>
              <a:t>し、</a:t>
            </a:r>
            <a:r>
              <a:rPr lang="en-US" altLang="ja-JP" sz="2400" b="1" dirty="0">
                <a:solidFill>
                  <a:srgbClr val="FF0000"/>
                </a:solidFill>
              </a:rPr>
              <a:t>Player</a:t>
            </a:r>
            <a:r>
              <a:rPr lang="ja-JP" altLang="en-US" sz="2400" dirty="0"/>
              <a:t>という名前のスクリプトを追加しましょう。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E999AD4-C9B8-4D8E-B4F8-2D4FDE347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838506" cy="32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5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3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Player</a:t>
            </a:r>
            <a:r>
              <a:rPr lang="ja-JP" altLang="en-US" sz="2400" b="1" dirty="0">
                <a:solidFill>
                  <a:srgbClr val="0070C0"/>
                </a:solidFill>
              </a:rPr>
              <a:t>オブジェクト</a:t>
            </a:r>
            <a:r>
              <a:rPr lang="ja-JP" altLang="en-US" sz="2400" dirty="0"/>
              <a:t>に</a:t>
            </a:r>
            <a:r>
              <a:rPr lang="en-US" altLang="ja-JP" sz="2400" b="1" dirty="0">
                <a:solidFill>
                  <a:srgbClr val="00B050"/>
                </a:solidFill>
              </a:rPr>
              <a:t>Player</a:t>
            </a:r>
            <a:r>
              <a:rPr lang="ja-JP" altLang="en-US" sz="2400" b="1" dirty="0">
                <a:solidFill>
                  <a:srgbClr val="00B050"/>
                </a:solidFill>
              </a:rPr>
              <a:t>スクリプト</a:t>
            </a:r>
            <a:r>
              <a:rPr lang="ja-JP" altLang="en-US" sz="2400" dirty="0"/>
              <a:t>を追加しましょう。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04F9365-C2F8-4B81-8905-C4534CA31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054472" cy="4789194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25B469CC-D4CB-43BC-99B6-0841974A1642}"/>
              </a:ext>
            </a:extLst>
          </p:cNvPr>
          <p:cNvSpPr/>
          <p:nvPr/>
        </p:nvSpPr>
        <p:spPr>
          <a:xfrm rot="13681534">
            <a:off x="1174377" y="6496972"/>
            <a:ext cx="519953" cy="37651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664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まずは今回使用する変数を宣言していきます。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6152DBB-931E-4B7D-B634-6130D0123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82799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67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10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まずはオブジェクトについている</a:t>
            </a:r>
            <a:r>
              <a:rPr lang="en-US" altLang="ja-JP" sz="2400" b="1" dirty="0" err="1">
                <a:solidFill>
                  <a:srgbClr val="FF0000"/>
                </a:solidFill>
              </a:rPr>
              <a:t>Rigidbody</a:t>
            </a:r>
            <a:r>
              <a:rPr lang="ja-JP" altLang="en-US" sz="2400" b="1" dirty="0">
                <a:solidFill>
                  <a:srgbClr val="FF0000"/>
                </a:solidFill>
              </a:rPr>
              <a:t>を探して取得する処理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6BC12EA-8EC5-4026-8ECC-88DC63C6E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701964" cy="207649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8D8B959-F75F-4C6C-9896-7F89F6CC013D}"/>
              </a:ext>
            </a:extLst>
          </p:cNvPr>
          <p:cNvSpPr txBox="1"/>
          <p:nvPr/>
        </p:nvSpPr>
        <p:spPr>
          <a:xfrm>
            <a:off x="567542" y="4033989"/>
            <a:ext cx="107869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GetComponent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</a:t>
            </a:r>
            <a:r>
              <a:rPr kumimoji="1" lang="ja-JP" altLang="en-US" sz="2400" dirty="0"/>
              <a:t>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他についているコンポーネントを探して、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取得してくれる関数</a:t>
            </a:r>
            <a:r>
              <a:rPr lang="ja-JP" altLang="en-US" sz="2400" dirty="0"/>
              <a:t>です。</a:t>
            </a:r>
            <a:r>
              <a:rPr lang="en-US" altLang="ja-JP" sz="2400" b="1" dirty="0">
                <a:solidFill>
                  <a:srgbClr val="00B050"/>
                </a:solidFill>
              </a:rPr>
              <a:t>&lt;&gt;</a:t>
            </a:r>
            <a:r>
              <a:rPr lang="ja-JP" altLang="en-US" sz="2400" b="1" dirty="0">
                <a:solidFill>
                  <a:srgbClr val="00B050"/>
                </a:solidFill>
              </a:rPr>
              <a:t>内に探してほしいコンポーネント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40190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まずは左右キーで回転させましょう。（その１）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DEE8DAB-930D-401C-ABAC-89AC5514F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830114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43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まずは左右キーで回転させましょう。（その２）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D3813D6-A9D7-4A49-BF8A-D696943C2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163555" cy="180394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E955FD-2438-45FA-9904-42193671A621}"/>
              </a:ext>
            </a:extLst>
          </p:cNvPr>
          <p:cNvSpPr txBox="1"/>
          <p:nvPr/>
        </p:nvSpPr>
        <p:spPr>
          <a:xfrm>
            <a:off x="567542" y="3761441"/>
            <a:ext cx="985718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Rigidbody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rotaion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に回転値を与えます。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詳細はコメントの通りですが、一旦は書き方を覚えておけば</a:t>
            </a:r>
            <a:r>
              <a:rPr lang="en-US" altLang="ja-JP" sz="2400" dirty="0"/>
              <a:t>OK</a:t>
            </a:r>
            <a:r>
              <a:rPr lang="ja-JP" altLang="en-US" sz="2400" dirty="0"/>
              <a:t>です。</a:t>
            </a:r>
            <a:endParaRPr kumimoji="1"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くわしくは後々の授業で行います。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保存して実行すると左右キーで回転するはずです。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26483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次は上キーで前進します。（その１）</a:t>
            </a:r>
            <a:endParaRPr kumimoji="1"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A24E916-731E-4BE1-BB5C-36CCE64DC6AC}"/>
              </a:ext>
            </a:extLst>
          </p:cNvPr>
          <p:cNvSpPr txBox="1"/>
          <p:nvPr/>
        </p:nvSpPr>
        <p:spPr>
          <a:xfrm>
            <a:off x="567542" y="4702735"/>
            <a:ext cx="4605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Update</a:t>
            </a:r>
            <a:r>
              <a:rPr kumimoji="1" lang="ja-JP" altLang="en-US" sz="2400" dirty="0"/>
              <a:t>関数の初めに書きます。</a:t>
            </a:r>
            <a:endParaRPr kumimoji="1" lang="en-US" altLang="ja-JP" sz="24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F36F30F-726B-4470-988E-3E42AB341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172176" cy="277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51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次は上キーで前進します。（その２）</a:t>
            </a:r>
            <a:endParaRPr kumimoji="1"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A24E916-731E-4BE1-BB5C-36CCE64DC6AC}"/>
              </a:ext>
            </a:extLst>
          </p:cNvPr>
          <p:cNvSpPr txBox="1"/>
          <p:nvPr/>
        </p:nvSpPr>
        <p:spPr>
          <a:xfrm>
            <a:off x="567542" y="6043704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書く場所に気を付けましょう。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0BC031-1969-4880-9EF0-1263230D2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95273"/>
            <a:ext cx="10383699" cy="414395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12C44BA-5B9E-4DF9-A7EA-49ED5A37F6E7}"/>
              </a:ext>
            </a:extLst>
          </p:cNvPr>
          <p:cNvSpPr/>
          <p:nvPr/>
        </p:nvSpPr>
        <p:spPr>
          <a:xfrm>
            <a:off x="567542" y="3581400"/>
            <a:ext cx="10383700" cy="23578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380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次は上キーで前進します。（その３）</a:t>
            </a:r>
            <a:endParaRPr kumimoji="1"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A24E916-731E-4BE1-BB5C-36CCE64DC6AC}"/>
              </a:ext>
            </a:extLst>
          </p:cNvPr>
          <p:cNvSpPr txBox="1"/>
          <p:nvPr/>
        </p:nvSpPr>
        <p:spPr>
          <a:xfrm>
            <a:off x="567542" y="4308228"/>
            <a:ext cx="81868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Rigidbody</a:t>
            </a:r>
            <a:r>
              <a:rPr lang="ja-JP" altLang="en-US" sz="2400" b="1" dirty="0">
                <a:solidFill>
                  <a:srgbClr val="FF0000"/>
                </a:solidFill>
              </a:rPr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velocity</a:t>
            </a:r>
            <a:r>
              <a:rPr lang="ja-JP" altLang="en-US" sz="2400" dirty="0"/>
              <a:t>にベクトルを代入すると、</a:t>
            </a:r>
            <a:endParaRPr lang="en-US" altLang="ja-JP" sz="2400" dirty="0"/>
          </a:p>
          <a:p>
            <a:r>
              <a:rPr kumimoji="1" lang="ja-JP" altLang="en-US" sz="2400" dirty="0"/>
              <a:t>そのベクトルの方向に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移動する力が加わります。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保存して実行すると向いている方向に前進するはずです。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0180A98-CEE7-40BD-A2EE-26B2B8C17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11256905" cy="2350732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7B64CF3-AFEC-4222-BCB3-49B2EB448D8B}"/>
              </a:ext>
            </a:extLst>
          </p:cNvPr>
          <p:cNvSpPr/>
          <p:nvPr/>
        </p:nvSpPr>
        <p:spPr>
          <a:xfrm>
            <a:off x="567542" y="3706862"/>
            <a:ext cx="3977564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8354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最後にジャンプ処理を作ります（その１）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8F9368A-BC07-494E-9FDC-D3DBBD9E8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698068" cy="3562847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07CC1EF-A95C-493D-8AE2-E474BECE4E57}"/>
              </a:ext>
            </a:extLst>
          </p:cNvPr>
          <p:cNvSpPr/>
          <p:nvPr/>
        </p:nvSpPr>
        <p:spPr>
          <a:xfrm flipV="1">
            <a:off x="1168782" y="4326583"/>
            <a:ext cx="10096828" cy="10540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737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最後にジャンプ処理を作ります（その２）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634C33D-BE63-408F-B634-298A3A3CF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3891"/>
            <a:ext cx="10478962" cy="4182059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41959DF-A53B-49B2-A4CE-F8CA0CC4E709}"/>
              </a:ext>
            </a:extLst>
          </p:cNvPr>
          <p:cNvSpPr/>
          <p:nvPr/>
        </p:nvSpPr>
        <p:spPr>
          <a:xfrm flipV="1">
            <a:off x="567543" y="4222061"/>
            <a:ext cx="7581376" cy="17738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4299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最後にジャンプ処理を作ります（その３）</a:t>
            </a:r>
            <a:endParaRPr kumimoji="1"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0E2248D-FA64-4219-A669-84173BE2C298}"/>
              </a:ext>
            </a:extLst>
          </p:cNvPr>
          <p:cNvSpPr txBox="1"/>
          <p:nvPr/>
        </p:nvSpPr>
        <p:spPr>
          <a:xfrm>
            <a:off x="567542" y="3043496"/>
            <a:ext cx="89546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移動のときに書いた</a:t>
            </a:r>
            <a:r>
              <a:rPr kumimoji="1" lang="en-US" altLang="ja-JP" sz="2400" dirty="0"/>
              <a:t>velocity</a:t>
            </a:r>
            <a:r>
              <a:rPr kumimoji="1" lang="ja-JP" altLang="en-US" sz="2400" dirty="0"/>
              <a:t>への代入部分を書き換えましょう。</a:t>
            </a:r>
            <a:endParaRPr kumimoji="1" lang="en-US" altLang="ja-JP" sz="2400" dirty="0"/>
          </a:p>
          <a:p>
            <a:r>
              <a:rPr lang="ja-JP" altLang="en-US" sz="2400" dirty="0"/>
              <a:t>保存して実行すると</a:t>
            </a:r>
            <a:r>
              <a:rPr lang="en-US" altLang="ja-JP" sz="2400" dirty="0"/>
              <a:t>Z</a:t>
            </a:r>
            <a:r>
              <a:rPr lang="ja-JP" altLang="en-US" sz="2400" dirty="0"/>
              <a:t>キーでジャンプするはずです。</a:t>
            </a:r>
            <a:endParaRPr lang="en-US" altLang="ja-JP" sz="2400" dirty="0"/>
          </a:p>
          <a:p>
            <a:r>
              <a:rPr kumimoji="1" lang="ja-JP" altLang="en-US" sz="2400" dirty="0"/>
              <a:t>（何段でもジャンプできますが。。。）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F4ADA69-CFDD-4D05-8A4E-E66C12ED6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526065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7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変数の上に</a:t>
            </a:r>
            <a:r>
              <a:rPr lang="en-US" altLang="ja-JP" sz="2400" b="1" dirty="0">
                <a:solidFill>
                  <a:srgbClr val="00B050"/>
                </a:solidFill>
              </a:rPr>
              <a:t>[</a:t>
            </a:r>
            <a:r>
              <a:rPr lang="en-US" altLang="ja-JP" sz="2400" b="1" dirty="0" err="1">
                <a:solidFill>
                  <a:srgbClr val="00B050"/>
                </a:solidFill>
              </a:rPr>
              <a:t>SerialezeField</a:t>
            </a:r>
            <a:r>
              <a:rPr lang="en-US" altLang="ja-JP" sz="2400" b="1" dirty="0">
                <a:solidFill>
                  <a:srgbClr val="00B050"/>
                </a:solidFill>
              </a:rPr>
              <a:t>]</a:t>
            </a:r>
            <a:r>
              <a:rPr lang="ja-JP" altLang="en-US" sz="2400" dirty="0"/>
              <a:t>と記載すると、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インスペクターで変数の値を調整</a:t>
            </a:r>
            <a:r>
              <a:rPr kumimoji="1" lang="ja-JP" altLang="en-US" sz="2400" dirty="0"/>
              <a:t>することができるようになります。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07CA334-58F0-4547-8CD0-B9636EFD5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058481" cy="328658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24318E5-E76A-40AD-9EA0-D7FEFD4A8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120" y="2187126"/>
            <a:ext cx="4305901" cy="3886742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FE34CD3-3F42-4CF2-976F-87C761F9AC8F}"/>
              </a:ext>
            </a:extLst>
          </p:cNvPr>
          <p:cNvSpPr/>
          <p:nvPr/>
        </p:nvSpPr>
        <p:spPr>
          <a:xfrm flipV="1">
            <a:off x="6973119" y="5026286"/>
            <a:ext cx="4305902" cy="10475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FD9B978A-3ED5-40E3-81E0-810874A2EF05}"/>
              </a:ext>
            </a:extLst>
          </p:cNvPr>
          <p:cNvSpPr/>
          <p:nvPr/>
        </p:nvSpPr>
        <p:spPr>
          <a:xfrm>
            <a:off x="5844988" y="3429000"/>
            <a:ext cx="914400" cy="694765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3D4AA0A-7363-49C7-B6BE-D4278F7A2434}"/>
              </a:ext>
            </a:extLst>
          </p:cNvPr>
          <p:cNvSpPr txBox="1"/>
          <p:nvPr/>
        </p:nvSpPr>
        <p:spPr>
          <a:xfrm>
            <a:off x="587612" y="5744281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使いこなすとすごく便利！！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448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プレイヤーの移動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245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キー入力は</a:t>
            </a:r>
            <a:r>
              <a:rPr lang="en-US" altLang="ja-JP" sz="2400" dirty="0"/>
              <a:t>Input</a:t>
            </a:r>
            <a:r>
              <a:rPr lang="ja-JP" altLang="en-US" sz="2400" dirty="0"/>
              <a:t>クラスを使います。</a:t>
            </a:r>
            <a:endParaRPr kumimoji="1"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GetKey</a:t>
            </a:r>
            <a:r>
              <a:rPr lang="ja-JP" altLang="en-US" sz="2400" b="1" dirty="0">
                <a:solidFill>
                  <a:srgbClr val="FF0000"/>
                </a:solidFill>
              </a:rPr>
              <a:t>関数は押している間は常に</a:t>
            </a:r>
            <a:r>
              <a:rPr lang="en-US" altLang="ja-JP" sz="2400" b="1" dirty="0">
                <a:solidFill>
                  <a:srgbClr val="FF0000"/>
                </a:solidFill>
              </a:rPr>
              <a:t>True</a:t>
            </a:r>
            <a:r>
              <a:rPr lang="ja-JP" altLang="en-US" sz="2400" dirty="0"/>
              <a:t>になりますが、</a:t>
            </a:r>
            <a:endParaRPr lang="en-US" altLang="ja-JP" sz="2400" dirty="0"/>
          </a:p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GetKeyDown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は押した瞬間のみ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True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947FF93-ED70-4104-8B07-6ACB1146D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8353384" cy="378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093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503</Words>
  <Application>Microsoft Office PowerPoint</Application>
  <PresentationFormat>ワイド画面</PresentationFormat>
  <Paragraphs>63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39</cp:revision>
  <dcterms:created xsi:type="dcterms:W3CDTF">2024-08-27T02:15:54Z</dcterms:created>
  <dcterms:modified xsi:type="dcterms:W3CDTF">2025-03-03T05:19:36Z</dcterms:modified>
</cp:coreProperties>
</file>