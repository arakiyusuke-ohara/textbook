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90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UI </a:t>
            </a:r>
            <a:r>
              <a:rPr kumimoji="1" lang="ja-JP" altLang="en-US" sz="3200" b="1" u="sng" dirty="0"/>
              <a:t>フォント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57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UI</a:t>
            </a:r>
            <a:r>
              <a:rPr kumimoji="1" lang="ja-JP" altLang="en-US" sz="2400" dirty="0"/>
              <a:t>で文字を表示したい場合は多々ありますが、</a:t>
            </a:r>
            <a:endParaRPr kumimoji="1" lang="en-US" altLang="ja-JP" sz="2400" dirty="0"/>
          </a:p>
          <a:p>
            <a:r>
              <a:rPr lang="en-US" altLang="ja-JP" sz="2400" dirty="0"/>
              <a:t>Unity</a:t>
            </a:r>
            <a:r>
              <a:rPr lang="ja-JP" altLang="en-US" sz="2400" dirty="0"/>
              <a:t>で文字を表示する場合はフォントの準備をする必要があります。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82C025B-2E5D-4F3B-A792-1BA4A4E55E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2187127"/>
            <a:ext cx="8420874" cy="3908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90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UI </a:t>
            </a:r>
            <a:r>
              <a:rPr kumimoji="1" lang="ja-JP" altLang="en-US" sz="3200" b="1" u="sng" dirty="0"/>
              <a:t>フォント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フォントは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TTF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ファイル</a:t>
            </a:r>
            <a:r>
              <a:rPr kumimoji="1" lang="ja-JP" altLang="en-US" sz="2400" dirty="0"/>
              <a:t>として</a:t>
            </a:r>
            <a:r>
              <a:rPr kumimoji="1" lang="en-US" altLang="ja-JP" sz="2400" dirty="0"/>
              <a:t>PC</a:t>
            </a:r>
            <a:r>
              <a:rPr kumimoji="1" lang="ja-JP" altLang="en-US" sz="2400" dirty="0"/>
              <a:t>に保存されています。</a:t>
            </a:r>
            <a:endParaRPr kumimoji="1" lang="en-US" altLang="ja-JP" sz="2400" dirty="0"/>
          </a:p>
          <a:p>
            <a:r>
              <a:rPr lang="ja-JP" altLang="en-US" sz="2400" dirty="0"/>
              <a:t>スタートメニューの検索ボックスに「</a:t>
            </a:r>
            <a:r>
              <a:rPr lang="ja-JP" altLang="en-US" sz="2400" b="1" dirty="0">
                <a:solidFill>
                  <a:srgbClr val="FF0000"/>
                </a:solidFill>
              </a:rPr>
              <a:t>フォント</a:t>
            </a:r>
            <a:r>
              <a:rPr lang="ja-JP" altLang="en-US" sz="2400" dirty="0"/>
              <a:t>」と入力してみましょう。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416460B-AB7C-4781-9142-084FE22FFA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1718722" cy="3809588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7E61AA31-62B0-4261-BDAD-AB6EC50AA59B}"/>
              </a:ext>
            </a:extLst>
          </p:cNvPr>
          <p:cNvSpPr/>
          <p:nvPr/>
        </p:nvSpPr>
        <p:spPr>
          <a:xfrm rot="13433967">
            <a:off x="1350537" y="3527026"/>
            <a:ext cx="391127" cy="268941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3BA6E0CF-6C4B-4CAE-A1C8-BC9E48F5A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901" y="2556458"/>
            <a:ext cx="7488934" cy="3809588"/>
          </a:xfrm>
          <a:prstGeom prst="rect">
            <a:avLst/>
          </a:prstGeom>
        </p:spPr>
      </p:pic>
      <p:sp>
        <p:nvSpPr>
          <p:cNvPr id="10" name="矢印: 右 9">
            <a:extLst>
              <a:ext uri="{FF2B5EF4-FFF2-40B4-BE49-F238E27FC236}">
                <a16:creationId xmlns:a16="http://schemas.microsoft.com/office/drawing/2014/main" id="{A5ADB48A-F853-42A1-B9AB-A773856B91BD}"/>
              </a:ext>
            </a:extLst>
          </p:cNvPr>
          <p:cNvSpPr/>
          <p:nvPr/>
        </p:nvSpPr>
        <p:spPr>
          <a:xfrm>
            <a:off x="2438400" y="4016189"/>
            <a:ext cx="799473" cy="711339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16813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90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UI </a:t>
            </a:r>
            <a:r>
              <a:rPr kumimoji="1" lang="ja-JP" altLang="en-US" sz="3200" b="1" u="sng" dirty="0"/>
              <a:t>フォント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1970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表示されているものが</a:t>
            </a:r>
            <a:r>
              <a:rPr kumimoji="1" lang="en-US" altLang="ja-JP" sz="2400" dirty="0"/>
              <a:t>TTF</a:t>
            </a:r>
            <a:r>
              <a:rPr kumimoji="1" lang="ja-JP" altLang="en-US" sz="2400" dirty="0"/>
              <a:t>ファイルになります。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Unity</a:t>
            </a:r>
            <a:r>
              <a:rPr lang="ja-JP" altLang="en-US" sz="2400" b="1" dirty="0">
                <a:solidFill>
                  <a:srgbClr val="FF0000"/>
                </a:solidFill>
              </a:rPr>
              <a:t>に</a:t>
            </a:r>
            <a:r>
              <a:rPr lang="en-US" altLang="ja-JP" sz="2400" b="1" dirty="0">
                <a:solidFill>
                  <a:srgbClr val="FF0000"/>
                </a:solidFill>
              </a:rPr>
              <a:t>Font</a:t>
            </a:r>
            <a:r>
              <a:rPr lang="ja-JP" altLang="en-US" sz="2400" b="1" dirty="0">
                <a:solidFill>
                  <a:srgbClr val="FF0000"/>
                </a:solidFill>
              </a:rPr>
              <a:t>フォルダを追加</a:t>
            </a:r>
            <a:r>
              <a:rPr lang="ja-JP" altLang="en-US" sz="2400" dirty="0"/>
              <a:t>して、</a:t>
            </a:r>
            <a:r>
              <a:rPr lang="ja-JP" altLang="en-US" sz="2400" b="1" dirty="0">
                <a:solidFill>
                  <a:srgbClr val="FF0000"/>
                </a:solidFill>
              </a:rPr>
              <a:t>好きなフォントをドラッグ＆ドロップ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しましょう。</a:t>
            </a:r>
            <a:endParaRPr kumimoji="1"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3BA6E0CF-6C4B-4CAE-A1C8-BC9E48F5AE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4349882" cy="2212766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3EFB4738-11B6-423E-ADAD-AAA5F969D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1279" y="2556458"/>
            <a:ext cx="5405730" cy="3817448"/>
          </a:xfrm>
          <a:prstGeom prst="rect">
            <a:avLst/>
          </a:prstGeom>
        </p:spPr>
      </p:pic>
      <p:sp>
        <p:nvSpPr>
          <p:cNvPr id="12" name="矢印: 右 11">
            <a:extLst>
              <a:ext uri="{FF2B5EF4-FFF2-40B4-BE49-F238E27FC236}">
                <a16:creationId xmlns:a16="http://schemas.microsoft.com/office/drawing/2014/main" id="{660AD471-663D-450E-A93E-8A3B68580D76}"/>
              </a:ext>
            </a:extLst>
          </p:cNvPr>
          <p:cNvSpPr/>
          <p:nvPr/>
        </p:nvSpPr>
        <p:spPr>
          <a:xfrm>
            <a:off x="4699616" y="3756212"/>
            <a:ext cx="3888572" cy="451363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04018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90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UI </a:t>
            </a:r>
            <a:r>
              <a:rPr kumimoji="1" lang="ja-JP" altLang="en-US" sz="3200" b="1" u="sng" dirty="0"/>
              <a:t>フォント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45698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TTF</a:t>
            </a:r>
            <a:r>
              <a:rPr kumimoji="1" lang="ja-JP" altLang="en-US" sz="2400" dirty="0"/>
              <a:t>は大元となるファイルなので、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そのまま使うことはできません。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これを元に</a:t>
            </a:r>
            <a:r>
              <a:rPr lang="en-US" altLang="ja-JP" sz="2400" dirty="0"/>
              <a:t>UI</a:t>
            </a:r>
            <a:r>
              <a:rPr lang="ja-JP" altLang="en-US" sz="2400" dirty="0"/>
              <a:t>テキスト向けのファイルを作ります。</a:t>
            </a:r>
            <a:endParaRPr lang="en-US" altLang="ja-JP" sz="2400" dirty="0"/>
          </a:p>
          <a:p>
            <a:r>
              <a:rPr lang="en-US" altLang="ja-JP" sz="2400" dirty="0"/>
              <a:t>Unity</a:t>
            </a:r>
            <a:r>
              <a:rPr lang="ja-JP" altLang="en-US" sz="2400" dirty="0"/>
              <a:t>の上部メニューから「</a:t>
            </a:r>
            <a:r>
              <a:rPr lang="en-US" altLang="ja-JP" sz="2400" b="1" dirty="0">
                <a:solidFill>
                  <a:srgbClr val="FF0000"/>
                </a:solidFill>
              </a:rPr>
              <a:t>Window &gt; </a:t>
            </a:r>
            <a:r>
              <a:rPr lang="en-US" altLang="ja-JP" sz="2400" b="1" dirty="0" err="1">
                <a:solidFill>
                  <a:srgbClr val="FF0000"/>
                </a:solidFill>
              </a:rPr>
              <a:t>TextMeshPro</a:t>
            </a:r>
            <a:r>
              <a:rPr lang="en-US" altLang="ja-JP" sz="2400" b="1" dirty="0">
                <a:solidFill>
                  <a:srgbClr val="FF0000"/>
                </a:solidFill>
              </a:rPr>
              <a:t> &gt; Font Asset Creator</a:t>
            </a:r>
            <a:r>
              <a:rPr lang="ja-JP" altLang="en-US" sz="2400" dirty="0"/>
              <a:t>」を</a:t>
            </a:r>
            <a:endParaRPr lang="en-US" altLang="ja-JP" sz="2400" dirty="0"/>
          </a:p>
          <a:p>
            <a:r>
              <a:rPr lang="ja-JP" altLang="en-US" sz="2400" dirty="0"/>
              <a:t>選択しましょう。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DEE8269-B47B-4912-B109-21C5FDA860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925789"/>
            <a:ext cx="3798269" cy="3563737"/>
          </a:xfrm>
          <a:prstGeom prst="rect">
            <a:avLst/>
          </a:prstGeom>
        </p:spPr>
      </p:pic>
      <p:sp>
        <p:nvSpPr>
          <p:cNvPr id="10" name="矢印: 右 9">
            <a:extLst>
              <a:ext uri="{FF2B5EF4-FFF2-40B4-BE49-F238E27FC236}">
                <a16:creationId xmlns:a16="http://schemas.microsoft.com/office/drawing/2014/main" id="{CF1777A3-1247-47AA-8759-E0766AC659C3}"/>
              </a:ext>
            </a:extLst>
          </p:cNvPr>
          <p:cNvSpPr/>
          <p:nvPr/>
        </p:nvSpPr>
        <p:spPr>
          <a:xfrm rot="13433967">
            <a:off x="3295369" y="5216194"/>
            <a:ext cx="333549" cy="228539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9117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90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UI </a:t>
            </a:r>
            <a:r>
              <a:rPr kumimoji="1" lang="ja-JP" altLang="en-US" sz="3200" b="1" u="sng" dirty="0"/>
              <a:t>フォント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8869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UI</a:t>
            </a:r>
            <a:r>
              <a:rPr lang="ja-JP" altLang="en-US" sz="2400" dirty="0"/>
              <a:t>に必要なファイルを作ってくれるツールが開きます。</a:t>
            </a:r>
            <a:endParaRPr lang="en-US" altLang="ja-JP" sz="2400" dirty="0"/>
          </a:p>
          <a:p>
            <a:r>
              <a:rPr lang="ja-JP" altLang="en-US" sz="2400" dirty="0"/>
              <a:t>各項目を設定していきます。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375590EA-FB06-4D67-97DD-2442FFECC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3067478" cy="4401164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8C4DE89-B75F-4B18-B121-8DE28149CACD}"/>
              </a:ext>
            </a:extLst>
          </p:cNvPr>
          <p:cNvSpPr txBox="1"/>
          <p:nvPr/>
        </p:nvSpPr>
        <p:spPr>
          <a:xfrm>
            <a:off x="3635020" y="2543206"/>
            <a:ext cx="30572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 dirty="0">
                <a:solidFill>
                  <a:srgbClr val="FF0000"/>
                </a:solidFill>
              </a:rPr>
              <a:t>①表示したいフォントファイル</a:t>
            </a:r>
            <a:endParaRPr lang="en-US" altLang="ja-JP" sz="1600" b="1" dirty="0">
              <a:solidFill>
                <a:srgbClr val="FF0000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49BC25A-1086-43E1-A376-35632F826AA4}"/>
              </a:ext>
            </a:extLst>
          </p:cNvPr>
          <p:cNvSpPr txBox="1"/>
          <p:nvPr/>
        </p:nvSpPr>
        <p:spPr>
          <a:xfrm>
            <a:off x="3635019" y="3286618"/>
            <a:ext cx="53719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 dirty="0">
                <a:solidFill>
                  <a:srgbClr val="FF0000"/>
                </a:solidFill>
              </a:rPr>
              <a:t>②フォント用のテクスチャ解像度（とりあえず</a:t>
            </a:r>
            <a:r>
              <a:rPr lang="en-US" altLang="ja-JP" sz="1600" b="1" dirty="0">
                <a:solidFill>
                  <a:srgbClr val="FF0000"/>
                </a:solidFill>
              </a:rPr>
              <a:t>8192</a:t>
            </a:r>
            <a:r>
              <a:rPr lang="ja-JP" altLang="en-US" sz="1600" b="1" dirty="0">
                <a:solidFill>
                  <a:srgbClr val="FF0000"/>
                </a:solidFill>
              </a:rPr>
              <a:t>で）</a:t>
            </a:r>
            <a:endParaRPr lang="en-US" altLang="ja-JP" sz="1600" b="1" dirty="0">
              <a:solidFill>
                <a:srgbClr val="FF0000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D413FBD-F1C3-4311-8982-7F73E7A52401}"/>
              </a:ext>
            </a:extLst>
          </p:cNvPr>
          <p:cNvSpPr txBox="1"/>
          <p:nvPr/>
        </p:nvSpPr>
        <p:spPr>
          <a:xfrm>
            <a:off x="3635018" y="4525810"/>
            <a:ext cx="64588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 dirty="0">
                <a:solidFill>
                  <a:srgbClr val="FF0000"/>
                </a:solidFill>
              </a:rPr>
              <a:t>③使用する文字（配布した「使用する文字</a:t>
            </a:r>
            <a:r>
              <a:rPr lang="en-US" altLang="ja-JP" sz="1600" b="1" dirty="0">
                <a:solidFill>
                  <a:srgbClr val="FF0000"/>
                </a:solidFill>
              </a:rPr>
              <a:t>.txt</a:t>
            </a:r>
            <a:r>
              <a:rPr lang="ja-JP" altLang="en-US" sz="1600" b="1" dirty="0">
                <a:solidFill>
                  <a:srgbClr val="FF0000"/>
                </a:solidFill>
              </a:rPr>
              <a:t>」をそのままコピペ）</a:t>
            </a:r>
            <a:endParaRPr lang="en-US" altLang="ja-JP" sz="1600" b="1" dirty="0">
              <a:solidFill>
                <a:srgbClr val="FF0000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0B8913A6-03F0-479E-A0B9-962A59D5E499}"/>
              </a:ext>
            </a:extLst>
          </p:cNvPr>
          <p:cNvSpPr txBox="1"/>
          <p:nvPr/>
        </p:nvSpPr>
        <p:spPr>
          <a:xfrm>
            <a:off x="3635018" y="6107109"/>
            <a:ext cx="30572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 dirty="0">
                <a:solidFill>
                  <a:srgbClr val="FF0000"/>
                </a:solidFill>
              </a:rPr>
              <a:t>④最後にこのボタンをクリック</a:t>
            </a:r>
            <a:endParaRPr lang="en-US" altLang="ja-JP" sz="1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36473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90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UI </a:t>
            </a:r>
            <a:r>
              <a:rPr kumimoji="1" lang="ja-JP" altLang="en-US" sz="3200" b="1" u="sng" dirty="0"/>
              <a:t>フォント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254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フォントファイルと同じ場所に</a:t>
            </a:r>
            <a:r>
              <a:rPr lang="en-US" altLang="ja-JP" sz="2400" dirty="0"/>
              <a:t>.asset</a:t>
            </a:r>
            <a:r>
              <a:rPr lang="ja-JP" altLang="en-US" sz="2400" dirty="0"/>
              <a:t>のファイルができます。</a:t>
            </a:r>
            <a:endParaRPr lang="en-US" altLang="ja-JP" sz="2400" dirty="0"/>
          </a:p>
          <a:p>
            <a:r>
              <a:rPr lang="ja-JP" altLang="en-US" sz="2400" dirty="0"/>
              <a:t>これが</a:t>
            </a:r>
            <a:r>
              <a:rPr lang="en-US" altLang="ja-JP" sz="2400" dirty="0"/>
              <a:t>UI</a:t>
            </a:r>
            <a:r>
              <a:rPr lang="ja-JP" altLang="en-US" sz="2400" dirty="0"/>
              <a:t>に使えるフォントデータになります。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7D16EA2-672B-48BA-873B-8E505BD201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897076" cy="3998521"/>
          </a:xfrm>
          <a:prstGeom prst="rect">
            <a:avLst/>
          </a:prstGeom>
        </p:spPr>
      </p:pic>
      <p:sp>
        <p:nvSpPr>
          <p:cNvPr id="15" name="矢印: 右 14">
            <a:extLst>
              <a:ext uri="{FF2B5EF4-FFF2-40B4-BE49-F238E27FC236}">
                <a16:creationId xmlns:a16="http://schemas.microsoft.com/office/drawing/2014/main" id="{F86F6D70-CB5B-48C6-8ADB-56E80609EB0E}"/>
              </a:ext>
            </a:extLst>
          </p:cNvPr>
          <p:cNvSpPr/>
          <p:nvPr/>
        </p:nvSpPr>
        <p:spPr>
          <a:xfrm rot="13433967">
            <a:off x="4734713" y="4145591"/>
            <a:ext cx="391127" cy="268941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8E5556A-910C-4EE9-92A4-3CA3836F0EBE}"/>
              </a:ext>
            </a:extLst>
          </p:cNvPr>
          <p:cNvSpPr txBox="1"/>
          <p:nvPr/>
        </p:nvSpPr>
        <p:spPr>
          <a:xfrm>
            <a:off x="7464618" y="5723982"/>
            <a:ext cx="43492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次の</a:t>
            </a:r>
            <a:r>
              <a:rPr lang="en-US" altLang="ja-JP" sz="2400" dirty="0"/>
              <a:t>UI_</a:t>
            </a:r>
            <a:r>
              <a:rPr lang="ja-JP" altLang="en-US" sz="2400" dirty="0"/>
              <a:t>本編スライドへつづく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615134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704</TotalTime>
  <Words>224</Words>
  <Application>Microsoft Office PowerPoint</Application>
  <PresentationFormat>ワイド画面</PresentationFormat>
  <Paragraphs>26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74</cp:revision>
  <dcterms:created xsi:type="dcterms:W3CDTF">2024-08-27T02:15:54Z</dcterms:created>
  <dcterms:modified xsi:type="dcterms:W3CDTF">2025-03-05T00:53:14Z</dcterms:modified>
</cp:coreProperties>
</file>