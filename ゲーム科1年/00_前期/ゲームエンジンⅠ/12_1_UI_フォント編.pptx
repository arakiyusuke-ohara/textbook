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57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UI</a:t>
            </a:r>
            <a:r>
              <a:rPr kumimoji="1" lang="ja-JP" altLang="en-US" sz="2400" dirty="0"/>
              <a:t>で文字を表示したい場合は多々ありますが、</a:t>
            </a:r>
            <a:endParaRPr kumimoji="1"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で文字を表示する場合はフォントの準備をする必要があります。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2C025B-2E5D-4F3B-A792-1BA4A4E5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8420874" cy="39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Excel</a:t>
            </a:r>
            <a:r>
              <a:rPr kumimoji="1" lang="ja-JP" altLang="en-US" sz="2400" dirty="0"/>
              <a:t>や</a:t>
            </a:r>
            <a:r>
              <a:rPr kumimoji="1" lang="en-US" altLang="ja-JP" sz="2400" dirty="0"/>
              <a:t>Word</a:t>
            </a:r>
            <a:r>
              <a:rPr kumimoji="1" lang="ja-JP" altLang="en-US" sz="2400" dirty="0"/>
              <a:t>などで使用しているフォントは、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TTF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</a:t>
            </a:r>
            <a:r>
              <a:rPr kumimoji="1" lang="ja-JP" altLang="en-US" sz="2400" dirty="0"/>
              <a:t>として</a:t>
            </a:r>
            <a:r>
              <a:rPr kumimoji="1" lang="en-US" altLang="ja-JP" sz="2400" dirty="0"/>
              <a:t>PC</a:t>
            </a:r>
            <a:r>
              <a:rPr kumimoji="1" lang="ja-JP" altLang="en-US" sz="2400" dirty="0"/>
              <a:t>に保存されています。</a:t>
            </a:r>
            <a:endParaRPr kumimoji="1" lang="en-US" altLang="ja-JP" sz="2400" dirty="0"/>
          </a:p>
          <a:p>
            <a:r>
              <a:rPr lang="ja-JP" altLang="en-US" sz="2400" dirty="0"/>
              <a:t>スタートメニューの検索ボックスに「</a:t>
            </a:r>
            <a:r>
              <a:rPr lang="ja-JP" altLang="en-US" sz="2400" b="1" dirty="0">
                <a:solidFill>
                  <a:srgbClr val="FF0000"/>
                </a:solidFill>
              </a:rPr>
              <a:t>フォント</a:t>
            </a:r>
            <a:r>
              <a:rPr lang="ja-JP" altLang="en-US" sz="2400" dirty="0"/>
              <a:t>」と入力してみましょう。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416460B-AB7C-4781-9142-084FE22FF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718722" cy="380958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7E61AA31-62B0-4261-BDAD-AB6EC50AA59B}"/>
              </a:ext>
            </a:extLst>
          </p:cNvPr>
          <p:cNvSpPr/>
          <p:nvPr/>
        </p:nvSpPr>
        <p:spPr>
          <a:xfrm rot="13433967">
            <a:off x="1350537" y="3527026"/>
            <a:ext cx="391127" cy="268941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BA6E0CF-6C4B-4CAE-A1C8-BC9E48F5A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901" y="2556458"/>
            <a:ext cx="7488934" cy="3809588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A5ADB48A-F853-42A1-B9AB-A773856B91BD}"/>
              </a:ext>
            </a:extLst>
          </p:cNvPr>
          <p:cNvSpPr/>
          <p:nvPr/>
        </p:nvSpPr>
        <p:spPr>
          <a:xfrm>
            <a:off x="2438400" y="4016189"/>
            <a:ext cx="799473" cy="71133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68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970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表示されているものが</a:t>
            </a:r>
            <a:r>
              <a:rPr kumimoji="1" lang="en-US" altLang="ja-JP" sz="2400" dirty="0"/>
              <a:t>TTF</a:t>
            </a:r>
            <a:r>
              <a:rPr kumimoji="1" lang="ja-JP" altLang="en-US" sz="2400" dirty="0"/>
              <a:t>ファイルになります。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b="1" dirty="0">
                <a:solidFill>
                  <a:srgbClr val="FF0000"/>
                </a:solidFill>
              </a:rPr>
              <a:t>に</a:t>
            </a:r>
            <a:r>
              <a:rPr lang="en-US" altLang="ja-JP" sz="2400" b="1" dirty="0">
                <a:solidFill>
                  <a:srgbClr val="FF0000"/>
                </a:solidFill>
              </a:rPr>
              <a:t>Font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フォルダを追加</a:t>
            </a:r>
            <a:r>
              <a:rPr lang="ja-JP" altLang="en-US" sz="2400" dirty="0"/>
              <a:t>して、</a:t>
            </a:r>
            <a:r>
              <a:rPr lang="ja-JP" altLang="en-US" sz="2400" b="1" dirty="0">
                <a:solidFill>
                  <a:srgbClr val="FF0000"/>
                </a:solidFill>
              </a:rPr>
              <a:t>好きなフォントをドラッグ＆ドロップ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BA6E0CF-6C4B-4CAE-A1C8-BC9E48F5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349882" cy="221276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EFB4738-11B6-423E-ADAD-AAA5F969D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279" y="2556458"/>
            <a:ext cx="5405730" cy="3817448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660AD471-663D-450E-A93E-8A3B68580D76}"/>
              </a:ext>
            </a:extLst>
          </p:cNvPr>
          <p:cNvSpPr/>
          <p:nvPr/>
        </p:nvSpPr>
        <p:spPr>
          <a:xfrm>
            <a:off x="4699616" y="3756212"/>
            <a:ext cx="3888572" cy="451363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40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569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TTF</a:t>
            </a:r>
            <a:r>
              <a:rPr kumimoji="1" lang="ja-JP" altLang="en-US" sz="2400" dirty="0"/>
              <a:t>は大元となるファイルなので、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そのまま使うことはできません。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これを元に</a:t>
            </a:r>
            <a:r>
              <a:rPr lang="en-US" altLang="ja-JP" sz="2400" dirty="0"/>
              <a:t>UI</a:t>
            </a:r>
            <a:r>
              <a:rPr lang="ja-JP" altLang="en-US" sz="2400" dirty="0"/>
              <a:t>テキスト向けのファイルを作ります。</a:t>
            </a:r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の上部メニューから「</a:t>
            </a:r>
            <a:r>
              <a:rPr lang="en-US" altLang="ja-JP" sz="2400" b="1" dirty="0">
                <a:solidFill>
                  <a:srgbClr val="FF0000"/>
                </a:solidFill>
              </a:rPr>
              <a:t>Window &gt; </a:t>
            </a:r>
            <a:r>
              <a:rPr lang="en-US" altLang="ja-JP" sz="2400" b="1" dirty="0" err="1">
                <a:solidFill>
                  <a:srgbClr val="FF0000"/>
                </a:solidFill>
              </a:rPr>
              <a:t>TextMeshPro</a:t>
            </a:r>
            <a:r>
              <a:rPr lang="en-US" altLang="ja-JP" sz="2400" b="1" dirty="0">
                <a:solidFill>
                  <a:srgbClr val="FF0000"/>
                </a:solidFill>
              </a:rPr>
              <a:t> &gt; Font Asset Creator</a:t>
            </a:r>
            <a:r>
              <a:rPr lang="ja-JP" altLang="en-US" sz="2400" dirty="0"/>
              <a:t>」を</a:t>
            </a:r>
            <a:endParaRPr lang="en-US" altLang="ja-JP" sz="2400" dirty="0"/>
          </a:p>
          <a:p>
            <a:r>
              <a:rPr lang="ja-JP" altLang="en-US" sz="2400" dirty="0"/>
              <a:t>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EE8269-B47B-4912-B109-21C5FDA8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3798269" cy="3563737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CF1777A3-1247-47AA-8759-E0766AC659C3}"/>
              </a:ext>
            </a:extLst>
          </p:cNvPr>
          <p:cNvSpPr/>
          <p:nvPr/>
        </p:nvSpPr>
        <p:spPr>
          <a:xfrm rot="13433967">
            <a:off x="3295369" y="5216194"/>
            <a:ext cx="333549" cy="22853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1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886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UI</a:t>
            </a:r>
            <a:r>
              <a:rPr lang="ja-JP" altLang="en-US" sz="2400" dirty="0"/>
              <a:t>に必要なファイルを作ってくれるツールが開きます。</a:t>
            </a:r>
            <a:endParaRPr lang="en-US" altLang="ja-JP" sz="2400" dirty="0"/>
          </a:p>
          <a:p>
            <a:r>
              <a:rPr lang="ja-JP" altLang="en-US" sz="2400" dirty="0"/>
              <a:t>各項目を設定していきます。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75590EA-FB06-4D67-97DD-2442FFEC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067478" cy="440116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C4DE89-B75F-4B18-B121-8DE28149CACD}"/>
              </a:ext>
            </a:extLst>
          </p:cNvPr>
          <p:cNvSpPr txBox="1"/>
          <p:nvPr/>
        </p:nvSpPr>
        <p:spPr>
          <a:xfrm>
            <a:off x="3635020" y="2543206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①表示したいフォントファイル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9BC25A-1086-43E1-A376-35632F826AA4}"/>
              </a:ext>
            </a:extLst>
          </p:cNvPr>
          <p:cNvSpPr txBox="1"/>
          <p:nvPr/>
        </p:nvSpPr>
        <p:spPr>
          <a:xfrm>
            <a:off x="3635019" y="3286618"/>
            <a:ext cx="5371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②フォント用のテクスチャ解像度（とりあえず</a:t>
            </a:r>
            <a:r>
              <a:rPr lang="en-US" altLang="ja-JP" sz="1600" b="1" dirty="0">
                <a:solidFill>
                  <a:srgbClr val="FF0000"/>
                </a:solidFill>
              </a:rPr>
              <a:t>8192</a:t>
            </a:r>
            <a:r>
              <a:rPr lang="ja-JP" altLang="en-US" sz="1600" b="1" dirty="0">
                <a:solidFill>
                  <a:srgbClr val="FF0000"/>
                </a:solidFill>
              </a:rPr>
              <a:t>で）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413FBD-F1C3-4311-8982-7F73E7A52401}"/>
              </a:ext>
            </a:extLst>
          </p:cNvPr>
          <p:cNvSpPr txBox="1"/>
          <p:nvPr/>
        </p:nvSpPr>
        <p:spPr>
          <a:xfrm>
            <a:off x="3635018" y="4525810"/>
            <a:ext cx="6458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③使用する文字（配布した「使用する文字</a:t>
            </a:r>
            <a:r>
              <a:rPr lang="en-US" altLang="ja-JP" sz="1600" b="1" dirty="0">
                <a:solidFill>
                  <a:srgbClr val="FF0000"/>
                </a:solidFill>
              </a:rPr>
              <a:t>.txt</a:t>
            </a:r>
            <a:r>
              <a:rPr lang="ja-JP" altLang="en-US" sz="1600" b="1" dirty="0">
                <a:solidFill>
                  <a:srgbClr val="FF0000"/>
                </a:solidFill>
              </a:rPr>
              <a:t>」をそのままコピペ）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B8913A6-03F0-479E-A0B9-962A59D5E499}"/>
              </a:ext>
            </a:extLst>
          </p:cNvPr>
          <p:cNvSpPr txBox="1"/>
          <p:nvPr/>
        </p:nvSpPr>
        <p:spPr>
          <a:xfrm>
            <a:off x="3635018" y="6107109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④最後にこのボタンをクリック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64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 </a:t>
            </a:r>
            <a:r>
              <a:rPr kumimoji="1" lang="ja-JP" altLang="en-US" sz="3200" b="1" u="sng" dirty="0"/>
              <a:t>フォント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25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フォントファイルと同じ場所に</a:t>
            </a:r>
            <a:r>
              <a:rPr lang="en-US" altLang="ja-JP" sz="2400" dirty="0"/>
              <a:t>.asset</a:t>
            </a:r>
            <a:r>
              <a:rPr lang="ja-JP" altLang="en-US" sz="2400" dirty="0"/>
              <a:t>のファイルができます。</a:t>
            </a:r>
            <a:endParaRPr lang="en-US" altLang="ja-JP" sz="2400" dirty="0"/>
          </a:p>
          <a:p>
            <a:r>
              <a:rPr lang="ja-JP" altLang="en-US" sz="2400" dirty="0"/>
              <a:t>これが</a:t>
            </a:r>
            <a:r>
              <a:rPr lang="en-US" altLang="ja-JP" sz="2400" dirty="0"/>
              <a:t>UI</a:t>
            </a:r>
            <a:r>
              <a:rPr lang="ja-JP" altLang="en-US" sz="2400" dirty="0"/>
              <a:t>に使えるフォントデータになります。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7D16EA2-672B-48BA-873B-8E505BD20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97076" cy="3998521"/>
          </a:xfrm>
          <a:prstGeom prst="rect">
            <a:avLst/>
          </a:prstGeom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F86F6D70-CB5B-48C6-8ADB-56E80609EB0E}"/>
              </a:ext>
            </a:extLst>
          </p:cNvPr>
          <p:cNvSpPr/>
          <p:nvPr/>
        </p:nvSpPr>
        <p:spPr>
          <a:xfrm rot="13433967">
            <a:off x="4734713" y="4145591"/>
            <a:ext cx="391127" cy="268941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8E5556A-910C-4EE9-92A4-3CA3836F0EBE}"/>
              </a:ext>
            </a:extLst>
          </p:cNvPr>
          <p:cNvSpPr txBox="1"/>
          <p:nvPr/>
        </p:nvSpPr>
        <p:spPr>
          <a:xfrm>
            <a:off x="7464618" y="5723982"/>
            <a:ext cx="4349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次の</a:t>
            </a:r>
            <a:r>
              <a:rPr lang="en-US" altLang="ja-JP" sz="2400" dirty="0"/>
              <a:t>UI_</a:t>
            </a:r>
            <a:r>
              <a:rPr lang="ja-JP" altLang="en-US" sz="2400" dirty="0"/>
              <a:t>本編スライドへつづく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151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233</Words>
  <Application>Microsoft Office PowerPoint</Application>
  <PresentationFormat>ワイド画面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73</cp:revision>
  <dcterms:created xsi:type="dcterms:W3CDTF">2024-08-27T02:15:54Z</dcterms:created>
  <dcterms:modified xsi:type="dcterms:W3CDTF">2024-09-27T01:02:11Z</dcterms:modified>
</cp:coreProperties>
</file>