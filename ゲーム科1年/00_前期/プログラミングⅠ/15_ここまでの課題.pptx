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437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1" d="100"/>
          <a:sy n="91" d="100"/>
        </p:scale>
        <p:origin x="432"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2024/11/15</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2024/11/15</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2024/11/15</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2024/11/15</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2024/11/15</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2024/11/15</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2024/11/15</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2024/11/15</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2024/11/15</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2024/11/15</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2024/11/15</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2024/11/15</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241045" cy="584775"/>
          </a:xfrm>
          <a:prstGeom prst="rect">
            <a:avLst/>
          </a:prstGeom>
          <a:noFill/>
        </p:spPr>
        <p:txBody>
          <a:bodyPr wrap="none" rtlCol="0">
            <a:spAutoFit/>
          </a:bodyPr>
          <a:lstStyle/>
          <a:p>
            <a:r>
              <a:rPr lang="ja-JP" altLang="en-US" sz="3200" b="1" u="sng" dirty="0"/>
              <a:t>課題</a:t>
            </a:r>
            <a:r>
              <a:rPr lang="en-US" altLang="ja-JP" sz="3200" b="1" u="sng" dirty="0"/>
              <a:t>1</a:t>
            </a:r>
            <a:endParaRPr kumimoji="1" lang="ja-JP" altLang="en-US" sz="3200" b="1" u="sng" dirty="0"/>
          </a:p>
        </p:txBody>
      </p:sp>
      <p:sp>
        <p:nvSpPr>
          <p:cNvPr id="9" name="テキスト ボックス 8">
            <a:extLst>
              <a:ext uri="{FF2B5EF4-FFF2-40B4-BE49-F238E27FC236}">
                <a16:creationId xmlns:a16="http://schemas.microsoft.com/office/drawing/2014/main" id="{80F412F9-EC22-472D-8334-55F86CA5630B}"/>
              </a:ext>
            </a:extLst>
          </p:cNvPr>
          <p:cNvSpPr txBox="1"/>
          <p:nvPr/>
        </p:nvSpPr>
        <p:spPr>
          <a:xfrm>
            <a:off x="567542" y="1189161"/>
            <a:ext cx="11264622" cy="2308324"/>
          </a:xfrm>
          <a:prstGeom prst="rect">
            <a:avLst/>
          </a:prstGeom>
          <a:noFill/>
        </p:spPr>
        <p:txBody>
          <a:bodyPr wrap="none" rtlCol="0">
            <a:spAutoFit/>
          </a:bodyPr>
          <a:lstStyle/>
          <a:p>
            <a:r>
              <a:rPr lang="ja-JP" altLang="en-US" sz="2400" dirty="0"/>
              <a:t>数値を３回入力させて、それらの数値を合計するプログラムを作りましょう。</a:t>
            </a:r>
            <a:endParaRPr lang="en-US" altLang="ja-JP" sz="2400" dirty="0"/>
          </a:p>
          <a:p>
            <a:r>
              <a:rPr lang="ja-JP" altLang="en-US" sz="2400" dirty="0"/>
              <a:t>ただし</a:t>
            </a:r>
            <a:r>
              <a:rPr lang="ja-JP" altLang="en-US" sz="2400" b="1" dirty="0">
                <a:solidFill>
                  <a:srgbClr val="FF0000"/>
                </a:solidFill>
              </a:rPr>
              <a:t>以下の条件を満たしてください。</a:t>
            </a:r>
            <a:endParaRPr lang="en-US" altLang="ja-JP" sz="2400" b="1" dirty="0">
              <a:solidFill>
                <a:srgbClr val="FF0000"/>
              </a:solidFill>
            </a:endParaRPr>
          </a:p>
          <a:p>
            <a:endParaRPr lang="en-US" altLang="ja-JP" sz="2400" b="1" dirty="0">
              <a:solidFill>
                <a:srgbClr val="FF0000"/>
              </a:solidFill>
            </a:endParaRPr>
          </a:p>
          <a:p>
            <a:r>
              <a:rPr lang="ja-JP" altLang="en-US" sz="2400" b="1" dirty="0">
                <a:solidFill>
                  <a:srgbClr val="FF0000"/>
                </a:solidFill>
              </a:rPr>
              <a:t>■条件</a:t>
            </a:r>
            <a:endParaRPr lang="en-US" altLang="ja-JP" sz="2400" b="1" dirty="0">
              <a:solidFill>
                <a:srgbClr val="FF0000"/>
              </a:solidFill>
            </a:endParaRPr>
          </a:p>
          <a:p>
            <a:r>
              <a:rPr lang="ja-JP" altLang="en-US" sz="2400" dirty="0"/>
              <a:t>・負数を含めて可能な限り大きな数値でも対応すること</a:t>
            </a:r>
            <a:endParaRPr lang="en-US" altLang="ja-JP" sz="2400" dirty="0"/>
          </a:p>
          <a:p>
            <a:r>
              <a:rPr lang="ja-JP" altLang="en-US" sz="2400" dirty="0"/>
              <a:t>・繰り返し文を使用すること</a:t>
            </a:r>
            <a:endParaRPr lang="en-US" altLang="ja-JP" sz="2400" dirty="0"/>
          </a:p>
        </p:txBody>
      </p:sp>
    </p:spTree>
    <p:extLst>
      <p:ext uri="{BB962C8B-B14F-4D97-AF65-F5344CB8AC3E}">
        <p14:creationId xmlns:p14="http://schemas.microsoft.com/office/powerpoint/2010/main" val="40443181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241045" cy="584775"/>
          </a:xfrm>
          <a:prstGeom prst="rect">
            <a:avLst/>
          </a:prstGeom>
          <a:noFill/>
        </p:spPr>
        <p:txBody>
          <a:bodyPr wrap="none" rtlCol="0">
            <a:spAutoFit/>
          </a:bodyPr>
          <a:lstStyle/>
          <a:p>
            <a:r>
              <a:rPr lang="ja-JP" altLang="en-US" sz="3200" b="1" u="sng" dirty="0"/>
              <a:t>課題</a:t>
            </a:r>
            <a:r>
              <a:rPr lang="en-US" altLang="ja-JP" sz="3200" b="1" u="sng" dirty="0"/>
              <a:t>2</a:t>
            </a:r>
            <a:endParaRPr kumimoji="1" lang="ja-JP" altLang="en-US" sz="3200" b="1" u="sng" dirty="0"/>
          </a:p>
        </p:txBody>
      </p:sp>
      <p:sp>
        <p:nvSpPr>
          <p:cNvPr id="9" name="テキスト ボックス 8">
            <a:extLst>
              <a:ext uri="{FF2B5EF4-FFF2-40B4-BE49-F238E27FC236}">
                <a16:creationId xmlns:a16="http://schemas.microsoft.com/office/drawing/2014/main" id="{80F412F9-EC22-472D-8334-55F86CA5630B}"/>
              </a:ext>
            </a:extLst>
          </p:cNvPr>
          <p:cNvSpPr txBox="1"/>
          <p:nvPr/>
        </p:nvSpPr>
        <p:spPr>
          <a:xfrm>
            <a:off x="567542" y="1189161"/>
            <a:ext cx="10817385" cy="5262979"/>
          </a:xfrm>
          <a:prstGeom prst="rect">
            <a:avLst/>
          </a:prstGeom>
          <a:noFill/>
        </p:spPr>
        <p:txBody>
          <a:bodyPr wrap="none" rtlCol="0">
            <a:spAutoFit/>
          </a:bodyPr>
          <a:lstStyle/>
          <a:p>
            <a:r>
              <a:rPr lang="ja-JP" altLang="en-US" sz="2400" dirty="0"/>
              <a:t>以下の仕様を満たしたプログラムを作りましょう。</a:t>
            </a:r>
            <a:endParaRPr lang="en-US" altLang="ja-JP" sz="2400" dirty="0"/>
          </a:p>
          <a:p>
            <a:r>
              <a:rPr lang="ja-JP" altLang="en-US" sz="2400" dirty="0"/>
              <a:t>ただし、</a:t>
            </a:r>
            <a:r>
              <a:rPr lang="ja-JP" altLang="en-US" sz="2400" b="1" dirty="0">
                <a:solidFill>
                  <a:srgbClr val="FF0000"/>
                </a:solidFill>
              </a:rPr>
              <a:t>以下の条件の下で作成</a:t>
            </a:r>
            <a:r>
              <a:rPr lang="ja-JP" altLang="en-US" sz="2400" dirty="0"/>
              <a:t>してください。</a:t>
            </a:r>
            <a:endParaRPr lang="en-US" altLang="ja-JP" sz="2400" dirty="0"/>
          </a:p>
          <a:p>
            <a:endParaRPr lang="en-US" altLang="ja-JP" sz="2400" b="1" dirty="0">
              <a:solidFill>
                <a:srgbClr val="FF0000"/>
              </a:solidFill>
            </a:endParaRPr>
          </a:p>
          <a:p>
            <a:r>
              <a:rPr lang="ja-JP" altLang="en-US" sz="2400" b="1" dirty="0">
                <a:solidFill>
                  <a:srgbClr val="FF0000"/>
                </a:solidFill>
              </a:rPr>
              <a:t>■仕様</a:t>
            </a:r>
            <a:endParaRPr lang="en-US" altLang="ja-JP" sz="2400" b="1" dirty="0">
              <a:solidFill>
                <a:srgbClr val="FF0000"/>
              </a:solidFill>
            </a:endParaRPr>
          </a:p>
          <a:p>
            <a:r>
              <a:rPr lang="ja-JP" altLang="en-US" sz="2400" dirty="0"/>
              <a:t>１．数値を入力する</a:t>
            </a:r>
            <a:endParaRPr lang="en-US" altLang="ja-JP" sz="2400" dirty="0"/>
          </a:p>
          <a:p>
            <a:r>
              <a:rPr lang="ja-JP" altLang="en-US" sz="2400" dirty="0"/>
              <a:t>２．入力した数値が</a:t>
            </a:r>
            <a:r>
              <a:rPr lang="en-US" altLang="ja-JP" sz="2400" dirty="0"/>
              <a:t>5</a:t>
            </a:r>
            <a:r>
              <a:rPr lang="ja-JP" altLang="en-US" sz="2400" dirty="0"/>
              <a:t>より大きく</a:t>
            </a:r>
            <a:r>
              <a:rPr lang="en-US" altLang="ja-JP" sz="2400" dirty="0"/>
              <a:t>10</a:t>
            </a:r>
            <a:r>
              <a:rPr lang="ja-JP" altLang="en-US" sz="2400" dirty="0"/>
              <a:t>以下であれば</a:t>
            </a:r>
            <a:endParaRPr lang="en-US" altLang="ja-JP" sz="2400" dirty="0"/>
          </a:p>
          <a:p>
            <a:r>
              <a:rPr lang="ja-JP" altLang="en-US" sz="2400" dirty="0"/>
              <a:t>　　入力した数値を加算する</a:t>
            </a:r>
            <a:endParaRPr lang="en-US" altLang="ja-JP" sz="2400" dirty="0"/>
          </a:p>
          <a:p>
            <a:r>
              <a:rPr lang="ja-JP" altLang="en-US" sz="2400" dirty="0"/>
              <a:t>３．入力した数値が</a:t>
            </a:r>
            <a:r>
              <a:rPr lang="en-US" altLang="ja-JP" sz="2400" dirty="0"/>
              <a:t>0</a:t>
            </a:r>
            <a:r>
              <a:rPr lang="ja-JP" altLang="en-US" sz="2400" dirty="0"/>
              <a:t>より大きく</a:t>
            </a:r>
            <a:r>
              <a:rPr lang="en-US" altLang="ja-JP" sz="2400" dirty="0"/>
              <a:t>5</a:t>
            </a:r>
            <a:r>
              <a:rPr lang="ja-JP" altLang="en-US" sz="2400" dirty="0"/>
              <a:t>以下であれば</a:t>
            </a:r>
            <a:endParaRPr lang="en-US" altLang="ja-JP" sz="2400" dirty="0"/>
          </a:p>
          <a:p>
            <a:r>
              <a:rPr lang="ja-JP" altLang="en-US" sz="2400" dirty="0"/>
              <a:t>　　加算中の数値をを入力した数値で掛け算する</a:t>
            </a:r>
            <a:endParaRPr lang="en-US" altLang="ja-JP" sz="2400" dirty="0"/>
          </a:p>
          <a:p>
            <a:r>
              <a:rPr lang="ja-JP" altLang="en-US" sz="2400" dirty="0"/>
              <a:t>４．２</a:t>
            </a:r>
            <a:r>
              <a:rPr lang="en-US" altLang="ja-JP" sz="2400" dirty="0"/>
              <a:t>, </a:t>
            </a:r>
            <a:r>
              <a:rPr lang="ja-JP" altLang="en-US" sz="2400" dirty="0"/>
              <a:t>３の範囲に満たない数値が入力されたら計算結果を出力して終了する</a:t>
            </a:r>
            <a:endParaRPr lang="en-US" altLang="ja-JP" sz="2400" dirty="0"/>
          </a:p>
          <a:p>
            <a:endParaRPr lang="en-US" altLang="ja-JP" sz="2400" b="1" dirty="0">
              <a:solidFill>
                <a:srgbClr val="FF0000"/>
              </a:solidFill>
            </a:endParaRPr>
          </a:p>
          <a:p>
            <a:r>
              <a:rPr lang="ja-JP" altLang="en-US" sz="2400" b="1" dirty="0">
                <a:solidFill>
                  <a:srgbClr val="FF0000"/>
                </a:solidFill>
              </a:rPr>
              <a:t>■条件</a:t>
            </a:r>
            <a:endParaRPr lang="en-US" altLang="ja-JP" sz="2400" b="1" dirty="0">
              <a:solidFill>
                <a:srgbClr val="FF0000"/>
              </a:solidFill>
            </a:endParaRPr>
          </a:p>
          <a:p>
            <a:r>
              <a:rPr lang="ja-JP" altLang="en-US" sz="2400" dirty="0"/>
              <a:t>・小数も対応すること</a:t>
            </a:r>
            <a:endParaRPr lang="en-US" altLang="ja-JP" sz="2400" dirty="0"/>
          </a:p>
          <a:p>
            <a:r>
              <a:rPr lang="ja-JP" altLang="en-US" sz="2400" dirty="0"/>
              <a:t>・無限ループを使用すること</a:t>
            </a:r>
            <a:endParaRPr lang="en-US" altLang="ja-JP" sz="2400" dirty="0"/>
          </a:p>
        </p:txBody>
      </p:sp>
    </p:spTree>
    <p:extLst>
      <p:ext uri="{BB962C8B-B14F-4D97-AF65-F5344CB8AC3E}">
        <p14:creationId xmlns:p14="http://schemas.microsoft.com/office/powerpoint/2010/main" val="1222578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415772" cy="584775"/>
          </a:xfrm>
          <a:prstGeom prst="rect">
            <a:avLst/>
          </a:prstGeom>
          <a:noFill/>
        </p:spPr>
        <p:txBody>
          <a:bodyPr wrap="none" rtlCol="0">
            <a:spAutoFit/>
          </a:bodyPr>
          <a:lstStyle/>
          <a:p>
            <a:r>
              <a:rPr lang="ja-JP" altLang="en-US" sz="3200" b="1" u="sng" dirty="0"/>
              <a:t>注意点</a:t>
            </a:r>
            <a:endParaRPr kumimoji="1" lang="ja-JP" altLang="en-US" sz="3200" b="1" u="sng" dirty="0"/>
          </a:p>
        </p:txBody>
      </p:sp>
      <p:sp>
        <p:nvSpPr>
          <p:cNvPr id="9" name="テキスト ボックス 8">
            <a:extLst>
              <a:ext uri="{FF2B5EF4-FFF2-40B4-BE49-F238E27FC236}">
                <a16:creationId xmlns:a16="http://schemas.microsoft.com/office/drawing/2014/main" id="{80F412F9-EC22-472D-8334-55F86CA5630B}"/>
              </a:ext>
            </a:extLst>
          </p:cNvPr>
          <p:cNvSpPr txBox="1"/>
          <p:nvPr/>
        </p:nvSpPr>
        <p:spPr>
          <a:xfrm>
            <a:off x="567542" y="1189161"/>
            <a:ext cx="8186857" cy="1200329"/>
          </a:xfrm>
          <a:prstGeom prst="rect">
            <a:avLst/>
          </a:prstGeom>
          <a:noFill/>
        </p:spPr>
        <p:txBody>
          <a:bodyPr wrap="none" rtlCol="0">
            <a:spAutoFit/>
          </a:bodyPr>
          <a:lstStyle/>
          <a:p>
            <a:r>
              <a:rPr lang="ja-JP" altLang="en-US" sz="2400" dirty="0"/>
              <a:t>・詳細な挙動が分からなければサンプルを確認しましょう</a:t>
            </a:r>
            <a:endParaRPr lang="en-US" altLang="ja-JP" sz="2400" dirty="0"/>
          </a:p>
          <a:p>
            <a:r>
              <a:rPr lang="ja-JP" altLang="en-US" sz="2400" dirty="0"/>
              <a:t>・動作確認は入念に行いましょう</a:t>
            </a:r>
            <a:endParaRPr lang="en-US" altLang="ja-JP" sz="2400" dirty="0"/>
          </a:p>
          <a:p>
            <a:r>
              <a:rPr lang="ja-JP" altLang="en-US" sz="2400" dirty="0"/>
              <a:t>・提出期限は必ず守りましょう</a:t>
            </a:r>
            <a:endParaRPr lang="en-US" altLang="ja-JP" sz="2400" dirty="0"/>
          </a:p>
        </p:txBody>
      </p:sp>
    </p:spTree>
    <p:extLst>
      <p:ext uri="{BB962C8B-B14F-4D97-AF65-F5344CB8AC3E}">
        <p14:creationId xmlns:p14="http://schemas.microsoft.com/office/powerpoint/2010/main" val="356476228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376</TotalTime>
  <Words>183</Words>
  <Application>Microsoft Office PowerPoint</Application>
  <PresentationFormat>ワイド画面</PresentationFormat>
  <Paragraphs>26</Paragraphs>
  <Slides>3</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3</vt:i4>
      </vt:variant>
    </vt:vector>
  </HeadingPairs>
  <TitlesOfParts>
    <vt:vector size="7"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40</cp:revision>
  <dcterms:created xsi:type="dcterms:W3CDTF">2024-08-27T02:15:54Z</dcterms:created>
  <dcterms:modified xsi:type="dcterms:W3CDTF">2024-11-15T01:29:19Z</dcterms:modified>
</cp:coreProperties>
</file>