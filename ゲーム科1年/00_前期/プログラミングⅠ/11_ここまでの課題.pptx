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5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6661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サンプルのように数値を</a:t>
            </a:r>
            <a:r>
              <a:rPr lang="en-US" altLang="ja-JP" sz="2400" dirty="0"/>
              <a:t>2</a:t>
            </a:r>
            <a:r>
              <a:rPr lang="ja-JP" altLang="en-US" sz="2400" dirty="0"/>
              <a:t>つと四則演算の記号を入力させて、</a:t>
            </a:r>
            <a:endParaRPr lang="en-US" altLang="ja-JP" sz="2400" dirty="0"/>
          </a:p>
          <a:p>
            <a:r>
              <a:rPr lang="ja-JP" altLang="en-US" sz="2400" dirty="0"/>
              <a:t>数値を計算するプログラムを作りましょう。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52D89C7-7CC0-42D8-8C3F-077A5B847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89"/>
            <a:ext cx="5056523" cy="307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条件分岐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171827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以下の点に注意しましょう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・計算する変数は</a:t>
            </a:r>
            <a:r>
              <a:rPr lang="en-US" altLang="ja-JP" sz="2400" b="1" dirty="0">
                <a:solidFill>
                  <a:srgbClr val="0070C0"/>
                </a:solidFill>
              </a:rPr>
              <a:t>float</a:t>
            </a:r>
            <a:r>
              <a:rPr lang="ja-JP" altLang="en-US" sz="2400" dirty="0"/>
              <a:t>型にしましょう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・演算子を</a:t>
            </a:r>
            <a:r>
              <a:rPr lang="en-US" altLang="ja-JP" sz="2400" dirty="0"/>
              <a:t>1</a:t>
            </a:r>
            <a:r>
              <a:rPr lang="ja-JP" altLang="en-US" sz="2400" dirty="0"/>
              <a:t>文字</a:t>
            </a:r>
            <a:r>
              <a:rPr lang="en-US" altLang="ja-JP" sz="2400" b="1" dirty="0" err="1">
                <a:solidFill>
                  <a:srgbClr val="0070C0"/>
                </a:solidFill>
              </a:rPr>
              <a:t>scanf</a:t>
            </a:r>
            <a:r>
              <a:rPr lang="ja-JP" altLang="en-US" sz="2400" dirty="0"/>
              <a:t>するときは</a:t>
            </a:r>
            <a:r>
              <a:rPr lang="en-US" altLang="ja-JP" sz="2400" b="1" dirty="0">
                <a:solidFill>
                  <a:srgbClr val="FF0000"/>
                </a:solidFill>
              </a:rPr>
              <a:t>” %c”</a:t>
            </a:r>
            <a:r>
              <a:rPr lang="ja-JP" altLang="en-US" sz="2400" dirty="0"/>
              <a:t>（</a:t>
            </a:r>
            <a:r>
              <a:rPr lang="en-US" altLang="ja-JP" sz="2400" dirty="0"/>
              <a:t>%c</a:t>
            </a:r>
            <a:r>
              <a:rPr lang="ja-JP" altLang="en-US" sz="2400" dirty="0"/>
              <a:t>の左にスペースを入れる）</a:t>
            </a:r>
            <a:endParaRPr lang="en-US" altLang="ja-JP" sz="2400" dirty="0"/>
          </a:p>
          <a:p>
            <a:r>
              <a:rPr lang="ja-JP" altLang="en-US" sz="2400" dirty="0"/>
              <a:t>　ようにしましょう。直前の</a:t>
            </a:r>
            <a:r>
              <a:rPr lang="en-US" altLang="ja-JP" sz="2400" dirty="0"/>
              <a:t>Enter</a:t>
            </a:r>
            <a:r>
              <a:rPr lang="ja-JP" altLang="en-US" sz="2400" dirty="0"/>
              <a:t>キーの入力が反映されて入力できなくなります。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・</a:t>
            </a:r>
            <a:r>
              <a:rPr lang="ja-JP" altLang="en-US" sz="2400" b="1" dirty="0">
                <a:solidFill>
                  <a:srgbClr val="FF0000"/>
                </a:solidFill>
              </a:rPr>
              <a:t>必ず</a:t>
            </a:r>
            <a:r>
              <a:rPr lang="en-US" altLang="ja-JP" sz="2400" b="1" dirty="0">
                <a:solidFill>
                  <a:srgbClr val="FF0000"/>
                </a:solidFill>
              </a:rPr>
              <a:t>if</a:t>
            </a:r>
            <a:r>
              <a:rPr lang="ja-JP" altLang="en-US" sz="2400" b="1" dirty="0">
                <a:solidFill>
                  <a:srgbClr val="FF0000"/>
                </a:solidFill>
              </a:rPr>
              <a:t>文を使ってください</a:t>
            </a:r>
            <a:r>
              <a:rPr lang="ja-JP" altLang="en-US" sz="2400" dirty="0"/>
              <a:t>（余裕があれば</a:t>
            </a:r>
            <a:r>
              <a:rPr lang="en-US" altLang="ja-JP" sz="2400" dirty="0"/>
              <a:t>if</a:t>
            </a:r>
            <a:r>
              <a:rPr lang="ja-JP" altLang="en-US" sz="2400" dirty="0"/>
              <a:t>文を使わない方法も考えましょう）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23387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103</Words>
  <Application>Microsoft Office PowerPoint</Application>
  <PresentationFormat>ワイド画面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33</cp:revision>
  <dcterms:created xsi:type="dcterms:W3CDTF">2024-08-27T02:15:54Z</dcterms:created>
  <dcterms:modified xsi:type="dcterms:W3CDTF">2024-11-14T06:28:13Z</dcterms:modified>
</cp:coreProperties>
</file>