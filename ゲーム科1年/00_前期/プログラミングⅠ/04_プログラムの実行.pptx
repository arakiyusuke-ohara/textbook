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プログラムの実行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815B83C-739A-4E78-9698-07200F4AE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763258"/>
            <a:ext cx="7315756" cy="381204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「こんにちは！」を表示するプログラムを実行してみます。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プログラムの実行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上側のデバッグメニューから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デバッグなしで開始</a:t>
            </a:r>
            <a:r>
              <a:rPr kumimoji="1" lang="ja-JP" altLang="en-US" sz="2400" dirty="0"/>
              <a:t>をクリックすると実行されます。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C4CB35D-025D-478F-A39B-D907F1BC9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32590"/>
            <a:ext cx="8054919" cy="3494542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0B7CB0E2-21ED-4F77-B3A6-30BB8B2F0DE5}"/>
              </a:ext>
            </a:extLst>
          </p:cNvPr>
          <p:cNvSpPr/>
          <p:nvPr/>
        </p:nvSpPr>
        <p:spPr>
          <a:xfrm rot="14088626">
            <a:off x="5117230" y="3676660"/>
            <a:ext cx="515655" cy="4064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81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プログラムの実行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プログラムに間違えがなければ、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コンソール画面</a:t>
            </a:r>
            <a:r>
              <a:rPr lang="ja-JP" altLang="en-US" sz="2400" dirty="0"/>
              <a:t>が開かれて、</a:t>
            </a:r>
            <a:r>
              <a:rPr kumimoji="1" lang="ja-JP" altLang="en-US" sz="2400" dirty="0"/>
              <a:t>左上に「こんにちは！」と表示されているはずです。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820879A-CD0E-4C2C-A78F-2904930C0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32590"/>
            <a:ext cx="7646720" cy="304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14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63</Words>
  <Application>Microsoft Office PowerPoint</Application>
  <PresentationFormat>ワイド画面</PresentationFormat>
  <Paragraphs>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</cp:revision>
  <dcterms:created xsi:type="dcterms:W3CDTF">2024-08-27T02:15:54Z</dcterms:created>
  <dcterms:modified xsi:type="dcterms:W3CDTF">2024-11-14T02:26:09Z</dcterms:modified>
</cp:coreProperties>
</file>