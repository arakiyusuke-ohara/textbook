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入力制御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printf</a:t>
            </a:r>
            <a:r>
              <a:rPr lang="ja-JP" altLang="en-US" sz="2400" dirty="0"/>
              <a:t>は画面に</a:t>
            </a:r>
            <a:r>
              <a:rPr lang="ja-JP" altLang="en-US" sz="2400" b="1" dirty="0">
                <a:solidFill>
                  <a:srgbClr val="FF0000"/>
                </a:solidFill>
              </a:rPr>
              <a:t>出力</a:t>
            </a:r>
            <a:r>
              <a:rPr lang="ja-JP" altLang="en-US" sz="2400" dirty="0"/>
              <a:t>する関数ですが、</a:t>
            </a:r>
            <a:endParaRPr lang="en-US" altLang="ja-JP" sz="2400" dirty="0"/>
          </a:p>
          <a:p>
            <a:r>
              <a:rPr lang="ja-JP" altLang="en-US" sz="2400" dirty="0"/>
              <a:t>その反対として、キーボードから</a:t>
            </a:r>
            <a:r>
              <a:rPr lang="ja-JP" altLang="en-US" sz="2400" b="1" dirty="0">
                <a:solidFill>
                  <a:srgbClr val="FF0000"/>
                </a:solidFill>
              </a:rPr>
              <a:t>入力</a:t>
            </a:r>
            <a:r>
              <a:rPr lang="ja-JP" altLang="en-US" sz="2400" dirty="0"/>
              <a:t>する関数もあります。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2102614-633B-4B87-B9B9-A988452DB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01922"/>
            <a:ext cx="5381313" cy="403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入力制御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scanf_s</a:t>
            </a:r>
            <a:r>
              <a:rPr lang="ja-JP" altLang="en-US" sz="2400" dirty="0"/>
              <a:t>関数は</a:t>
            </a:r>
            <a:r>
              <a:rPr lang="ja-JP" altLang="en-US" sz="2400" b="1" dirty="0">
                <a:solidFill>
                  <a:srgbClr val="FF0000"/>
                </a:solidFill>
              </a:rPr>
              <a:t>入力を受け付ける関数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キーボードで入力した値を</a:t>
            </a:r>
            <a:r>
              <a:rPr lang="ja-JP" altLang="en-US" sz="2400" b="1" dirty="0">
                <a:solidFill>
                  <a:srgbClr val="FF0000"/>
                </a:solidFill>
              </a:rPr>
              <a:t>変数に直接入れる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88BB34-1A50-4BAD-8FD9-D7D1231FB059}"/>
              </a:ext>
            </a:extLst>
          </p:cNvPr>
          <p:cNvSpPr txBox="1"/>
          <p:nvPr/>
        </p:nvSpPr>
        <p:spPr>
          <a:xfrm>
            <a:off x="567542" y="307601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数値を入れる変数の前に＆マークが必要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忘れないようにしましょう。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408585C-73EF-48BC-B07B-A400B3E3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462016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2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入力制御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568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printf</a:t>
            </a:r>
            <a:r>
              <a:rPr lang="ja-JP" altLang="en-US" sz="2400" dirty="0"/>
              <a:t>と同じく</a:t>
            </a:r>
            <a:r>
              <a:rPr lang="ja-JP" altLang="en-US" sz="2400" b="1" dirty="0">
                <a:solidFill>
                  <a:srgbClr val="FF0000"/>
                </a:solidFill>
              </a:rPr>
              <a:t>正数は</a:t>
            </a:r>
            <a:r>
              <a:rPr lang="en-US" altLang="ja-JP" sz="2400" b="1" dirty="0">
                <a:solidFill>
                  <a:srgbClr val="FF0000"/>
                </a:solidFill>
              </a:rPr>
              <a:t>”%d”</a:t>
            </a:r>
            <a:r>
              <a:rPr lang="ja-JP" altLang="en-US" sz="2400" dirty="0"/>
              <a:t>ですが</a:t>
            </a:r>
            <a:r>
              <a:rPr lang="ja-JP" altLang="en-US" sz="2400" b="1" dirty="0">
                <a:solidFill>
                  <a:srgbClr val="FF0000"/>
                </a:solidFill>
              </a:rPr>
              <a:t>小数だと</a:t>
            </a:r>
            <a:r>
              <a:rPr lang="en-US" altLang="ja-JP" sz="2400" b="1" dirty="0">
                <a:solidFill>
                  <a:srgbClr val="FF0000"/>
                </a:solidFill>
              </a:rPr>
              <a:t>”%f”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以下のプログラムも書いてみましょう。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2189405-D04C-41FE-9229-AD5B74F26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90"/>
            <a:ext cx="5801727" cy="41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85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104</Words>
  <Application>Microsoft Office PowerPoint</Application>
  <PresentationFormat>ワイド画面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28</cp:revision>
  <dcterms:created xsi:type="dcterms:W3CDTF">2024-08-27T02:15:54Z</dcterms:created>
  <dcterms:modified xsi:type="dcterms:W3CDTF">2024-11-14T05:10:19Z</dcterms:modified>
</cp:coreProperties>
</file>