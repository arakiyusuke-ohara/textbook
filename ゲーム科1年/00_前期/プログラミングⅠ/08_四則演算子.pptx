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四則演算子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変数同士は</a:t>
            </a:r>
            <a:r>
              <a:rPr lang="ja-JP" altLang="en-US" sz="2400" b="1" dirty="0">
                <a:solidFill>
                  <a:srgbClr val="FF0000"/>
                </a:solidFill>
              </a:rPr>
              <a:t>四則演算</a:t>
            </a:r>
            <a:r>
              <a:rPr lang="ja-JP" altLang="en-US" sz="2400" dirty="0"/>
              <a:t>をすることができます。</a:t>
            </a:r>
            <a:endParaRPr lang="en-US" altLang="ja-JP" sz="2400" dirty="0"/>
          </a:p>
          <a:p>
            <a:r>
              <a:rPr lang="ja-JP" altLang="en-US" sz="2400" dirty="0"/>
              <a:t>以下のプログラムを書いてみましょう。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45F5874-930C-421B-AC51-63BAB32D2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1"/>
            <a:ext cx="4214665" cy="442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四則演算子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それぞれの計算結果が出力されます。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70CD016-49D8-4672-9FB8-69C5E18B8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7"/>
            <a:ext cx="5981686" cy="277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7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四則演算子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それぞれ計算式のように書くと、そのまま計算されます。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E372165-9C32-4ADF-8765-5B9712900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962445"/>
            <a:ext cx="2236510" cy="428507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C26EB0-A970-4AAD-B2C5-C1B264DA9EA0}"/>
              </a:ext>
            </a:extLst>
          </p:cNvPr>
          <p:cNvSpPr txBox="1"/>
          <p:nvPr/>
        </p:nvSpPr>
        <p:spPr>
          <a:xfrm>
            <a:off x="2895444" y="5047195"/>
            <a:ext cx="64011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足し算、割り算のことを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演算</a:t>
            </a:r>
            <a:r>
              <a:rPr lang="ja-JP" altLang="en-US" sz="2400" dirty="0"/>
              <a:t>といい、</a:t>
            </a:r>
            <a:endParaRPr lang="en-US" altLang="ja-JP" sz="2400" dirty="0"/>
          </a:p>
          <a:p>
            <a:r>
              <a:rPr lang="ja-JP" altLang="en-US" sz="2400" dirty="0"/>
              <a:t>その記号（</a:t>
            </a:r>
            <a:r>
              <a:rPr lang="en-US" altLang="ja-JP" sz="2400" dirty="0"/>
              <a:t>+</a:t>
            </a:r>
            <a:r>
              <a:rPr lang="ja-JP" altLang="en-US" sz="2400" dirty="0"/>
              <a:t>や</a:t>
            </a:r>
            <a:r>
              <a:rPr lang="en-US" altLang="ja-JP" sz="2400" dirty="0"/>
              <a:t>*</a:t>
            </a:r>
            <a:r>
              <a:rPr lang="ja-JP" altLang="en-US" sz="2400" dirty="0"/>
              <a:t>など）を</a:t>
            </a:r>
            <a:r>
              <a:rPr lang="ja-JP" altLang="en-US" sz="2400" b="1" dirty="0">
                <a:solidFill>
                  <a:srgbClr val="FF0000"/>
                </a:solidFill>
              </a:rPr>
              <a:t>演算子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4095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四則演算子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今回は計算結果を変数に代入していますが、</a:t>
            </a:r>
            <a:endParaRPr lang="en-US" altLang="ja-JP" sz="2400" dirty="0"/>
          </a:p>
          <a:p>
            <a:r>
              <a:rPr lang="ja-JP" altLang="en-US" sz="2400" dirty="0"/>
              <a:t>そのほかにも様々な場所に書くことができます。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27968E1-DB8C-4744-B29B-67AA5AF7A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7623270" cy="36481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B680229-20F2-41AB-BB2C-81FB64406C08}"/>
              </a:ext>
            </a:extLst>
          </p:cNvPr>
          <p:cNvSpPr txBox="1"/>
          <p:nvPr/>
        </p:nvSpPr>
        <p:spPr>
          <a:xfrm>
            <a:off x="567542" y="5893122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こんな書き方ができたりもします。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238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四則演算子 補足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四則演算ではないですが、</a:t>
            </a:r>
            <a:r>
              <a:rPr lang="ja-JP" altLang="en-US" sz="2400" b="1" dirty="0">
                <a:solidFill>
                  <a:srgbClr val="FF0000"/>
                </a:solidFill>
              </a:rPr>
              <a:t>剰余（割った余り）</a:t>
            </a:r>
            <a:r>
              <a:rPr lang="ja-JP" altLang="en-US" sz="2400" dirty="0"/>
              <a:t>も計算できます。</a:t>
            </a:r>
            <a:endParaRPr lang="en-US" altLang="ja-JP" sz="2400" dirty="0"/>
          </a:p>
          <a:p>
            <a:r>
              <a:rPr lang="ja-JP" altLang="en-US" sz="2400" dirty="0"/>
              <a:t>演算子には「</a:t>
            </a:r>
            <a:r>
              <a:rPr lang="ja-JP" altLang="en-US" sz="2400" b="1" dirty="0">
                <a:solidFill>
                  <a:srgbClr val="FF0000"/>
                </a:solidFill>
              </a:rPr>
              <a:t>％</a:t>
            </a:r>
            <a:r>
              <a:rPr lang="ja-JP" altLang="en-US" sz="2400" dirty="0"/>
              <a:t>」を使います。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80D1B58-4C83-4DC0-B00E-2454095DD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8762866" cy="411202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BC15CD-0D14-4BD0-BBA0-4F0A87EDF94D}"/>
              </a:ext>
            </a:extLst>
          </p:cNvPr>
          <p:cNvSpPr/>
          <p:nvPr/>
        </p:nvSpPr>
        <p:spPr>
          <a:xfrm>
            <a:off x="2249214" y="4888780"/>
            <a:ext cx="6863255" cy="5044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592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133</Words>
  <Application>Microsoft Office PowerPoint</Application>
  <PresentationFormat>ワイド画面</PresentationFormat>
  <Paragraphs>17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27</cp:revision>
  <dcterms:created xsi:type="dcterms:W3CDTF">2024-08-27T02:15:54Z</dcterms:created>
  <dcterms:modified xsi:type="dcterms:W3CDTF">2024-11-14T07:30:18Z</dcterms:modified>
</cp:coreProperties>
</file>