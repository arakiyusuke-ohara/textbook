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変数の型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787908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プログラムで数値や文字を扱うには変数を使いますが、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使い方に合わせて型を指定</a:t>
            </a:r>
            <a:r>
              <a:rPr lang="ja-JP" altLang="en-US" sz="2400" dirty="0"/>
              <a:t>しなければいけません。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様々な型があるので</a:t>
            </a:r>
            <a:r>
              <a:rPr lang="en-US" altLang="ja-JP" sz="2400" dirty="0"/>
              <a:t>1</a:t>
            </a:r>
            <a:r>
              <a:rPr lang="ja-JP" altLang="en-US" sz="2400" dirty="0"/>
              <a:t>つずつ見ていきましょう。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4431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変数の型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3417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Main.cpp</a:t>
            </a:r>
            <a:r>
              <a:rPr kumimoji="1" lang="ja-JP" altLang="en-US" sz="2400" dirty="0"/>
              <a:t>を書きます。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C074BCC-ABD1-4FD1-A5AA-AC6F0224D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9059539" cy="424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071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変数の型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07468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70C0"/>
                </a:solidFill>
              </a:rPr>
              <a:t>int</a:t>
            </a:r>
            <a:r>
              <a:rPr kumimoji="1" lang="ja-JP" altLang="en-US" sz="2400" dirty="0"/>
              <a:t>型は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整数</a:t>
            </a:r>
            <a:r>
              <a:rPr kumimoji="1" lang="ja-JP" altLang="en-US" sz="2400" dirty="0"/>
              <a:t>を使うときに使用する型です。</a:t>
            </a:r>
            <a:endParaRPr kumimoji="1" lang="en-US" altLang="ja-JP" sz="2400" dirty="0"/>
          </a:p>
          <a:p>
            <a:r>
              <a:rPr lang="ja-JP" altLang="en-US" sz="2400" dirty="0"/>
              <a:t>ただし、無限に数値が記録できるわけでなく、</a:t>
            </a:r>
            <a:r>
              <a:rPr lang="ja-JP" altLang="en-US" sz="2400" b="1" dirty="0">
                <a:solidFill>
                  <a:srgbClr val="FF0000"/>
                </a:solidFill>
              </a:rPr>
              <a:t>範囲が決まっています</a:t>
            </a:r>
            <a:r>
              <a:rPr lang="ja-JP" altLang="en-US" sz="2400" dirty="0"/>
              <a:t>。</a:t>
            </a:r>
            <a:endParaRPr kumimoji="1" lang="en-US" altLang="ja-JP" sz="2400" dirty="0"/>
          </a:p>
          <a:p>
            <a:r>
              <a:rPr lang="ja-JP" altLang="en-US" sz="2400" dirty="0"/>
              <a:t>前方に</a:t>
            </a:r>
            <a:r>
              <a:rPr lang="en-US" altLang="ja-JP" sz="2400" b="1" dirty="0">
                <a:solidFill>
                  <a:srgbClr val="0070C0"/>
                </a:solidFill>
              </a:rPr>
              <a:t>short</a:t>
            </a:r>
            <a:r>
              <a:rPr lang="ja-JP" altLang="en-US" sz="2400" dirty="0"/>
              <a:t>や</a:t>
            </a:r>
            <a:r>
              <a:rPr lang="en-US" altLang="ja-JP" sz="2400" b="1" dirty="0">
                <a:solidFill>
                  <a:srgbClr val="0070C0"/>
                </a:solidFill>
              </a:rPr>
              <a:t>long</a:t>
            </a:r>
            <a:r>
              <a:rPr lang="ja-JP" altLang="en-US" sz="2400" dirty="0"/>
              <a:t>と書くことにより、</a:t>
            </a:r>
            <a:r>
              <a:rPr kumimoji="1" lang="ja-JP" altLang="en-US" sz="2400" dirty="0"/>
              <a:t>その範囲を調整することができます。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BCF50C1-8D27-43DB-9CE2-1B78A4DAE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01922"/>
            <a:ext cx="7783011" cy="207674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EE95BA5-57C5-4623-9E22-44898D026F5C}"/>
              </a:ext>
            </a:extLst>
          </p:cNvPr>
          <p:cNvSpPr txBox="1"/>
          <p:nvPr/>
        </p:nvSpPr>
        <p:spPr>
          <a:xfrm>
            <a:off x="567541" y="4691094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※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小数を扱うことはできません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1124DEE-D60E-4BB5-AF6B-955F156949A9}"/>
              </a:ext>
            </a:extLst>
          </p:cNvPr>
          <p:cNvSpPr txBox="1"/>
          <p:nvPr/>
        </p:nvSpPr>
        <p:spPr>
          <a:xfrm>
            <a:off x="567541" y="5265191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いろいろ数字を設定して試してみましょう。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714713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変数の型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72635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整数型は前方に</a:t>
            </a:r>
            <a:r>
              <a:rPr kumimoji="1" lang="en-US" altLang="ja-JP" sz="2400" b="1" dirty="0">
                <a:solidFill>
                  <a:srgbClr val="0070C0"/>
                </a:solidFill>
              </a:rPr>
              <a:t>unsigned</a:t>
            </a:r>
            <a:r>
              <a:rPr kumimoji="1" lang="ja-JP" altLang="en-US" sz="2400" dirty="0"/>
              <a:t>を書くと、</a:t>
            </a:r>
            <a:endParaRPr kumimoji="1"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負数（マイナス）が使えなくなる</a:t>
            </a:r>
            <a:r>
              <a:rPr kumimoji="1" lang="ja-JP" altLang="en-US" sz="2400" dirty="0"/>
              <a:t>代わりに、</a:t>
            </a:r>
            <a:endParaRPr kumimoji="1"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正数（プラス）側の範囲を広げる</a:t>
            </a:r>
            <a:r>
              <a:rPr kumimoji="1" lang="ja-JP" altLang="en-US" sz="2400" dirty="0"/>
              <a:t>ことができます。</a:t>
            </a:r>
            <a:endParaRPr kumimoji="1" lang="en-US" altLang="ja-JP" sz="2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4369054-B237-4852-B2E2-69279269B415}"/>
              </a:ext>
            </a:extLst>
          </p:cNvPr>
          <p:cNvSpPr txBox="1"/>
          <p:nvPr/>
        </p:nvSpPr>
        <p:spPr>
          <a:xfrm>
            <a:off x="7831069" y="5940040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書いて試してみましょう。</a:t>
            </a:r>
            <a:endParaRPr kumimoji="1" lang="en-US" altLang="ja-JP" sz="24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7E5F295C-1418-413A-96D9-313F45E03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2501923"/>
            <a:ext cx="6999906" cy="3869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589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変数の型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59699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その他には文字を扱う</a:t>
            </a:r>
            <a:r>
              <a:rPr lang="en-US" altLang="ja-JP" sz="2400" b="1" dirty="0">
                <a:solidFill>
                  <a:srgbClr val="0070C0"/>
                </a:solidFill>
              </a:rPr>
              <a:t>char</a:t>
            </a:r>
            <a:r>
              <a:rPr lang="ja-JP" altLang="en-US" sz="2400" dirty="0"/>
              <a:t>型、</a:t>
            </a:r>
            <a:endParaRPr lang="en-US" altLang="ja-JP" sz="2400" dirty="0"/>
          </a:p>
          <a:p>
            <a:r>
              <a:rPr kumimoji="1" lang="ja-JP" altLang="en-US" sz="2400" dirty="0"/>
              <a:t>小数を扱う</a:t>
            </a:r>
            <a:r>
              <a:rPr kumimoji="1" lang="en-US" altLang="ja-JP" sz="2400" b="1" dirty="0">
                <a:solidFill>
                  <a:srgbClr val="0070C0"/>
                </a:solidFill>
              </a:rPr>
              <a:t>float</a:t>
            </a:r>
            <a:r>
              <a:rPr kumimoji="1" lang="ja-JP" altLang="en-US" sz="2400" dirty="0"/>
              <a:t>型</a:t>
            </a:r>
            <a:r>
              <a:rPr kumimoji="1" lang="en-US" altLang="ja-JP" sz="2400" dirty="0"/>
              <a:t>,</a:t>
            </a:r>
            <a:r>
              <a:rPr kumimoji="1" lang="en-US" altLang="ja-JP" sz="2400" b="1" dirty="0">
                <a:solidFill>
                  <a:srgbClr val="0070C0"/>
                </a:solidFill>
              </a:rPr>
              <a:t>double</a:t>
            </a:r>
            <a:r>
              <a:rPr kumimoji="1" lang="ja-JP" altLang="en-US" sz="2400" dirty="0"/>
              <a:t>型があります。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498056E-0D19-4D73-9C35-9483781C4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90"/>
            <a:ext cx="7983458" cy="4058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906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変数の型 補足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72635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あまりにも細かい小数は自動で四捨五入されます。</a:t>
            </a:r>
            <a:endParaRPr lang="en-US" altLang="ja-JP" sz="2400" dirty="0"/>
          </a:p>
          <a:p>
            <a:r>
              <a:rPr kumimoji="1" lang="ja-JP" altLang="en-US" sz="2400" dirty="0"/>
              <a:t>よって</a:t>
            </a:r>
            <a:r>
              <a:rPr kumimoji="1" lang="en-US" altLang="ja-JP" sz="2400" b="1" dirty="0">
                <a:solidFill>
                  <a:srgbClr val="0070C0"/>
                </a:solidFill>
              </a:rPr>
              <a:t>double</a:t>
            </a:r>
            <a:r>
              <a:rPr kumimoji="1" lang="ja-JP" altLang="en-US" sz="2400" dirty="0"/>
              <a:t>型はあまり使われません。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007229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196</Words>
  <Application>Microsoft Office PowerPoint</Application>
  <PresentationFormat>ワイド画面</PresentationFormat>
  <Paragraphs>24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22</cp:revision>
  <dcterms:created xsi:type="dcterms:W3CDTF">2024-08-27T02:15:54Z</dcterms:created>
  <dcterms:modified xsi:type="dcterms:W3CDTF">2024-11-14T04:16:20Z</dcterms:modified>
</cp:coreProperties>
</file>