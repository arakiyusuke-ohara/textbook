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はじめに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65205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プログラミングによる開発をする際に必要な設定をしましょう。</a:t>
            </a:r>
            <a:endParaRPr kumimoji="1" lang="en-US" altLang="ja-JP" sz="2400" dirty="0"/>
          </a:p>
          <a:p>
            <a:r>
              <a:rPr lang="ja-JP" altLang="en-US" sz="2400" dirty="0">
                <a:solidFill>
                  <a:srgbClr val="FF0000"/>
                </a:solidFill>
              </a:rPr>
              <a:t>エクスプローラー</a:t>
            </a:r>
            <a:r>
              <a:rPr lang="ja-JP" altLang="en-US" sz="2400" dirty="0"/>
              <a:t>を開きます。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60A66B-1081-47E9-A209-E9D52A0D40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47899"/>
            <a:ext cx="7207419" cy="4058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ファイル形式 拡張子の表示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652059"/>
            <a:ext cx="818685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プログラミングによる開発を行う際は、</a:t>
            </a:r>
            <a:endParaRPr kumimoji="1" lang="en-US" altLang="ja-JP" sz="2400" dirty="0"/>
          </a:p>
          <a:p>
            <a:r>
              <a:rPr lang="ja-JP" altLang="en-US" sz="2400" dirty="0">
                <a:solidFill>
                  <a:srgbClr val="FF0000"/>
                </a:solidFill>
              </a:rPr>
              <a:t>ファイルの形式</a:t>
            </a:r>
            <a:r>
              <a:rPr lang="ja-JP" altLang="en-US" sz="2400" dirty="0"/>
              <a:t>について常に注意しなければいけません。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■ファイル形式とは</a:t>
            </a:r>
            <a:endParaRPr lang="en-US" altLang="ja-JP" sz="2400" dirty="0"/>
          </a:p>
          <a:p>
            <a:r>
              <a:rPr kumimoji="1" lang="ja-JP" altLang="en-US" sz="2400" dirty="0"/>
              <a:t>画像ファイル・・・</a:t>
            </a:r>
            <a:r>
              <a:rPr kumimoji="1" lang="en-US" altLang="ja-JP" sz="2400" dirty="0"/>
              <a:t>JPEG, PNG</a:t>
            </a:r>
            <a:r>
              <a:rPr kumimoji="1" lang="ja-JP" altLang="en-US" sz="2400" dirty="0"/>
              <a:t>など</a:t>
            </a:r>
            <a:endParaRPr kumimoji="1" lang="en-US" altLang="ja-JP" sz="2400" dirty="0"/>
          </a:p>
          <a:p>
            <a:r>
              <a:rPr kumimoji="1" lang="ja-JP" altLang="en-US" sz="2400" dirty="0"/>
              <a:t>ソースファイル・・・</a:t>
            </a:r>
            <a:r>
              <a:rPr kumimoji="1" lang="en-US" altLang="ja-JP" sz="2400" dirty="0"/>
              <a:t>CPP, H(</a:t>
            </a:r>
            <a:r>
              <a:rPr kumimoji="1" lang="ja-JP" altLang="en-US" sz="2400" dirty="0"/>
              <a:t>ヘッダー</a:t>
            </a:r>
            <a:r>
              <a:rPr kumimoji="1" lang="en-US" altLang="ja-JP" sz="2400" dirty="0"/>
              <a:t>)</a:t>
            </a:r>
            <a:r>
              <a:rPr kumimoji="1" lang="ja-JP" altLang="en-US" sz="2400" dirty="0"/>
              <a:t>など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7B71371-0B19-4E76-BCDC-BE44F49B9A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304940"/>
            <a:ext cx="4542370" cy="240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575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ファイル形式 拡張子の表示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652059"/>
            <a:ext cx="7104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rgbClr val="FF0000"/>
                </a:solidFill>
              </a:rPr>
              <a:t>表示　→　拡張子</a:t>
            </a:r>
            <a:r>
              <a:rPr kumimoji="1" lang="ja-JP" altLang="en-US" sz="2400" dirty="0"/>
              <a:t>の表示を「</a:t>
            </a:r>
            <a:r>
              <a:rPr kumimoji="1" lang="en-US" altLang="ja-JP" sz="2400" dirty="0">
                <a:solidFill>
                  <a:srgbClr val="FF0000"/>
                </a:solidFill>
              </a:rPr>
              <a:t>ON</a:t>
            </a:r>
            <a:r>
              <a:rPr kumimoji="1" lang="ja-JP" altLang="en-US" sz="2400" dirty="0"/>
              <a:t>」にしましょう。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65D47A5-508E-4606-9A51-B730A9E950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13724"/>
            <a:ext cx="8926171" cy="4553585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86E03C4-BE05-45A6-B033-4880E0E275CD}"/>
              </a:ext>
            </a:extLst>
          </p:cNvPr>
          <p:cNvSpPr/>
          <p:nvPr/>
        </p:nvSpPr>
        <p:spPr>
          <a:xfrm>
            <a:off x="1763486" y="2258690"/>
            <a:ext cx="382555" cy="31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3971450-9A1B-4079-9CDB-46839E7B988A}"/>
              </a:ext>
            </a:extLst>
          </p:cNvPr>
          <p:cNvSpPr/>
          <p:nvPr/>
        </p:nvSpPr>
        <p:spPr>
          <a:xfrm>
            <a:off x="6543871" y="2745036"/>
            <a:ext cx="939280" cy="2388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5433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隠しファイルの表示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65205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今後、隠しファイルを削除したりすることが発生します。</a:t>
            </a:r>
            <a:endParaRPr kumimoji="1" lang="en-US" altLang="ja-JP" sz="2400" dirty="0"/>
          </a:p>
          <a:p>
            <a:r>
              <a:rPr lang="ja-JP" altLang="en-US" sz="2400" dirty="0">
                <a:solidFill>
                  <a:srgbClr val="FF0000"/>
                </a:solidFill>
              </a:rPr>
              <a:t>隠しファイルの表示</a:t>
            </a:r>
            <a:r>
              <a:rPr lang="ja-JP" altLang="en-US" sz="2400" dirty="0"/>
              <a:t>も「</a:t>
            </a:r>
            <a:r>
              <a:rPr lang="en-US" altLang="ja-JP" sz="2400" dirty="0">
                <a:solidFill>
                  <a:srgbClr val="FF0000"/>
                </a:solidFill>
              </a:rPr>
              <a:t>ON</a:t>
            </a:r>
            <a:r>
              <a:rPr lang="ja-JP" altLang="en-US" sz="2400" dirty="0"/>
              <a:t>」にしましょう。</a:t>
            </a:r>
            <a:endParaRPr kumimoji="1"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48E06021-E34D-4A72-87BB-DBB774005F13}"/>
              </a:ext>
            </a:extLst>
          </p:cNvPr>
          <p:cNvGrpSpPr/>
          <p:nvPr/>
        </p:nvGrpSpPr>
        <p:grpSpPr>
          <a:xfrm>
            <a:off x="567542" y="2556588"/>
            <a:ext cx="8186857" cy="4110721"/>
            <a:chOff x="567542" y="2113724"/>
            <a:chExt cx="8926171" cy="455358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39B0AA13-55DB-40E6-AF18-6D5B91943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2" y="2113724"/>
              <a:ext cx="8926171" cy="4553585"/>
            </a:xfrm>
            <a:prstGeom prst="rect">
              <a:avLst/>
            </a:prstGeom>
          </p:spPr>
        </p:pic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F383996B-1DE9-4E91-A2BD-5C1BCAB3D16C}"/>
                </a:ext>
              </a:extLst>
            </p:cNvPr>
            <p:cNvSpPr/>
            <p:nvPr/>
          </p:nvSpPr>
          <p:spPr>
            <a:xfrm>
              <a:off x="1763486" y="2258690"/>
              <a:ext cx="382555" cy="31670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3719111B-B7F3-4D4E-9277-2A7276461B68}"/>
                </a:ext>
              </a:extLst>
            </p:cNvPr>
            <p:cNvSpPr/>
            <p:nvPr/>
          </p:nvSpPr>
          <p:spPr>
            <a:xfrm>
              <a:off x="6543871" y="2922315"/>
              <a:ext cx="817982" cy="2388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1235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114</Words>
  <Application>Microsoft Office PowerPoint</Application>
  <PresentationFormat>ワイド画面</PresentationFormat>
  <Paragraphs>15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</cp:revision>
  <dcterms:created xsi:type="dcterms:W3CDTF">2024-08-27T02:15:54Z</dcterms:created>
  <dcterms:modified xsi:type="dcterms:W3CDTF">2024-08-27T02:42:28Z</dcterms:modified>
</cp:coreProperties>
</file>