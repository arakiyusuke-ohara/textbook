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はじめに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プログラミングによる開発をする際に必要な設定をしましょう。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エクスプローラー</a:t>
            </a:r>
            <a:r>
              <a:rPr lang="ja-JP" altLang="en-US" sz="2400" dirty="0"/>
              <a:t>を開きます。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C60A66B-1081-47E9-A209-E9D52A0D4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47899"/>
            <a:ext cx="7207419" cy="405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ファイル形式 拡張子の表示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81868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プログラミングによる開発を行う際は、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ファイルの形式</a:t>
            </a:r>
            <a:r>
              <a:rPr lang="ja-JP" altLang="en-US" sz="2400" dirty="0"/>
              <a:t>について常に注意しなければいけません。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■ファイル形式とは</a:t>
            </a:r>
            <a:endParaRPr lang="en-US" altLang="ja-JP" sz="2400" dirty="0"/>
          </a:p>
          <a:p>
            <a:r>
              <a:rPr kumimoji="1" lang="ja-JP" altLang="en-US" sz="2400" dirty="0"/>
              <a:t>画像ファイル・・・</a:t>
            </a:r>
            <a:r>
              <a:rPr kumimoji="1" lang="en-US" altLang="ja-JP" sz="2400" dirty="0"/>
              <a:t>JPEG, PNG</a:t>
            </a:r>
            <a:r>
              <a:rPr kumimoji="1" lang="ja-JP" altLang="en-US" sz="2400" dirty="0"/>
              <a:t>など</a:t>
            </a:r>
            <a:endParaRPr kumimoji="1" lang="en-US" altLang="ja-JP" sz="2400" dirty="0"/>
          </a:p>
          <a:p>
            <a:r>
              <a:rPr kumimoji="1" lang="ja-JP" altLang="en-US" sz="2400" dirty="0"/>
              <a:t>ソースファイル・・・</a:t>
            </a:r>
            <a:r>
              <a:rPr kumimoji="1" lang="en-US" altLang="ja-JP" sz="2400" dirty="0"/>
              <a:t>CPP, H(</a:t>
            </a:r>
            <a:r>
              <a:rPr kumimoji="1" lang="ja-JP" altLang="en-US" sz="2400" dirty="0"/>
              <a:t>ヘッダー</a:t>
            </a:r>
            <a:r>
              <a:rPr kumimoji="1" lang="en-US" altLang="ja-JP" sz="2400" dirty="0"/>
              <a:t>)</a:t>
            </a:r>
            <a:r>
              <a:rPr kumimoji="1" lang="ja-JP" altLang="en-US" sz="2400" dirty="0"/>
              <a:t>など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B71371-0B19-4E76-BCDC-BE44F49B9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4304940"/>
            <a:ext cx="4542370" cy="240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75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ファイル形式 拡張子の表示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7104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表示　→　拡張子</a:t>
            </a:r>
            <a:r>
              <a:rPr kumimoji="1" lang="ja-JP" altLang="en-US" sz="2400" dirty="0"/>
              <a:t>の表示を「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ON</a:t>
            </a:r>
            <a:r>
              <a:rPr kumimoji="1" lang="ja-JP" altLang="en-US" sz="2400" dirty="0"/>
              <a:t>」にしましょう。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AB21077-6392-4B67-A4B7-EAEE55F67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216781"/>
            <a:ext cx="4156858" cy="4433062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A31FA45-07C5-4503-B34A-1AAB4BDFE447}"/>
              </a:ext>
            </a:extLst>
          </p:cNvPr>
          <p:cNvSpPr/>
          <p:nvPr/>
        </p:nvSpPr>
        <p:spPr>
          <a:xfrm>
            <a:off x="1238552" y="2812247"/>
            <a:ext cx="725715" cy="316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0291AA0-F28F-406E-B10B-BFF50E28F556}"/>
              </a:ext>
            </a:extLst>
          </p:cNvPr>
          <p:cNvSpPr/>
          <p:nvPr/>
        </p:nvSpPr>
        <p:spPr>
          <a:xfrm>
            <a:off x="2241317" y="6170634"/>
            <a:ext cx="1475550" cy="2388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5433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隠しファイルの表示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今後、隠しファイルを削除したりすることが発生します。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隠しファイルの表示</a:t>
            </a:r>
            <a:r>
              <a:rPr lang="ja-JP" altLang="en-US" sz="2400" dirty="0"/>
              <a:t>も「</a:t>
            </a:r>
            <a:r>
              <a:rPr lang="en-US" altLang="ja-JP" sz="2400" b="1" dirty="0">
                <a:solidFill>
                  <a:srgbClr val="FF0000"/>
                </a:solidFill>
              </a:rPr>
              <a:t>ON</a:t>
            </a:r>
            <a:r>
              <a:rPr lang="ja-JP" altLang="en-US" sz="2400" dirty="0"/>
              <a:t>」にしましょう。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5F13652-69E2-41FA-8734-E5B4047FD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5448"/>
            <a:ext cx="3606525" cy="3846162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3198D15-63FB-41E7-A554-803567A8C725}"/>
              </a:ext>
            </a:extLst>
          </p:cNvPr>
          <p:cNvSpPr/>
          <p:nvPr/>
        </p:nvSpPr>
        <p:spPr>
          <a:xfrm>
            <a:off x="1970384" y="5942034"/>
            <a:ext cx="1475550" cy="2388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123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114</Words>
  <Application>Microsoft Office PowerPoint</Application>
  <PresentationFormat>ワイド画面</PresentationFormat>
  <Paragraphs>15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</cp:revision>
  <dcterms:created xsi:type="dcterms:W3CDTF">2024-08-27T02:15:54Z</dcterms:created>
  <dcterms:modified xsi:type="dcterms:W3CDTF">2025-02-28T06:31:47Z</dcterms:modified>
</cp:coreProperties>
</file>