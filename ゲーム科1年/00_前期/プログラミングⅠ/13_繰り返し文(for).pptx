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繰り返し文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52806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繰り返し文にはもう</a:t>
            </a:r>
            <a:r>
              <a:rPr lang="en-US" altLang="ja-JP" sz="2400" dirty="0"/>
              <a:t>1</a:t>
            </a:r>
            <a:r>
              <a:rPr lang="ja-JP" altLang="en-US" sz="2400" dirty="0"/>
              <a:t>種類あります。</a:t>
            </a:r>
            <a:endParaRPr lang="en-US" altLang="ja-JP" sz="2400" dirty="0"/>
          </a:p>
          <a:p>
            <a:r>
              <a:rPr lang="ja-JP" altLang="en-US" sz="2400" dirty="0"/>
              <a:t>以下のプログラムを書きましょう。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0E51407-B603-422D-911D-2B9E242F6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7984690" cy="341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繰り返し文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12437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for</a:t>
            </a:r>
            <a:r>
              <a:rPr lang="ja-JP" altLang="en-US" sz="2400" dirty="0"/>
              <a:t>文は </a:t>
            </a:r>
            <a:r>
              <a:rPr lang="ja-JP" altLang="en-US" sz="2400" b="1" dirty="0">
                <a:solidFill>
                  <a:srgbClr val="FF0000"/>
                </a:solidFill>
              </a:rPr>
              <a:t>①繰り返し前処理、②繰り返し条件、③ループ処理 </a:t>
            </a:r>
            <a:r>
              <a:rPr lang="ja-JP" altLang="en-US" sz="2400" dirty="0"/>
              <a:t>をまとめて書ける</a:t>
            </a:r>
            <a:endParaRPr lang="en-US" altLang="ja-JP" sz="2400" dirty="0"/>
          </a:p>
          <a:p>
            <a:r>
              <a:rPr lang="ja-JP" altLang="en-US" sz="2400" dirty="0"/>
              <a:t>繰り返し文です。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44DA963-CA1A-4BC7-BB84-12AF0E499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9039900" cy="209256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3268035-F91F-437C-BC14-0F6834971C34}"/>
              </a:ext>
            </a:extLst>
          </p:cNvPr>
          <p:cNvSpPr txBox="1"/>
          <p:nvPr/>
        </p:nvSpPr>
        <p:spPr>
          <a:xfrm>
            <a:off x="2557830" y="294804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①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04EA5C6-0F41-4305-89B5-F5787E27D73E}"/>
              </a:ext>
            </a:extLst>
          </p:cNvPr>
          <p:cNvSpPr txBox="1"/>
          <p:nvPr/>
        </p:nvSpPr>
        <p:spPr>
          <a:xfrm>
            <a:off x="5168959" y="294804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②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D99B4C6-8CCD-4D8D-A3D8-DA570F000B3F}"/>
              </a:ext>
            </a:extLst>
          </p:cNvPr>
          <p:cNvSpPr txBox="1"/>
          <p:nvPr/>
        </p:nvSpPr>
        <p:spPr>
          <a:xfrm>
            <a:off x="7648016" y="294804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③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CD2F1BA-05D1-497B-A8B8-BB92D5AC7840}"/>
              </a:ext>
            </a:extLst>
          </p:cNvPr>
          <p:cNvSpPr txBox="1"/>
          <p:nvPr/>
        </p:nvSpPr>
        <p:spPr>
          <a:xfrm>
            <a:off x="567542" y="4337591"/>
            <a:ext cx="69733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</a:t>
            </a:r>
            <a:r>
              <a:rPr lang="ja-JP" altLang="en-US" sz="2400" b="1" dirty="0">
                <a:solidFill>
                  <a:srgbClr val="FF0000"/>
                </a:solidFill>
              </a:rPr>
              <a:t>①が一度だけ処理</a:t>
            </a:r>
            <a:r>
              <a:rPr lang="ja-JP" altLang="en-US" sz="2400" dirty="0"/>
              <a:t>されてその後は、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②　→　</a:t>
            </a:r>
            <a:r>
              <a:rPr lang="en-US" altLang="ja-JP" sz="2400" b="1" dirty="0">
                <a:solidFill>
                  <a:srgbClr val="FF0000"/>
                </a:solidFill>
              </a:rPr>
              <a:t>{</a:t>
            </a:r>
            <a:r>
              <a:rPr lang="ja-JP" altLang="en-US" sz="2400" b="1" dirty="0">
                <a:solidFill>
                  <a:srgbClr val="FF0000"/>
                </a:solidFill>
              </a:rPr>
              <a:t>処理</a:t>
            </a:r>
            <a:r>
              <a:rPr lang="en-US" altLang="ja-JP" sz="2400" b="1" dirty="0">
                <a:solidFill>
                  <a:srgbClr val="FF0000"/>
                </a:solidFill>
              </a:rPr>
              <a:t>}</a:t>
            </a:r>
            <a:r>
              <a:rPr lang="ja-JP" altLang="en-US" sz="2400" b="1" dirty="0">
                <a:solidFill>
                  <a:srgbClr val="FF0000"/>
                </a:solidFill>
              </a:rPr>
              <a:t>　→　③ の繰り返し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58646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64</Words>
  <Application>Microsoft Office PowerPoint</Application>
  <PresentationFormat>ワイド画面</PresentationFormat>
  <Paragraphs>11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36</cp:revision>
  <dcterms:created xsi:type="dcterms:W3CDTF">2024-08-27T02:15:54Z</dcterms:created>
  <dcterms:modified xsi:type="dcterms:W3CDTF">2024-11-14T07:05:24Z</dcterms:modified>
</cp:coreProperties>
</file>