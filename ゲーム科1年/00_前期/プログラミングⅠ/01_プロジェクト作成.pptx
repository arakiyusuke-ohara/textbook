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1" r:id="rId5"/>
    <p:sldId id="259" r:id="rId6"/>
    <p:sldId id="260" r:id="rId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プロジェクトの作成</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189161"/>
            <a:ext cx="9244838" cy="830997"/>
          </a:xfrm>
          <a:prstGeom prst="rect">
            <a:avLst/>
          </a:prstGeom>
          <a:noFill/>
        </p:spPr>
        <p:txBody>
          <a:bodyPr wrap="none" rtlCol="0">
            <a:spAutoFit/>
          </a:bodyPr>
          <a:lstStyle/>
          <a:p>
            <a:r>
              <a:rPr kumimoji="1" lang="ja-JP" altLang="en-US" sz="2400" dirty="0"/>
              <a:t>プログラムによる開発は</a:t>
            </a:r>
            <a:r>
              <a:rPr kumimoji="1" lang="en-US" altLang="ja-JP" sz="2400" b="1" dirty="0">
                <a:solidFill>
                  <a:srgbClr val="FF0000"/>
                </a:solidFill>
              </a:rPr>
              <a:t>Visual Studio</a:t>
            </a:r>
            <a:r>
              <a:rPr kumimoji="1" lang="ja-JP" altLang="en-US" sz="2400" dirty="0"/>
              <a:t>というツールを使います。</a:t>
            </a:r>
            <a:endParaRPr kumimoji="1" lang="en-US" altLang="ja-JP" sz="2400" dirty="0"/>
          </a:p>
          <a:p>
            <a:r>
              <a:rPr lang="ja-JP" altLang="en-US" sz="2400" dirty="0"/>
              <a:t>まずはスタートメニューから</a:t>
            </a:r>
            <a:r>
              <a:rPr lang="en-US" altLang="ja-JP" sz="2400" dirty="0"/>
              <a:t>Visual Studio</a:t>
            </a:r>
            <a:r>
              <a:rPr lang="ja-JP" altLang="en-US" sz="2400" dirty="0"/>
              <a:t>を開きましょう。</a:t>
            </a:r>
            <a:endParaRPr kumimoji="1" lang="en-US" altLang="ja-JP" sz="2400" dirty="0"/>
          </a:p>
        </p:txBody>
      </p:sp>
      <p:pic>
        <p:nvPicPr>
          <p:cNvPr id="3" name="図 2">
            <a:extLst>
              <a:ext uri="{FF2B5EF4-FFF2-40B4-BE49-F238E27FC236}">
                <a16:creationId xmlns:a16="http://schemas.microsoft.com/office/drawing/2014/main" id="{1ADB1114-034A-4582-A005-701EF5EA11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2146699"/>
            <a:ext cx="2899558" cy="4622957"/>
          </a:xfrm>
          <a:prstGeom prst="rect">
            <a:avLst/>
          </a:prstGeom>
        </p:spPr>
      </p:pic>
      <p:sp>
        <p:nvSpPr>
          <p:cNvPr id="5" name="矢印: 右 4">
            <a:extLst>
              <a:ext uri="{FF2B5EF4-FFF2-40B4-BE49-F238E27FC236}">
                <a16:creationId xmlns:a16="http://schemas.microsoft.com/office/drawing/2014/main" id="{34BC9A59-4377-4958-8A66-646188B033F4}"/>
              </a:ext>
            </a:extLst>
          </p:cNvPr>
          <p:cNvSpPr/>
          <p:nvPr/>
        </p:nvSpPr>
        <p:spPr>
          <a:xfrm rot="13825725">
            <a:off x="2019955" y="3260359"/>
            <a:ext cx="625440" cy="564945"/>
          </a:xfrm>
          <a:prstGeom prst="rightArrow">
            <a:avLst/>
          </a:prstGeom>
          <a:solidFill>
            <a:srgbClr val="FF00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8FB29AE1-B810-4033-9714-824EEEB50B3B}"/>
              </a:ext>
            </a:extLst>
          </p:cNvPr>
          <p:cNvSpPr txBox="1"/>
          <p:nvPr/>
        </p:nvSpPr>
        <p:spPr>
          <a:xfrm>
            <a:off x="3810000" y="5907506"/>
            <a:ext cx="6979796" cy="830997"/>
          </a:xfrm>
          <a:prstGeom prst="rect">
            <a:avLst/>
          </a:prstGeom>
          <a:noFill/>
        </p:spPr>
        <p:txBody>
          <a:bodyPr wrap="none" rtlCol="0">
            <a:spAutoFit/>
          </a:bodyPr>
          <a:lstStyle/>
          <a:p>
            <a:r>
              <a:rPr kumimoji="1" lang="ja-JP" altLang="en-US" sz="2400" dirty="0"/>
              <a:t>中央の検索ボックスに</a:t>
            </a:r>
            <a:r>
              <a:rPr kumimoji="1" lang="en-US" altLang="ja-JP" sz="2400" dirty="0"/>
              <a:t>Visual</a:t>
            </a:r>
            <a:r>
              <a:rPr kumimoji="1" lang="ja-JP" altLang="en-US" sz="2400" dirty="0"/>
              <a:t> </a:t>
            </a:r>
            <a:r>
              <a:rPr kumimoji="1" lang="en-US" altLang="ja-JP" sz="2400" dirty="0"/>
              <a:t>Studio</a:t>
            </a:r>
            <a:r>
              <a:rPr kumimoji="1" lang="ja-JP" altLang="en-US" sz="2400" dirty="0"/>
              <a:t>と入力すると</a:t>
            </a:r>
            <a:endParaRPr kumimoji="1" lang="en-US" altLang="ja-JP" sz="2400" dirty="0"/>
          </a:p>
          <a:p>
            <a:r>
              <a:rPr kumimoji="1" lang="ja-JP" altLang="en-US" sz="2400" dirty="0"/>
              <a:t>一番上に表示されます。</a:t>
            </a:r>
            <a:endParaRPr kumimoji="1" lang="en-US" altLang="ja-JP" sz="2400" dirty="0"/>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プロジェクトの作成</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189161"/>
            <a:ext cx="11264622" cy="461665"/>
          </a:xfrm>
          <a:prstGeom prst="rect">
            <a:avLst/>
          </a:prstGeom>
          <a:noFill/>
        </p:spPr>
        <p:txBody>
          <a:bodyPr wrap="none" rtlCol="0">
            <a:spAutoFit/>
          </a:bodyPr>
          <a:lstStyle/>
          <a:p>
            <a:r>
              <a:rPr kumimoji="1" lang="ja-JP" altLang="en-US" sz="2400" dirty="0"/>
              <a:t>このような画面が開きますので、</a:t>
            </a:r>
            <a:r>
              <a:rPr lang="ja-JP" altLang="en-US" sz="2400" b="1" dirty="0">
                <a:solidFill>
                  <a:srgbClr val="FF0000"/>
                </a:solidFill>
              </a:rPr>
              <a:t>新しいプロジェクトの作成</a:t>
            </a:r>
            <a:r>
              <a:rPr lang="ja-JP" altLang="en-US" sz="2400" dirty="0"/>
              <a:t>を選択しましょう。</a:t>
            </a:r>
            <a:endParaRPr kumimoji="1" lang="en-US" altLang="ja-JP" sz="2400" dirty="0"/>
          </a:p>
        </p:txBody>
      </p:sp>
      <p:pic>
        <p:nvPicPr>
          <p:cNvPr id="7" name="図 6">
            <a:extLst>
              <a:ext uri="{FF2B5EF4-FFF2-40B4-BE49-F238E27FC236}">
                <a16:creationId xmlns:a16="http://schemas.microsoft.com/office/drawing/2014/main" id="{455569A6-4862-47BF-BC53-586B5593816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763258"/>
            <a:ext cx="7088860" cy="4711883"/>
          </a:xfrm>
          <a:prstGeom prst="rect">
            <a:avLst/>
          </a:prstGeom>
        </p:spPr>
      </p:pic>
      <p:sp>
        <p:nvSpPr>
          <p:cNvPr id="10" name="矢印: 右 9">
            <a:extLst>
              <a:ext uri="{FF2B5EF4-FFF2-40B4-BE49-F238E27FC236}">
                <a16:creationId xmlns:a16="http://schemas.microsoft.com/office/drawing/2014/main" id="{30646C31-7A10-4BB4-9297-FB230A6BB2D7}"/>
              </a:ext>
            </a:extLst>
          </p:cNvPr>
          <p:cNvSpPr/>
          <p:nvPr/>
        </p:nvSpPr>
        <p:spPr>
          <a:xfrm rot="13825725">
            <a:off x="6490355" y="4682759"/>
            <a:ext cx="625440" cy="564945"/>
          </a:xfrm>
          <a:prstGeom prst="rightArrow">
            <a:avLst/>
          </a:prstGeom>
          <a:solidFill>
            <a:srgbClr val="FF00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9287FA5-6709-45CC-93B2-D87A8AB12804}"/>
              </a:ext>
            </a:extLst>
          </p:cNvPr>
          <p:cNvSpPr txBox="1"/>
          <p:nvPr/>
        </p:nvSpPr>
        <p:spPr>
          <a:xfrm>
            <a:off x="7656402" y="5613367"/>
            <a:ext cx="4535598" cy="861774"/>
          </a:xfrm>
          <a:prstGeom prst="rect">
            <a:avLst/>
          </a:prstGeom>
          <a:noFill/>
        </p:spPr>
        <p:txBody>
          <a:bodyPr wrap="square" rtlCol="0">
            <a:spAutoFit/>
          </a:bodyPr>
          <a:lstStyle/>
          <a:p>
            <a:r>
              <a:rPr kumimoji="1" lang="en-US" altLang="ja-JP" sz="1600" b="1" dirty="0">
                <a:solidFill>
                  <a:srgbClr val="00B050"/>
                </a:solidFill>
              </a:rPr>
              <a:t>MEMO</a:t>
            </a:r>
            <a:r>
              <a:rPr kumimoji="1" lang="ja-JP" altLang="en-US" sz="1600" b="1" dirty="0">
                <a:solidFill>
                  <a:srgbClr val="00B050"/>
                </a:solidFill>
              </a:rPr>
              <a:t>：プロジェクトとは</a:t>
            </a:r>
            <a:endParaRPr kumimoji="1" lang="en-US" altLang="ja-JP" sz="1600" b="1" dirty="0">
              <a:solidFill>
                <a:srgbClr val="00B050"/>
              </a:solidFill>
            </a:endParaRPr>
          </a:p>
          <a:p>
            <a:r>
              <a:rPr lang="ja-JP" altLang="en-US" sz="1600" b="1" dirty="0"/>
              <a:t>プログラムのファイルなど</a:t>
            </a:r>
            <a:r>
              <a:rPr kumimoji="1" lang="ja-JP" altLang="en-US" sz="1600" b="1" dirty="0"/>
              <a:t>必要なファイルを</a:t>
            </a:r>
            <a:endParaRPr kumimoji="1" lang="en-US" altLang="ja-JP" sz="1600" b="1" dirty="0"/>
          </a:p>
          <a:p>
            <a:r>
              <a:rPr kumimoji="1" lang="ja-JP" altLang="en-US" sz="1600" b="1" dirty="0"/>
              <a:t>ひとまとめにする場所のことです</a:t>
            </a:r>
            <a:endParaRPr kumimoji="1" lang="en-US" altLang="ja-JP" sz="1600" b="1" dirty="0"/>
          </a:p>
        </p:txBody>
      </p:sp>
    </p:spTree>
    <p:extLst>
      <p:ext uri="{BB962C8B-B14F-4D97-AF65-F5344CB8AC3E}">
        <p14:creationId xmlns:p14="http://schemas.microsoft.com/office/powerpoint/2010/main" val="214637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プロジェクトの作成</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189161"/>
            <a:ext cx="7473521" cy="461665"/>
          </a:xfrm>
          <a:prstGeom prst="rect">
            <a:avLst/>
          </a:prstGeom>
          <a:noFill/>
        </p:spPr>
        <p:txBody>
          <a:bodyPr wrap="none" rtlCol="0">
            <a:spAutoFit/>
          </a:bodyPr>
          <a:lstStyle/>
          <a:p>
            <a:r>
              <a:rPr kumimoji="1" lang="en-US" altLang="ja-JP" sz="2400" dirty="0"/>
              <a:t>C</a:t>
            </a:r>
            <a:r>
              <a:rPr kumimoji="1" lang="ja-JP" altLang="en-US" sz="2400" dirty="0"/>
              <a:t>言語の授業の時は</a:t>
            </a:r>
            <a:r>
              <a:rPr kumimoji="1" lang="ja-JP" altLang="en-US" sz="2400" b="1" dirty="0">
                <a:solidFill>
                  <a:srgbClr val="FF0000"/>
                </a:solidFill>
              </a:rPr>
              <a:t>空のプロジェクト</a:t>
            </a:r>
            <a:r>
              <a:rPr kumimoji="1" lang="ja-JP" altLang="en-US" sz="2400" dirty="0"/>
              <a:t>を選択します。</a:t>
            </a:r>
            <a:endParaRPr kumimoji="1" lang="en-US" altLang="ja-JP" sz="2400" dirty="0"/>
          </a:p>
        </p:txBody>
      </p:sp>
      <p:pic>
        <p:nvPicPr>
          <p:cNvPr id="3" name="図 2">
            <a:extLst>
              <a:ext uri="{FF2B5EF4-FFF2-40B4-BE49-F238E27FC236}">
                <a16:creationId xmlns:a16="http://schemas.microsoft.com/office/drawing/2014/main" id="{3B137C24-D8FB-4015-8293-99764229B0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3" y="1763258"/>
            <a:ext cx="5376058" cy="3607127"/>
          </a:xfrm>
          <a:prstGeom prst="rect">
            <a:avLst/>
          </a:prstGeom>
        </p:spPr>
      </p:pic>
      <p:sp>
        <p:nvSpPr>
          <p:cNvPr id="9" name="矢印: 右 8">
            <a:extLst>
              <a:ext uri="{FF2B5EF4-FFF2-40B4-BE49-F238E27FC236}">
                <a16:creationId xmlns:a16="http://schemas.microsoft.com/office/drawing/2014/main" id="{16831F2D-6C50-4B5B-94C0-FA5EDCDB0DCD}"/>
              </a:ext>
            </a:extLst>
          </p:cNvPr>
          <p:cNvSpPr/>
          <p:nvPr/>
        </p:nvSpPr>
        <p:spPr>
          <a:xfrm rot="13825725">
            <a:off x="3502526" y="2568733"/>
            <a:ext cx="625440" cy="564945"/>
          </a:xfrm>
          <a:prstGeom prst="rightArrow">
            <a:avLst/>
          </a:prstGeom>
          <a:solidFill>
            <a:srgbClr val="FF00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5BF13FDB-FDF6-40B9-AE11-1DE27D81F86C}"/>
              </a:ext>
            </a:extLst>
          </p:cNvPr>
          <p:cNvSpPr txBox="1"/>
          <p:nvPr/>
        </p:nvSpPr>
        <p:spPr>
          <a:xfrm>
            <a:off x="567542" y="5668839"/>
            <a:ext cx="7263527" cy="461665"/>
          </a:xfrm>
          <a:prstGeom prst="rect">
            <a:avLst/>
          </a:prstGeom>
          <a:noFill/>
        </p:spPr>
        <p:txBody>
          <a:bodyPr wrap="none" rtlCol="0">
            <a:spAutoFit/>
          </a:bodyPr>
          <a:lstStyle/>
          <a:p>
            <a:r>
              <a:rPr kumimoji="1" lang="en-US" altLang="ja-JP" sz="2400" b="1" dirty="0">
                <a:solidFill>
                  <a:srgbClr val="FF0000"/>
                </a:solidFill>
              </a:rPr>
              <a:t>※</a:t>
            </a:r>
            <a:r>
              <a:rPr kumimoji="1" lang="ja-JP" altLang="en-US" sz="2400" b="1" dirty="0">
                <a:solidFill>
                  <a:srgbClr val="FF0000"/>
                </a:solidFill>
              </a:rPr>
              <a:t>ゲーム制作の場合はまた違うものになります！！</a:t>
            </a:r>
            <a:endParaRPr kumimoji="1" lang="en-US" altLang="ja-JP" sz="2400" b="1" dirty="0">
              <a:solidFill>
                <a:srgbClr val="FF0000"/>
              </a:solidFill>
            </a:endParaRPr>
          </a:p>
        </p:txBody>
      </p:sp>
    </p:spTree>
    <p:extLst>
      <p:ext uri="{BB962C8B-B14F-4D97-AF65-F5344CB8AC3E}">
        <p14:creationId xmlns:p14="http://schemas.microsoft.com/office/powerpoint/2010/main" val="28132067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プロジェクトの作成</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189161"/>
            <a:ext cx="10649069" cy="461665"/>
          </a:xfrm>
          <a:prstGeom prst="rect">
            <a:avLst/>
          </a:prstGeom>
          <a:noFill/>
        </p:spPr>
        <p:txBody>
          <a:bodyPr wrap="none" rtlCol="0">
            <a:spAutoFit/>
          </a:bodyPr>
          <a:lstStyle/>
          <a:p>
            <a:r>
              <a:rPr kumimoji="1" lang="ja-JP" altLang="en-US" sz="2400" dirty="0"/>
              <a:t>プロジェクト名と保存場所とチェックボックスを設定して作成しましょう。</a:t>
            </a:r>
            <a:endParaRPr kumimoji="1" lang="en-US" altLang="ja-JP" sz="2400" dirty="0"/>
          </a:p>
        </p:txBody>
      </p:sp>
      <p:sp>
        <p:nvSpPr>
          <p:cNvPr id="12" name="テキスト ボックス 11">
            <a:extLst>
              <a:ext uri="{FF2B5EF4-FFF2-40B4-BE49-F238E27FC236}">
                <a16:creationId xmlns:a16="http://schemas.microsoft.com/office/drawing/2014/main" id="{5BF13FDB-FDF6-40B9-AE11-1DE27D81F86C}"/>
              </a:ext>
            </a:extLst>
          </p:cNvPr>
          <p:cNvSpPr txBox="1"/>
          <p:nvPr/>
        </p:nvSpPr>
        <p:spPr>
          <a:xfrm>
            <a:off x="567542" y="5668839"/>
            <a:ext cx="6647974" cy="461665"/>
          </a:xfrm>
          <a:prstGeom prst="rect">
            <a:avLst/>
          </a:prstGeom>
          <a:noFill/>
        </p:spPr>
        <p:txBody>
          <a:bodyPr wrap="none" rtlCol="0">
            <a:spAutoFit/>
          </a:bodyPr>
          <a:lstStyle/>
          <a:p>
            <a:r>
              <a:rPr kumimoji="1" lang="en-US" altLang="ja-JP" sz="2400" b="1" dirty="0">
                <a:solidFill>
                  <a:srgbClr val="FF0000"/>
                </a:solidFill>
              </a:rPr>
              <a:t>※</a:t>
            </a:r>
            <a:r>
              <a:rPr kumimoji="1" lang="ja-JP" altLang="en-US" sz="2400" b="1" dirty="0">
                <a:solidFill>
                  <a:srgbClr val="FF0000"/>
                </a:solidFill>
              </a:rPr>
              <a:t>必ず自分のわかる場所に保存しましょう！！</a:t>
            </a:r>
            <a:endParaRPr kumimoji="1" lang="en-US" altLang="ja-JP" sz="2400" b="1" dirty="0">
              <a:solidFill>
                <a:srgbClr val="FF0000"/>
              </a:solidFill>
            </a:endParaRPr>
          </a:p>
        </p:txBody>
      </p:sp>
      <p:pic>
        <p:nvPicPr>
          <p:cNvPr id="5" name="図 4">
            <a:extLst>
              <a:ext uri="{FF2B5EF4-FFF2-40B4-BE49-F238E27FC236}">
                <a16:creationId xmlns:a16="http://schemas.microsoft.com/office/drawing/2014/main" id="{1817086F-2FBE-487B-8946-AEE94B63E7E1}"/>
              </a:ext>
            </a:extLst>
          </p:cNvPr>
          <p:cNvPicPr>
            <a:picLocks noChangeAspect="1"/>
          </p:cNvPicPr>
          <p:nvPr/>
        </p:nvPicPr>
        <p:blipFill>
          <a:blip r:embed="rId2"/>
          <a:stretch>
            <a:fillRect/>
          </a:stretch>
        </p:blipFill>
        <p:spPr>
          <a:xfrm>
            <a:off x="567542" y="1763258"/>
            <a:ext cx="5654582" cy="3733511"/>
          </a:xfrm>
          <a:prstGeom prst="rect">
            <a:avLst/>
          </a:prstGeom>
        </p:spPr>
      </p:pic>
      <p:sp>
        <p:nvSpPr>
          <p:cNvPr id="7" name="正方形/長方形 6">
            <a:extLst>
              <a:ext uri="{FF2B5EF4-FFF2-40B4-BE49-F238E27FC236}">
                <a16:creationId xmlns:a16="http://schemas.microsoft.com/office/drawing/2014/main" id="{9848097C-6BB8-437C-8CA1-BD15CC70B42E}"/>
              </a:ext>
            </a:extLst>
          </p:cNvPr>
          <p:cNvSpPr/>
          <p:nvPr/>
        </p:nvSpPr>
        <p:spPr>
          <a:xfrm>
            <a:off x="567542" y="2370667"/>
            <a:ext cx="3792791" cy="804333"/>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矢印: 下 7">
            <a:extLst>
              <a:ext uri="{FF2B5EF4-FFF2-40B4-BE49-F238E27FC236}">
                <a16:creationId xmlns:a16="http://schemas.microsoft.com/office/drawing/2014/main" id="{5B00A26E-64C2-4855-86DC-D003FBB97127}"/>
              </a:ext>
            </a:extLst>
          </p:cNvPr>
          <p:cNvSpPr/>
          <p:nvPr/>
        </p:nvSpPr>
        <p:spPr>
          <a:xfrm rot="8053911">
            <a:off x="745435" y="3592897"/>
            <a:ext cx="448734" cy="685951"/>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107887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プロジェクトの作成</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189161"/>
            <a:ext cx="4801314" cy="461665"/>
          </a:xfrm>
          <a:prstGeom prst="rect">
            <a:avLst/>
          </a:prstGeom>
          <a:noFill/>
        </p:spPr>
        <p:txBody>
          <a:bodyPr wrap="none" rtlCol="0">
            <a:spAutoFit/>
          </a:bodyPr>
          <a:lstStyle/>
          <a:p>
            <a:r>
              <a:rPr kumimoji="1" lang="ja-JP" altLang="en-US" sz="2400" dirty="0"/>
              <a:t>空のプロジェクトができました！</a:t>
            </a:r>
            <a:endParaRPr kumimoji="1" lang="en-US" altLang="ja-JP" sz="2400" dirty="0"/>
          </a:p>
        </p:txBody>
      </p:sp>
      <p:pic>
        <p:nvPicPr>
          <p:cNvPr id="8" name="図 7">
            <a:extLst>
              <a:ext uri="{FF2B5EF4-FFF2-40B4-BE49-F238E27FC236}">
                <a16:creationId xmlns:a16="http://schemas.microsoft.com/office/drawing/2014/main" id="{82D293F7-D416-499E-8E7D-EB3E0C64EF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763258"/>
            <a:ext cx="8587536" cy="4830489"/>
          </a:xfrm>
          <a:prstGeom prst="rect">
            <a:avLst/>
          </a:prstGeom>
        </p:spPr>
      </p:pic>
    </p:spTree>
    <p:extLst>
      <p:ext uri="{BB962C8B-B14F-4D97-AF65-F5344CB8AC3E}">
        <p14:creationId xmlns:p14="http://schemas.microsoft.com/office/powerpoint/2010/main" val="961970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プロジェクトの作成</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189161"/>
            <a:ext cx="8186857" cy="461665"/>
          </a:xfrm>
          <a:prstGeom prst="rect">
            <a:avLst/>
          </a:prstGeom>
          <a:noFill/>
        </p:spPr>
        <p:txBody>
          <a:bodyPr wrap="none" rtlCol="0">
            <a:spAutoFit/>
          </a:bodyPr>
          <a:lstStyle/>
          <a:p>
            <a:r>
              <a:rPr kumimoji="1" lang="ja-JP" altLang="en-US" sz="2400" dirty="0"/>
              <a:t>最後に、左側の３つのフィルタは不要なので削除します。</a:t>
            </a:r>
            <a:endParaRPr kumimoji="1" lang="en-US" altLang="ja-JP" sz="2400" dirty="0"/>
          </a:p>
        </p:txBody>
      </p:sp>
      <p:pic>
        <p:nvPicPr>
          <p:cNvPr id="3" name="図 2">
            <a:extLst>
              <a:ext uri="{FF2B5EF4-FFF2-40B4-BE49-F238E27FC236}">
                <a16:creationId xmlns:a16="http://schemas.microsoft.com/office/drawing/2014/main" id="{AC2C0023-A3EE-49E9-82DB-B47C5CD358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763258"/>
            <a:ext cx="6188858" cy="4445934"/>
          </a:xfrm>
          <a:prstGeom prst="rect">
            <a:avLst/>
          </a:prstGeom>
        </p:spPr>
      </p:pic>
      <p:sp>
        <p:nvSpPr>
          <p:cNvPr id="5" name="正方形/長方形 4">
            <a:extLst>
              <a:ext uri="{FF2B5EF4-FFF2-40B4-BE49-F238E27FC236}">
                <a16:creationId xmlns:a16="http://schemas.microsoft.com/office/drawing/2014/main" id="{8082D899-3F53-4A8E-B133-D8647AE001BF}"/>
              </a:ext>
            </a:extLst>
          </p:cNvPr>
          <p:cNvSpPr/>
          <p:nvPr/>
        </p:nvSpPr>
        <p:spPr>
          <a:xfrm>
            <a:off x="1282700" y="3962400"/>
            <a:ext cx="1701800" cy="8636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02345FBA-BDDA-4C68-B5FB-DB322DA3059C}"/>
              </a:ext>
            </a:extLst>
          </p:cNvPr>
          <p:cNvSpPr txBox="1"/>
          <p:nvPr/>
        </p:nvSpPr>
        <p:spPr>
          <a:xfrm>
            <a:off x="1706315" y="4938432"/>
            <a:ext cx="2954655" cy="461665"/>
          </a:xfrm>
          <a:prstGeom prst="rect">
            <a:avLst/>
          </a:prstGeom>
          <a:solidFill>
            <a:schemeClr val="bg1"/>
          </a:solidFill>
          <a:ln>
            <a:solidFill>
              <a:schemeClr val="tx1"/>
            </a:solidFill>
          </a:ln>
        </p:spPr>
        <p:txBody>
          <a:bodyPr wrap="none" rtlCol="0">
            <a:spAutoFit/>
          </a:bodyPr>
          <a:lstStyle/>
          <a:p>
            <a:r>
              <a:rPr kumimoji="1" lang="ja-JP" altLang="en-US" sz="2400" dirty="0">
                <a:solidFill>
                  <a:srgbClr val="FF0000"/>
                </a:solidFill>
              </a:rPr>
              <a:t>右クリックして削除</a:t>
            </a:r>
            <a:endParaRPr kumimoji="1" lang="en-US" altLang="ja-JP" sz="2400" dirty="0">
              <a:solidFill>
                <a:srgbClr val="FF0000"/>
              </a:solidFill>
            </a:endParaRPr>
          </a:p>
        </p:txBody>
      </p:sp>
    </p:spTree>
    <p:extLst>
      <p:ext uri="{BB962C8B-B14F-4D97-AF65-F5344CB8AC3E}">
        <p14:creationId xmlns:p14="http://schemas.microsoft.com/office/powerpoint/2010/main" val="95102767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TotalTime>
  <Words>166</Words>
  <Application>Microsoft Office PowerPoint</Application>
  <PresentationFormat>ワイド画面</PresentationFormat>
  <Paragraphs>21</Paragraphs>
  <Slides>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9</cp:revision>
  <dcterms:created xsi:type="dcterms:W3CDTF">2024-08-27T02:15:54Z</dcterms:created>
  <dcterms:modified xsi:type="dcterms:W3CDTF">2025-04-09T03:11:14Z</dcterms:modified>
</cp:coreProperties>
</file>