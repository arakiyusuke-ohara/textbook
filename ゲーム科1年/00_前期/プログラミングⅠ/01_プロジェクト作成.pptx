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2025/2/28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2025/2/28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2025/2/28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2025/2/28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プロジェクトの作成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189161"/>
            <a:ext cx="924483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プログラムによる開発は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Visual Studio</a:t>
            </a:r>
            <a:r>
              <a:rPr kumimoji="1" lang="ja-JP" altLang="en-US" sz="2400" dirty="0"/>
              <a:t>というツールを使います。</a:t>
            </a:r>
            <a:endParaRPr kumimoji="1" lang="en-US" altLang="ja-JP" sz="2400" dirty="0"/>
          </a:p>
          <a:p>
            <a:r>
              <a:rPr lang="ja-JP" altLang="en-US" sz="2400" dirty="0"/>
              <a:t>まずはスタートメニューから</a:t>
            </a:r>
            <a:r>
              <a:rPr lang="en-US" altLang="ja-JP" sz="2400" dirty="0"/>
              <a:t>Visual Studio</a:t>
            </a:r>
            <a:r>
              <a:rPr lang="ja-JP" altLang="en-US" sz="2400" dirty="0"/>
              <a:t>を開きましょう。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1ADB1114-034A-4582-A005-701EF5EA11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2146699"/>
            <a:ext cx="2899558" cy="4622957"/>
          </a:xfrm>
          <a:prstGeom prst="rect">
            <a:avLst/>
          </a:prstGeom>
        </p:spPr>
      </p:pic>
      <p:sp>
        <p:nvSpPr>
          <p:cNvPr id="5" name="矢印: 右 4">
            <a:extLst>
              <a:ext uri="{FF2B5EF4-FFF2-40B4-BE49-F238E27FC236}">
                <a16:creationId xmlns:a16="http://schemas.microsoft.com/office/drawing/2014/main" id="{34BC9A59-4377-4958-8A66-646188B033F4}"/>
              </a:ext>
            </a:extLst>
          </p:cNvPr>
          <p:cNvSpPr/>
          <p:nvPr/>
        </p:nvSpPr>
        <p:spPr>
          <a:xfrm rot="13825725">
            <a:off x="2019955" y="3260359"/>
            <a:ext cx="625440" cy="564945"/>
          </a:xfrm>
          <a:prstGeom prst="rightArrow">
            <a:avLst/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FB29AE1-B810-4033-9714-824EEEB50B3B}"/>
              </a:ext>
            </a:extLst>
          </p:cNvPr>
          <p:cNvSpPr txBox="1"/>
          <p:nvPr/>
        </p:nvSpPr>
        <p:spPr>
          <a:xfrm>
            <a:off x="3810000" y="5907506"/>
            <a:ext cx="697979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中央の検索ボックスに</a:t>
            </a:r>
            <a:r>
              <a:rPr kumimoji="1" lang="en-US" altLang="ja-JP" sz="2400" dirty="0"/>
              <a:t>Visual</a:t>
            </a:r>
            <a:r>
              <a:rPr kumimoji="1" lang="ja-JP" altLang="en-US" sz="2400" dirty="0"/>
              <a:t> </a:t>
            </a:r>
            <a:r>
              <a:rPr kumimoji="1" lang="en-US" altLang="ja-JP" sz="2400" dirty="0"/>
              <a:t>Studio</a:t>
            </a:r>
            <a:r>
              <a:rPr kumimoji="1" lang="ja-JP" altLang="en-US" sz="2400" dirty="0"/>
              <a:t>と入力すると</a:t>
            </a:r>
            <a:endParaRPr kumimoji="1" lang="en-US" altLang="ja-JP" sz="2400" dirty="0"/>
          </a:p>
          <a:p>
            <a:r>
              <a:rPr kumimoji="1" lang="ja-JP" altLang="en-US" sz="2400" dirty="0"/>
              <a:t>一番上に表示されます。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プロジェクトの作成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189161"/>
            <a:ext cx="112646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このような画面が開きますので、</a:t>
            </a:r>
            <a:r>
              <a:rPr lang="ja-JP" altLang="en-US" sz="2400" b="1" dirty="0">
                <a:solidFill>
                  <a:srgbClr val="FF0000"/>
                </a:solidFill>
              </a:rPr>
              <a:t>新しいプロジェクトの作成</a:t>
            </a:r>
            <a:r>
              <a:rPr lang="ja-JP" altLang="en-US" sz="2400" dirty="0"/>
              <a:t>を選択しましょう。</a:t>
            </a:r>
            <a:endParaRPr kumimoji="1" lang="en-US" altLang="ja-JP" sz="2400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455569A6-4862-47BF-BC53-586B559381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1763258"/>
            <a:ext cx="7088860" cy="4711883"/>
          </a:xfrm>
          <a:prstGeom prst="rect">
            <a:avLst/>
          </a:prstGeom>
        </p:spPr>
      </p:pic>
      <p:sp>
        <p:nvSpPr>
          <p:cNvPr id="10" name="矢印: 右 9">
            <a:extLst>
              <a:ext uri="{FF2B5EF4-FFF2-40B4-BE49-F238E27FC236}">
                <a16:creationId xmlns:a16="http://schemas.microsoft.com/office/drawing/2014/main" id="{30646C31-7A10-4BB4-9297-FB230A6BB2D7}"/>
              </a:ext>
            </a:extLst>
          </p:cNvPr>
          <p:cNvSpPr/>
          <p:nvPr/>
        </p:nvSpPr>
        <p:spPr>
          <a:xfrm rot="13825725">
            <a:off x="6490355" y="4682759"/>
            <a:ext cx="625440" cy="564945"/>
          </a:xfrm>
          <a:prstGeom prst="rightArrow">
            <a:avLst/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49287FA5-6709-45CC-93B2-D87A8AB12804}"/>
              </a:ext>
            </a:extLst>
          </p:cNvPr>
          <p:cNvSpPr txBox="1"/>
          <p:nvPr/>
        </p:nvSpPr>
        <p:spPr>
          <a:xfrm>
            <a:off x="7656402" y="5613367"/>
            <a:ext cx="453559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600" b="1" dirty="0">
                <a:solidFill>
                  <a:srgbClr val="00B050"/>
                </a:solidFill>
              </a:rPr>
              <a:t>MEMO</a:t>
            </a:r>
            <a:r>
              <a:rPr kumimoji="1" lang="ja-JP" altLang="en-US" sz="1600" b="1" dirty="0">
                <a:solidFill>
                  <a:srgbClr val="00B050"/>
                </a:solidFill>
              </a:rPr>
              <a:t>：プロジェクトとは</a:t>
            </a:r>
            <a:endParaRPr kumimoji="1" lang="en-US" altLang="ja-JP" sz="1600" b="1" dirty="0">
              <a:solidFill>
                <a:srgbClr val="00B050"/>
              </a:solidFill>
            </a:endParaRPr>
          </a:p>
          <a:p>
            <a:r>
              <a:rPr lang="ja-JP" altLang="en-US" sz="1600" b="1" dirty="0"/>
              <a:t>プログラムのファイルなど</a:t>
            </a:r>
            <a:r>
              <a:rPr kumimoji="1" lang="ja-JP" altLang="en-US" sz="1600" b="1" dirty="0"/>
              <a:t>必要なファイルを</a:t>
            </a:r>
            <a:endParaRPr kumimoji="1" lang="en-US" altLang="ja-JP" sz="1600" b="1" dirty="0"/>
          </a:p>
          <a:p>
            <a:r>
              <a:rPr kumimoji="1" lang="ja-JP" altLang="en-US" sz="1600" b="1" dirty="0"/>
              <a:t>ひとまとめにする場所のことです</a:t>
            </a:r>
            <a:endParaRPr kumimoji="1" lang="en-US" altLang="ja-JP" sz="1600" b="1" dirty="0"/>
          </a:p>
        </p:txBody>
      </p:sp>
    </p:spTree>
    <p:extLst>
      <p:ext uri="{BB962C8B-B14F-4D97-AF65-F5344CB8AC3E}">
        <p14:creationId xmlns:p14="http://schemas.microsoft.com/office/powerpoint/2010/main" val="2146373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プロジェクトの作成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189161"/>
            <a:ext cx="74735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C</a:t>
            </a:r>
            <a:r>
              <a:rPr kumimoji="1" lang="ja-JP" altLang="en-US" sz="2400" dirty="0"/>
              <a:t>言語の授業の時は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空のプロジェクト</a:t>
            </a:r>
            <a:r>
              <a:rPr kumimoji="1" lang="ja-JP" altLang="en-US" sz="2400" dirty="0"/>
              <a:t>を選択します。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3B137C24-D8FB-4015-8293-99764229B0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3" y="1763258"/>
            <a:ext cx="5376058" cy="3607127"/>
          </a:xfrm>
          <a:prstGeom prst="rect">
            <a:avLst/>
          </a:prstGeom>
        </p:spPr>
      </p:pic>
      <p:sp>
        <p:nvSpPr>
          <p:cNvPr id="9" name="矢印: 右 8">
            <a:extLst>
              <a:ext uri="{FF2B5EF4-FFF2-40B4-BE49-F238E27FC236}">
                <a16:creationId xmlns:a16="http://schemas.microsoft.com/office/drawing/2014/main" id="{16831F2D-6C50-4B5B-94C0-FA5EDCDB0DCD}"/>
              </a:ext>
            </a:extLst>
          </p:cNvPr>
          <p:cNvSpPr/>
          <p:nvPr/>
        </p:nvSpPr>
        <p:spPr>
          <a:xfrm rot="13825725">
            <a:off x="3502526" y="2568733"/>
            <a:ext cx="625440" cy="564945"/>
          </a:xfrm>
          <a:prstGeom prst="rightArrow">
            <a:avLst/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5BF13FDB-FDF6-40B9-AE11-1DE27D81F86C}"/>
              </a:ext>
            </a:extLst>
          </p:cNvPr>
          <p:cNvSpPr txBox="1"/>
          <p:nvPr/>
        </p:nvSpPr>
        <p:spPr>
          <a:xfrm>
            <a:off x="567542" y="5668839"/>
            <a:ext cx="72635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rgbClr val="FF0000"/>
                </a:solidFill>
              </a:rPr>
              <a:t>※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ゲーム制作の場合はまた違うものになります！！</a:t>
            </a:r>
            <a:endParaRPr kumimoji="1" lang="en-US" altLang="ja-JP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32067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プロジェクトの作成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189161"/>
            <a:ext cx="48013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空のプロジェクトができました！</a:t>
            </a:r>
            <a:endParaRPr kumimoji="1" lang="en-US" altLang="ja-JP" sz="2400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82D293F7-D416-499E-8E7D-EB3E0C64EF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1763258"/>
            <a:ext cx="8587536" cy="4830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19707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プロジェクトの作成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189161"/>
            <a:ext cx="81868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最後に、左側の３つのフィルタは不要なので削除します。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AC2C0023-A3EE-49E9-82DB-B47C5CD358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1763258"/>
            <a:ext cx="6188858" cy="4445934"/>
          </a:xfrm>
          <a:prstGeom prst="rect">
            <a:avLst/>
          </a:prstGeom>
        </p:spPr>
      </p:pic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8082D899-3F53-4A8E-B133-D8647AE001BF}"/>
              </a:ext>
            </a:extLst>
          </p:cNvPr>
          <p:cNvSpPr/>
          <p:nvPr/>
        </p:nvSpPr>
        <p:spPr>
          <a:xfrm>
            <a:off x="1282700" y="3962400"/>
            <a:ext cx="1701800" cy="8636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02345FBA-BDDA-4C68-B5FB-DB322DA3059C}"/>
              </a:ext>
            </a:extLst>
          </p:cNvPr>
          <p:cNvSpPr txBox="1"/>
          <p:nvPr/>
        </p:nvSpPr>
        <p:spPr>
          <a:xfrm>
            <a:off x="1706315" y="4938432"/>
            <a:ext cx="2954655" cy="4616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 sz="2400" dirty="0">
                <a:solidFill>
                  <a:srgbClr val="FF0000"/>
                </a:solidFill>
              </a:rPr>
              <a:t>右クリックして削除</a:t>
            </a:r>
            <a:endParaRPr kumimoji="1" lang="en-US" altLang="ja-JP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10276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140</Words>
  <Application>Microsoft Office PowerPoint</Application>
  <PresentationFormat>ワイド画面</PresentationFormat>
  <Paragraphs>18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9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荒木 優介</cp:lastModifiedBy>
  <cp:revision>8</cp:revision>
  <dcterms:created xsi:type="dcterms:W3CDTF">2024-08-27T02:15:54Z</dcterms:created>
  <dcterms:modified xsi:type="dcterms:W3CDTF">2025-02-28T06:33:35Z</dcterms:modified>
</cp:coreProperties>
</file>