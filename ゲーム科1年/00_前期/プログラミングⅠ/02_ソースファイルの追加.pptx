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10033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プログラムを書き込むファイル</a:t>
            </a:r>
            <a:r>
              <a:rPr kumimoji="1" lang="ja-JP" altLang="en-US" sz="2400" dirty="0"/>
              <a:t>のことを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ソースファイル</a:t>
            </a:r>
            <a:r>
              <a:rPr kumimoji="1" lang="ja-JP" altLang="en-US" sz="2400" dirty="0"/>
              <a:t>と言います。</a:t>
            </a:r>
            <a:endParaRPr kumimoji="1" lang="en-US" altLang="ja-JP" sz="2400" dirty="0"/>
          </a:p>
          <a:p>
            <a:r>
              <a:rPr lang="ja-JP" altLang="en-US" sz="2400" dirty="0"/>
              <a:t>まずはソースファイルをプロジェクトに追加します。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まずは前回作成したプロジェクトをエクスプローラーで開きましょう。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06796B3-1F54-4A6D-93E0-7A4E7C302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871253"/>
            <a:ext cx="6303159" cy="264288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F7E8F4-0130-4785-9124-9287405C7103}"/>
              </a:ext>
            </a:extLst>
          </p:cNvPr>
          <p:cNvSpPr txBox="1"/>
          <p:nvPr/>
        </p:nvSpPr>
        <p:spPr>
          <a:xfrm>
            <a:off x="567541" y="5904381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こんな感じになっているはず。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まずはソースファイルを保存するフォルダを作成します。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Source</a:t>
            </a:r>
            <a:r>
              <a:rPr lang="ja-JP" altLang="en-US" sz="2400" dirty="0"/>
              <a:t>」という名前のフォルダを追加しましょう。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CE38DC-8CDB-42BA-A3D8-2BEC211D7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32589"/>
            <a:ext cx="8011135" cy="270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4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Source</a:t>
            </a:r>
            <a:r>
              <a:rPr kumimoji="1" lang="ja-JP" altLang="en-US" sz="2400" dirty="0"/>
              <a:t>フォルダの中に移動し、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右クリック　→　新規作成　→　テキストドキュメント</a:t>
            </a:r>
            <a:r>
              <a:rPr lang="ja-JP" altLang="en-US" sz="2400" dirty="0"/>
              <a:t>を選択し、</a:t>
            </a:r>
            <a:endParaRPr lang="en-US" altLang="ja-JP" sz="2400" dirty="0"/>
          </a:p>
          <a:p>
            <a:r>
              <a:rPr lang="ja-JP" altLang="en-US" sz="2400" dirty="0"/>
              <a:t>テキストファイルを追加します。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ED83BD-CEBE-4432-AD49-C48BE5805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468202"/>
            <a:ext cx="4194958" cy="3864586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785A1CF-8F57-4D18-8819-3FC12761CD8A}"/>
              </a:ext>
            </a:extLst>
          </p:cNvPr>
          <p:cNvSpPr/>
          <p:nvPr/>
        </p:nvSpPr>
        <p:spPr>
          <a:xfrm rot="13557833">
            <a:off x="3669502" y="6192071"/>
            <a:ext cx="511717" cy="431800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51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104166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追加されたファイルの名前を「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」に変更します。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Main.cpp</a:t>
            </a:r>
            <a:r>
              <a:rPr kumimoji="1" lang="ja-JP" altLang="en-US" sz="2400" dirty="0"/>
              <a:t>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プログラムのスタート地点によく使われるファイル名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3C1470-3ED9-4DDB-99E7-31B19E86A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32590"/>
            <a:ext cx="9837197" cy="194411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7DF7D9-6E78-4005-BC3C-091AF25A31B9}"/>
              </a:ext>
            </a:extLst>
          </p:cNvPr>
          <p:cNvSpPr txBox="1"/>
          <p:nvPr/>
        </p:nvSpPr>
        <p:spPr>
          <a:xfrm>
            <a:off x="567542" y="4189132"/>
            <a:ext cx="7398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ファイルの追加は以上ですが、</a:t>
            </a:r>
            <a:endParaRPr kumimoji="1" lang="en-US" altLang="ja-JP" sz="2400" dirty="0"/>
          </a:p>
          <a:p>
            <a:r>
              <a:rPr lang="ja-JP" altLang="en-US" sz="2400" dirty="0"/>
              <a:t>この後</a:t>
            </a:r>
            <a:r>
              <a:rPr lang="en-US" altLang="ja-JP" sz="2400" b="1" dirty="0">
                <a:solidFill>
                  <a:srgbClr val="FF0000"/>
                </a:solidFill>
              </a:rPr>
              <a:t>Visual Studio</a:t>
            </a:r>
            <a:r>
              <a:rPr lang="ja-JP" altLang="en-US" sz="2400" b="1" dirty="0">
                <a:solidFill>
                  <a:srgbClr val="FF0000"/>
                </a:solidFill>
              </a:rPr>
              <a:t>側への追加も必要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続いて</a:t>
            </a:r>
            <a:r>
              <a:rPr lang="en-US" altLang="ja-JP" sz="2400" dirty="0"/>
              <a:t>Visual Studio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7909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82109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ソリューションファイル（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.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sln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r>
              <a:rPr kumimoji="1" lang="ja-JP" altLang="en-US" sz="2400" dirty="0"/>
              <a:t>を開くと、</a:t>
            </a:r>
            <a:endParaRPr kumimoji="1" lang="en-US" altLang="ja-JP" sz="2400" dirty="0"/>
          </a:p>
          <a:p>
            <a:r>
              <a:rPr lang="ja-JP" altLang="en-US" sz="2400" dirty="0"/>
              <a:t>そのプロジェクトを</a:t>
            </a:r>
            <a:r>
              <a:rPr lang="en-US" altLang="ja-JP" sz="2400" dirty="0"/>
              <a:t>Visual Studio</a:t>
            </a:r>
            <a:r>
              <a:rPr lang="ja-JP" altLang="en-US" sz="2400" dirty="0"/>
              <a:t>で開くことができます。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7609818-0DF6-4BD3-81BB-812485CAD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32590"/>
            <a:ext cx="9466111" cy="3049010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9E094B66-67A4-4957-95F7-6FD8174F3053}"/>
              </a:ext>
            </a:extLst>
          </p:cNvPr>
          <p:cNvSpPr/>
          <p:nvPr/>
        </p:nvSpPr>
        <p:spPr>
          <a:xfrm rot="13557833">
            <a:off x="2005802" y="3775206"/>
            <a:ext cx="511717" cy="431800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D167A6-5438-4D31-96DB-C1C2F251FDD9}"/>
              </a:ext>
            </a:extLst>
          </p:cNvPr>
          <p:cNvSpPr txBox="1"/>
          <p:nvPr/>
        </p:nvSpPr>
        <p:spPr>
          <a:xfrm>
            <a:off x="567541" y="5294032"/>
            <a:ext cx="6713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Source</a:t>
            </a:r>
            <a:r>
              <a:rPr kumimoji="1" lang="ja-JP" altLang="en-US" sz="2400" dirty="0"/>
              <a:t>フォルダを作った場所にあるはずです。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3111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Visual Studio</a:t>
            </a:r>
            <a:r>
              <a:rPr kumimoji="1" lang="ja-JP" altLang="en-US" sz="2400" dirty="0"/>
              <a:t>を開いたら、</a:t>
            </a:r>
            <a:endParaRPr kumimoji="1" lang="en-US" altLang="ja-JP" sz="2400" dirty="0"/>
          </a:p>
          <a:p>
            <a:r>
              <a:rPr lang="ja-JP" altLang="en-US" sz="2400" dirty="0"/>
              <a:t>左側のソリューションエクスプローラーから、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プロジェクト名のアイコンを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右クリックし、追加　→　新しいフィルター</a:t>
            </a:r>
            <a:r>
              <a:rPr lang="ja-JP" altLang="en-US" sz="2400" dirty="0"/>
              <a:t>を選択します。</a:t>
            </a:r>
            <a:endParaRPr lang="en-US" altLang="ja-JP" sz="2400" dirty="0"/>
          </a:p>
          <a:p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BC16585-212C-4C25-9FBE-1DF95B426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84093"/>
            <a:ext cx="6296904" cy="3781953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31B89A36-7BE4-4388-88CB-C3D57B190EFC}"/>
              </a:ext>
            </a:extLst>
          </p:cNvPr>
          <p:cNvSpPr/>
          <p:nvPr/>
        </p:nvSpPr>
        <p:spPr>
          <a:xfrm rot="13557833">
            <a:off x="5079202" y="6150146"/>
            <a:ext cx="511717" cy="431800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615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7329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フィルターには「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Source</a:t>
            </a:r>
            <a:r>
              <a:rPr kumimoji="1" lang="ja-JP" altLang="en-US" sz="2400" dirty="0"/>
              <a:t>」と名前と付けましょう。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3A65E10-B40D-475D-8DDE-311594D8A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63258"/>
            <a:ext cx="5225297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5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6713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追加した</a:t>
            </a:r>
            <a:r>
              <a:rPr kumimoji="1" lang="en-US" altLang="ja-JP" sz="2400" dirty="0"/>
              <a:t>Source</a:t>
            </a:r>
            <a:r>
              <a:rPr kumimoji="1" lang="ja-JP" altLang="en-US" sz="2400" dirty="0"/>
              <a:t>フィルターを右クリックして、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追加　→　既存の項目</a:t>
            </a:r>
            <a:r>
              <a:rPr lang="ja-JP" altLang="en-US" sz="2400" dirty="0"/>
              <a:t>を選択します。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03928D5-CF68-4B8F-B231-E5343BD1C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32590"/>
            <a:ext cx="8646186" cy="389991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4402FFC-2481-4D2F-A5B5-CD4A6A16CDB4}"/>
              </a:ext>
            </a:extLst>
          </p:cNvPr>
          <p:cNvSpPr/>
          <p:nvPr/>
        </p:nvSpPr>
        <p:spPr>
          <a:xfrm rot="13557833">
            <a:off x="8432002" y="5032506"/>
            <a:ext cx="511717" cy="431800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795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ソースファイルの追加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161"/>
            <a:ext cx="104166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以下のようになれば、追加は完了です。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をダブルクリックすると、真っ白なソースファイルが開きます。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12DD66B-2592-4D70-85D4-D6B2F66F4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32590"/>
            <a:ext cx="4706749" cy="414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6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278</Words>
  <Application>Microsoft Office PowerPoint</Application>
  <PresentationFormat>ワイド画面</PresentationFormat>
  <Paragraphs>36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12</cp:revision>
  <dcterms:created xsi:type="dcterms:W3CDTF">2024-08-27T02:15:54Z</dcterms:created>
  <dcterms:modified xsi:type="dcterms:W3CDTF">2025-02-28T07:05:49Z</dcterms:modified>
</cp:coreProperties>
</file>