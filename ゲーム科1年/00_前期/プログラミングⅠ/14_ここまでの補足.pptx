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代入加算演算子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代入加算演算子</a:t>
            </a:r>
            <a:r>
              <a:rPr lang="ja-JP" altLang="en-US" sz="2400" dirty="0"/>
              <a:t>を使うと、加算する処理がコンパクトに書けます。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D23F833-9123-402F-BD0C-B6A7BFD3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8"/>
            <a:ext cx="6028025" cy="320813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07AE24-863C-434F-9BB1-454A21543520}"/>
              </a:ext>
            </a:extLst>
          </p:cNvPr>
          <p:cNvSpPr txBox="1"/>
          <p:nvPr/>
        </p:nvSpPr>
        <p:spPr>
          <a:xfrm>
            <a:off x="567542" y="5083825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足し算以外も対応</a:t>
            </a:r>
            <a:r>
              <a:rPr lang="ja-JP" altLang="en-US" sz="2400" dirty="0"/>
              <a:t>しています。いろいろ試してみましょう。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インクリメント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5558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整数型変数の後に「</a:t>
            </a:r>
            <a:r>
              <a:rPr lang="en-US" altLang="ja-JP" sz="2400" b="1" dirty="0">
                <a:solidFill>
                  <a:srgbClr val="FF0000"/>
                </a:solidFill>
              </a:rPr>
              <a:t>++</a:t>
            </a:r>
            <a:r>
              <a:rPr lang="ja-JP" altLang="en-US" sz="2400" dirty="0"/>
              <a:t>」と書くことを</a:t>
            </a:r>
            <a:r>
              <a:rPr lang="ja-JP" altLang="en-US" sz="2400" b="1" dirty="0">
                <a:solidFill>
                  <a:srgbClr val="FF0000"/>
                </a:solidFill>
              </a:rPr>
              <a:t>インクリメント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変数に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を加算する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9E1139E-830D-48DF-BB4F-97FB63D5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521634" cy="3616569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F6C5B19-8D5E-422F-BD28-277A10679FC2}"/>
              </a:ext>
            </a:extLst>
          </p:cNvPr>
          <p:cNvSpPr/>
          <p:nvPr/>
        </p:nvSpPr>
        <p:spPr>
          <a:xfrm>
            <a:off x="7325710" y="3058510"/>
            <a:ext cx="1156138" cy="370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908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デクリメント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0685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整数型変数の後に「</a:t>
            </a:r>
            <a:r>
              <a:rPr lang="en-US" altLang="ja-JP" sz="2400" b="1" dirty="0">
                <a:solidFill>
                  <a:srgbClr val="FF0000"/>
                </a:solidFill>
              </a:rPr>
              <a:t>--</a:t>
            </a:r>
            <a:r>
              <a:rPr lang="ja-JP" altLang="en-US" sz="2400" dirty="0"/>
              <a:t>」と書くことを</a:t>
            </a:r>
            <a:r>
              <a:rPr lang="ja-JP" altLang="en-US" sz="2400" b="1" dirty="0">
                <a:solidFill>
                  <a:srgbClr val="FF0000"/>
                </a:solidFill>
              </a:rPr>
              <a:t>デクリメント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変数に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を減算する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DD7FD42-65A4-49B8-BA24-1275E7ADF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278891" cy="3616568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8793AC7-40E3-43D6-AD57-54B2F0683428}"/>
              </a:ext>
            </a:extLst>
          </p:cNvPr>
          <p:cNvSpPr/>
          <p:nvPr/>
        </p:nvSpPr>
        <p:spPr>
          <a:xfrm>
            <a:off x="7315200" y="3090040"/>
            <a:ext cx="1156138" cy="370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055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28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continue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953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continue</a:t>
            </a:r>
            <a:r>
              <a:rPr lang="ja-JP" altLang="en-US" sz="2400" dirty="0"/>
              <a:t>文を使うと、処理を中断して繰り返しの初めに戻ることができます。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13F021-9B4A-4660-9B05-0A4C39F57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392034" cy="447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96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28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continue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49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break</a:t>
            </a:r>
            <a:r>
              <a:rPr lang="ja-JP" altLang="en-US" sz="2400" dirty="0"/>
              <a:t>文を使うと、</a:t>
            </a:r>
            <a:r>
              <a:rPr lang="ja-JP" altLang="en-US" sz="2400" b="1" dirty="0">
                <a:solidFill>
                  <a:srgbClr val="FF0000"/>
                </a:solidFill>
              </a:rPr>
              <a:t>繰り返し文を強制終了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58873C-EBA6-4E5A-9981-46C0FEBD8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066398" cy="418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4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真と偽の定義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77891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分岐や繰り返しで使用される条件の真偽ですが、</a:t>
            </a:r>
            <a:endParaRPr lang="en-US" altLang="ja-JP" sz="2400" dirty="0"/>
          </a:p>
          <a:p>
            <a:r>
              <a:rPr lang="ja-JP" altLang="en-US" sz="2400" dirty="0"/>
              <a:t>明確な定義があります。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■真偽の定義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真・・・</a:t>
            </a:r>
            <a:r>
              <a:rPr lang="en-US" altLang="ja-JP" sz="2400" dirty="0"/>
              <a:t>0</a:t>
            </a:r>
            <a:r>
              <a:rPr lang="ja-JP" altLang="en-US" sz="2400" dirty="0"/>
              <a:t>以外の数値</a:t>
            </a:r>
            <a:endParaRPr lang="en-US" altLang="ja-JP" sz="2400" dirty="0"/>
          </a:p>
          <a:p>
            <a:r>
              <a:rPr lang="ja-JP" altLang="en-US" sz="2400" dirty="0"/>
              <a:t>偽・・・</a:t>
            </a:r>
            <a:r>
              <a:rPr lang="en-US" altLang="ja-JP" sz="2400" dirty="0"/>
              <a:t>0</a:t>
            </a:r>
            <a:r>
              <a:rPr lang="ja-JP" altLang="en-US" sz="2400" dirty="0"/>
              <a:t>のみ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「＆＆」や「</a:t>
            </a:r>
            <a:r>
              <a:rPr lang="en-US" altLang="ja-JP" sz="2400" dirty="0"/>
              <a:t>||</a:t>
            </a:r>
            <a:r>
              <a:rPr lang="ja-JP" altLang="en-US" sz="2400" dirty="0"/>
              <a:t>」演算子も、</a:t>
            </a:r>
            <a:r>
              <a:rPr lang="ja-JP" altLang="en-US" sz="2400" b="1" dirty="0">
                <a:solidFill>
                  <a:srgbClr val="FF0000"/>
                </a:solidFill>
              </a:rPr>
              <a:t>真であれば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en-US" altLang="ja-JP" sz="2400" dirty="0"/>
              <a:t>, </a:t>
            </a:r>
            <a:r>
              <a:rPr lang="ja-JP" altLang="en-US" sz="2400" b="1" dirty="0">
                <a:solidFill>
                  <a:srgbClr val="FF0000"/>
                </a:solidFill>
              </a:rPr>
              <a:t>偽であれば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dirty="0"/>
              <a:t>として判定されます。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0983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無限ループ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291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chemeClr val="accent1"/>
                </a:solidFill>
              </a:rPr>
              <a:t>while</a:t>
            </a:r>
            <a:r>
              <a:rPr lang="ja-JP" altLang="en-US" sz="2400" dirty="0"/>
              <a:t>文の条件の箇所を</a:t>
            </a:r>
            <a:r>
              <a:rPr lang="en-US" altLang="ja-JP" sz="2400" dirty="0"/>
              <a:t>1</a:t>
            </a:r>
            <a:r>
              <a:rPr lang="ja-JP" altLang="en-US" sz="2400" dirty="0"/>
              <a:t>とすると、</a:t>
            </a:r>
            <a:endParaRPr lang="en-US" altLang="ja-JP" sz="2400" dirty="0"/>
          </a:p>
          <a:p>
            <a:r>
              <a:rPr lang="ja-JP" altLang="en-US" sz="2400" dirty="0"/>
              <a:t>常に真となり、</a:t>
            </a:r>
            <a:r>
              <a:rPr lang="en-US" altLang="ja-JP" sz="2400" b="1" dirty="0">
                <a:solidFill>
                  <a:schemeClr val="accent1"/>
                </a:solidFill>
              </a:rPr>
              <a:t>break</a:t>
            </a:r>
            <a:r>
              <a:rPr lang="ja-JP" altLang="en-US" sz="2400" dirty="0"/>
              <a:t>が呼ばれない限りの無限ループを作れます。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2FED202-086F-476E-9E5D-360CA3C59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6134956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8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212</Words>
  <Application>Microsoft Office PowerPoint</Application>
  <PresentationFormat>ワイド画面</PresentationFormat>
  <Paragraphs>25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42</cp:revision>
  <dcterms:created xsi:type="dcterms:W3CDTF">2024-08-27T02:15:54Z</dcterms:created>
  <dcterms:modified xsi:type="dcterms:W3CDTF">2024-11-15T01:29:26Z</dcterms:modified>
</cp:coreProperties>
</file>