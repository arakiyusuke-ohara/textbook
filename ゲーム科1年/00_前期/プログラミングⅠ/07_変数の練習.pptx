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変数の練習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6647974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以下のプログラムを書きましょう。</a:t>
            </a:r>
            <a:endParaRPr kumimoji="1" lang="en-US" altLang="ja-JP" sz="2400" dirty="0"/>
          </a:p>
          <a:p>
            <a:r>
              <a:rPr lang="ja-JP" altLang="en-US" sz="2400" dirty="0"/>
              <a:t>ただし</a:t>
            </a:r>
            <a:r>
              <a:rPr lang="ja-JP" altLang="en-US" sz="2400" b="1" dirty="0">
                <a:solidFill>
                  <a:srgbClr val="FF0000"/>
                </a:solidFill>
              </a:rPr>
              <a:t>変数のビット数は最小限</a:t>
            </a:r>
            <a:r>
              <a:rPr lang="ja-JP" altLang="en-US" sz="2400" dirty="0"/>
              <a:t>に抑えること。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① 次の数字を変数に格納して出力する</a:t>
            </a:r>
            <a:r>
              <a:rPr lang="en-US" altLang="ja-JP" sz="2400" dirty="0"/>
              <a:t> </a:t>
            </a:r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10</a:t>
            </a:r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-200</a:t>
            </a:r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1000000000000</a:t>
            </a:r>
          </a:p>
          <a:p>
            <a:endParaRPr kumimoji="1" lang="en-US" altLang="ja-JP" sz="2400" dirty="0"/>
          </a:p>
          <a:p>
            <a:r>
              <a:rPr lang="ja-JP" altLang="en-US" sz="2400" dirty="0"/>
              <a:t>② 次の数字を変数に格納して出力する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10000000000000000000</a:t>
            </a:r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-4.5</a:t>
            </a:r>
          </a:p>
        </p:txBody>
      </p:sp>
    </p:spTree>
    <p:extLst>
      <p:ext uri="{BB962C8B-B14F-4D97-AF65-F5344CB8AC3E}">
        <p14:creationId xmlns:p14="http://schemas.microsoft.com/office/powerpoint/2010/main" val="4044318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53</Words>
  <Application>Microsoft Office PowerPoint</Application>
  <PresentationFormat>ワイド画面</PresentationFormat>
  <Paragraphs>12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23</cp:revision>
  <dcterms:created xsi:type="dcterms:W3CDTF">2024-08-27T02:15:54Z</dcterms:created>
  <dcterms:modified xsi:type="dcterms:W3CDTF">2024-11-14T04:24:40Z</dcterms:modified>
</cp:coreProperties>
</file>