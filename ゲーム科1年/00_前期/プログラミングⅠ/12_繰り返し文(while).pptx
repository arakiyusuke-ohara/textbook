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繰り返し文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プログラムを効率よく書くために</a:t>
            </a:r>
            <a:r>
              <a:rPr lang="ja-JP" altLang="en-US" sz="2400" b="1" dirty="0">
                <a:solidFill>
                  <a:srgbClr val="FF0000"/>
                </a:solidFill>
              </a:rPr>
              <a:t>繰り返し文</a:t>
            </a:r>
            <a:r>
              <a:rPr lang="ja-JP" altLang="en-US" sz="2400" dirty="0"/>
              <a:t>を学習します。</a:t>
            </a:r>
            <a:endParaRPr lang="en-US" altLang="ja-JP" sz="2400" dirty="0"/>
          </a:p>
          <a:p>
            <a:r>
              <a:rPr lang="ja-JP" altLang="en-US" sz="2400" dirty="0"/>
              <a:t>以下のプログラムを書きましょう。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159D8D4-C4F0-4F5C-9BFA-C03A77432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6479580" cy="381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繰り返し文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4134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while</a:t>
            </a:r>
            <a:r>
              <a:rPr lang="ja-JP" altLang="en-US" sz="2400" dirty="0"/>
              <a:t>文は</a:t>
            </a:r>
            <a:r>
              <a:rPr lang="en-US" altLang="ja-JP" sz="2400" b="1" dirty="0">
                <a:solidFill>
                  <a:srgbClr val="FF0000"/>
                </a:solidFill>
              </a:rPr>
              <a:t>()</a:t>
            </a:r>
            <a:r>
              <a:rPr lang="ja-JP" altLang="en-US" sz="2400" b="1" dirty="0">
                <a:solidFill>
                  <a:srgbClr val="FF0000"/>
                </a:solidFill>
              </a:rPr>
              <a:t>カッコ内の条件が真の間は</a:t>
            </a:r>
            <a:r>
              <a:rPr lang="en-US" altLang="ja-JP" sz="2400" b="1" dirty="0">
                <a:solidFill>
                  <a:srgbClr val="FF0000"/>
                </a:solidFill>
              </a:rPr>
              <a:t>{}</a:t>
            </a:r>
            <a:r>
              <a:rPr lang="ja-JP" altLang="en-US" sz="2400" b="1" dirty="0">
                <a:solidFill>
                  <a:srgbClr val="FF0000"/>
                </a:solidFill>
              </a:rPr>
              <a:t>カッコ内の処理を繰り返します。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今回は変数</a:t>
            </a:r>
            <a:r>
              <a:rPr lang="en-US" altLang="ja-JP" sz="2400" dirty="0"/>
              <a:t>total</a:t>
            </a:r>
            <a:r>
              <a:rPr lang="ja-JP" altLang="en-US" sz="2400" dirty="0"/>
              <a:t>が</a:t>
            </a:r>
            <a:r>
              <a:rPr lang="en-US" altLang="ja-JP" sz="2400" dirty="0"/>
              <a:t>10</a:t>
            </a:r>
            <a:r>
              <a:rPr lang="ja-JP" altLang="en-US" sz="2400" dirty="0"/>
              <a:t>になるまで繰り返しています。</a:t>
            </a:r>
            <a:endParaRPr lang="en-US" altLang="ja-JP" sz="2400" dirty="0"/>
          </a:p>
          <a:p>
            <a:r>
              <a:rPr lang="ja-JP" altLang="en-US" sz="2400" dirty="0"/>
              <a:t>（</a:t>
            </a:r>
            <a:r>
              <a:rPr lang="en-US" altLang="ja-JP" sz="2400" dirty="0"/>
              <a:t>10</a:t>
            </a:r>
            <a:r>
              <a:rPr lang="ja-JP" altLang="en-US" sz="2400" dirty="0"/>
              <a:t>になったら終了するので</a:t>
            </a:r>
            <a:r>
              <a:rPr lang="en-US" altLang="ja-JP" sz="2400" dirty="0"/>
              <a:t>9</a:t>
            </a:r>
            <a:r>
              <a:rPr lang="ja-JP" altLang="en-US" sz="2400" dirty="0"/>
              <a:t>まで処理される）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B0C29F4-7388-4655-AAD6-87C235F89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493074"/>
            <a:ext cx="6960481" cy="2383726"/>
          </a:xfrm>
          <a:prstGeom prst="rect">
            <a:avLst/>
          </a:prstGeom>
        </p:spPr>
      </p:pic>
      <p:sp>
        <p:nvSpPr>
          <p:cNvPr id="5" name="円弧 4">
            <a:extLst>
              <a:ext uri="{FF2B5EF4-FFF2-40B4-BE49-F238E27FC236}">
                <a16:creationId xmlns:a16="http://schemas.microsoft.com/office/drawing/2014/main" id="{DC46D988-E716-4D2E-9D44-6E8C64C934D7}"/>
              </a:ext>
            </a:extLst>
          </p:cNvPr>
          <p:cNvSpPr/>
          <p:nvPr/>
        </p:nvSpPr>
        <p:spPr>
          <a:xfrm>
            <a:off x="7788165" y="2943957"/>
            <a:ext cx="1957539" cy="1713186"/>
          </a:xfrm>
          <a:prstGeom prst="arc">
            <a:avLst>
              <a:gd name="adj1" fmla="val 16200000"/>
              <a:gd name="adj2" fmla="val 13945215"/>
            </a:avLst>
          </a:prstGeom>
          <a:ln w="762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010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繰り返し文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他にもこのような使い方ができます。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8687D78-E804-424B-BA45-ACCE300F4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380191" cy="390558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B52485-6E01-4A11-A9DD-2102BF72FA2C}"/>
              </a:ext>
            </a:extLst>
          </p:cNvPr>
          <p:cNvSpPr txBox="1"/>
          <p:nvPr/>
        </p:nvSpPr>
        <p:spPr>
          <a:xfrm>
            <a:off x="567542" y="578127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実際に書いて動作を見てみましょう。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96345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85</Words>
  <Application>Microsoft Office PowerPoint</Application>
  <PresentationFormat>ワイド画面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35</cp:revision>
  <dcterms:created xsi:type="dcterms:W3CDTF">2024-08-27T02:15:54Z</dcterms:created>
  <dcterms:modified xsi:type="dcterms:W3CDTF">2025-02-28T07:19:54Z</dcterms:modified>
</cp:coreProperties>
</file>