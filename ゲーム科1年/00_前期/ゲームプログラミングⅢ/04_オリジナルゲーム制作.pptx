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8" d="100"/>
          <a:sy n="98" d="100"/>
        </p:scale>
        <p:origin x="1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2024/10/25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オリジナルゲーム制作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これまでの学習を生かしてオリジナルゲームを制作しましょう。</a:t>
            </a:r>
            <a:endParaRPr kumimoji="1" lang="en-US" altLang="ja-JP" sz="2400" dirty="0"/>
          </a:p>
          <a:p>
            <a:r>
              <a:rPr kumimoji="1" lang="ja-JP" altLang="en-US" sz="2400" dirty="0"/>
              <a:t>制作したゲームは今後いろいろなものに活用していきます。</a:t>
            </a:r>
            <a:endParaRPr kumimoji="1"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■ゲームの活用先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・就活のポートフォリオに記載</a:t>
            </a:r>
            <a:endParaRPr kumimoji="1" lang="en-US" altLang="ja-JP" sz="2400" dirty="0"/>
          </a:p>
          <a:p>
            <a:r>
              <a:rPr lang="ja-JP" altLang="en-US" sz="2400" dirty="0"/>
              <a:t>・制作展への展示</a:t>
            </a:r>
            <a:endParaRPr lang="en-US" altLang="ja-JP" sz="2400" dirty="0"/>
          </a:p>
          <a:p>
            <a:r>
              <a:rPr kumimoji="1" lang="ja-JP" altLang="en-US" sz="2400" dirty="0"/>
              <a:t>・効果測定の成績</a:t>
            </a:r>
            <a:endParaRPr kumimoji="1" lang="en-US" altLang="ja-JP" sz="2400" dirty="0"/>
          </a:p>
          <a:p>
            <a:r>
              <a:rPr lang="ja-JP" altLang="en-US" sz="2400" dirty="0"/>
              <a:t>・コンクールへの提出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１年生の集大成ともいえる作品になります。</a:t>
            </a:r>
            <a:endParaRPr lang="en-US" altLang="ja-JP" sz="2400" dirty="0"/>
          </a:p>
          <a:p>
            <a:r>
              <a:rPr kumimoji="1" lang="ja-JP" altLang="en-US" sz="2400" dirty="0"/>
              <a:t>悔いの残らないように取り組みましょう。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68</Words>
  <Application>Microsoft Office PowerPoint</Application>
  <PresentationFormat>ワイド画面</PresentationFormat>
  <Paragraphs>12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9</cp:revision>
  <dcterms:created xsi:type="dcterms:W3CDTF">2024-08-27T02:15:54Z</dcterms:created>
  <dcterms:modified xsi:type="dcterms:W3CDTF">2024-10-25T02:01:43Z</dcterms:modified>
</cp:coreProperties>
</file>