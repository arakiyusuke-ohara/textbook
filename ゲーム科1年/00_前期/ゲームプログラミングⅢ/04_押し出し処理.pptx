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押し出し処理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アクションゲームを作る際は、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壁や地面との当たり判定</a:t>
            </a:r>
            <a:r>
              <a:rPr kumimoji="1" lang="ja-JP" altLang="en-US" sz="2400" dirty="0"/>
              <a:t>が必須です。</a:t>
            </a:r>
            <a:endParaRPr kumimoji="1" lang="en-US" altLang="ja-JP" sz="2400" dirty="0"/>
          </a:p>
          <a:p>
            <a:r>
              <a:rPr kumimoji="1" lang="ja-JP" altLang="en-US" sz="2400" dirty="0"/>
              <a:t>これらの当たり判定は、</a:t>
            </a:r>
            <a:endParaRPr kumimoji="1" lang="en-US" altLang="ja-JP" sz="2400" dirty="0"/>
          </a:p>
          <a:p>
            <a:r>
              <a:rPr lang="ja-JP" altLang="en-US" sz="2400" dirty="0"/>
              <a:t>当たった後に通り抜けないように</a:t>
            </a:r>
            <a:r>
              <a:rPr lang="ja-JP" altLang="en-US" sz="2400" b="1" dirty="0">
                <a:solidFill>
                  <a:srgbClr val="FF0000"/>
                </a:solidFill>
              </a:rPr>
              <a:t>押し出す処理</a:t>
            </a:r>
            <a:r>
              <a:rPr lang="ja-JP" altLang="en-US" sz="2400" dirty="0"/>
              <a:t>が必要となります。</a:t>
            </a:r>
            <a:endParaRPr kumimoji="1" lang="en-US" altLang="ja-JP" sz="2400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9F7CA16-D4C2-4ADF-AAC9-39C2C7FCE0E1}"/>
              </a:ext>
            </a:extLst>
          </p:cNvPr>
          <p:cNvSpPr/>
          <p:nvPr/>
        </p:nvSpPr>
        <p:spPr>
          <a:xfrm>
            <a:off x="2384612" y="2733466"/>
            <a:ext cx="681317" cy="34155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スマイル 2">
            <a:extLst>
              <a:ext uri="{FF2B5EF4-FFF2-40B4-BE49-F238E27FC236}">
                <a16:creationId xmlns:a16="http://schemas.microsoft.com/office/drawing/2014/main" id="{6477ADFE-D7C9-49C5-A603-F18B44E8B508}"/>
              </a:ext>
            </a:extLst>
          </p:cNvPr>
          <p:cNvSpPr/>
          <p:nvPr/>
        </p:nvSpPr>
        <p:spPr>
          <a:xfrm>
            <a:off x="1645270" y="5069019"/>
            <a:ext cx="1080000" cy="1080000"/>
          </a:xfrm>
          <a:prstGeom prst="smileyFac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DB6404F-64B9-4FA3-A6FF-53382D294C37}"/>
              </a:ext>
            </a:extLst>
          </p:cNvPr>
          <p:cNvSpPr/>
          <p:nvPr/>
        </p:nvSpPr>
        <p:spPr>
          <a:xfrm>
            <a:off x="5414683" y="2733466"/>
            <a:ext cx="681317" cy="34155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スマイル 7">
            <a:extLst>
              <a:ext uri="{FF2B5EF4-FFF2-40B4-BE49-F238E27FC236}">
                <a16:creationId xmlns:a16="http://schemas.microsoft.com/office/drawing/2014/main" id="{95BE2313-C065-49CA-AE43-E1353E65B42C}"/>
              </a:ext>
            </a:extLst>
          </p:cNvPr>
          <p:cNvSpPr/>
          <p:nvPr/>
        </p:nvSpPr>
        <p:spPr>
          <a:xfrm>
            <a:off x="4334683" y="5069019"/>
            <a:ext cx="1080000" cy="1080000"/>
          </a:xfrm>
          <a:prstGeom prst="smileyFac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277CAC3-A7D6-47FB-BB0E-58EA1B3D43F9}"/>
              </a:ext>
            </a:extLst>
          </p:cNvPr>
          <p:cNvSpPr txBox="1"/>
          <p:nvPr/>
        </p:nvSpPr>
        <p:spPr>
          <a:xfrm>
            <a:off x="1645270" y="624873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当たったら</a:t>
            </a:r>
            <a:endParaRPr kumimoji="1" lang="en-US" altLang="ja-JP" sz="2400" dirty="0"/>
          </a:p>
        </p:txBody>
      </p:sp>
      <p:sp>
        <p:nvSpPr>
          <p:cNvPr id="5" name="矢印: 左 4">
            <a:extLst>
              <a:ext uri="{FF2B5EF4-FFF2-40B4-BE49-F238E27FC236}">
                <a16:creationId xmlns:a16="http://schemas.microsoft.com/office/drawing/2014/main" id="{CFDACDCE-A671-4E01-B373-32A46909A542}"/>
              </a:ext>
            </a:extLst>
          </p:cNvPr>
          <p:cNvSpPr/>
          <p:nvPr/>
        </p:nvSpPr>
        <p:spPr>
          <a:xfrm>
            <a:off x="5419162" y="5432612"/>
            <a:ext cx="425824" cy="510988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902865E-43C4-4CD4-9566-0EE7E70AD261}"/>
              </a:ext>
            </a:extLst>
          </p:cNvPr>
          <p:cNvSpPr txBox="1"/>
          <p:nvPr/>
        </p:nvSpPr>
        <p:spPr>
          <a:xfrm>
            <a:off x="4552908" y="624873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押し出す</a:t>
            </a:r>
            <a:endParaRPr kumimoji="1" lang="en-US" altLang="ja-JP" sz="24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DD6F974-89B7-4320-BAEE-A3573D7D822B}"/>
              </a:ext>
            </a:extLst>
          </p:cNvPr>
          <p:cNvSpPr txBox="1"/>
          <p:nvPr/>
        </p:nvSpPr>
        <p:spPr>
          <a:xfrm>
            <a:off x="7342095" y="5787071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これが結構難しい。。。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押し出し処理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9704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押し出し処理は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XY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軸を別々で処理する</a:t>
            </a:r>
            <a:r>
              <a:rPr kumimoji="1" lang="ja-JP" altLang="en-US" sz="2400" dirty="0"/>
              <a:t>必要があります。</a:t>
            </a:r>
            <a:endParaRPr kumimoji="1" lang="en-US" altLang="ja-JP" sz="2400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182133B-8383-4547-8218-885F3BEB2578}"/>
              </a:ext>
            </a:extLst>
          </p:cNvPr>
          <p:cNvSpPr/>
          <p:nvPr/>
        </p:nvSpPr>
        <p:spPr>
          <a:xfrm>
            <a:off x="1749328" y="3982142"/>
            <a:ext cx="1080000" cy="108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スマイル 12">
            <a:extLst>
              <a:ext uri="{FF2B5EF4-FFF2-40B4-BE49-F238E27FC236}">
                <a16:creationId xmlns:a16="http://schemas.microsoft.com/office/drawing/2014/main" id="{C5A805B0-28DA-4ACC-A8D0-AD1ADC6A25F2}"/>
              </a:ext>
            </a:extLst>
          </p:cNvPr>
          <p:cNvSpPr/>
          <p:nvPr/>
        </p:nvSpPr>
        <p:spPr>
          <a:xfrm>
            <a:off x="766547" y="2187255"/>
            <a:ext cx="1080000" cy="1080000"/>
          </a:xfrm>
          <a:prstGeom prst="smileyFac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D167456F-F7B3-4E60-8B8C-48B1644858C1}"/>
              </a:ext>
            </a:extLst>
          </p:cNvPr>
          <p:cNvCxnSpPr>
            <a:cxnSpLocks/>
          </p:cNvCxnSpPr>
          <p:nvPr/>
        </p:nvCxnSpPr>
        <p:spPr>
          <a:xfrm>
            <a:off x="1625156" y="3267255"/>
            <a:ext cx="551539" cy="93875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AB407D2D-D6C3-4C95-80B1-79AEF178CF22}"/>
              </a:ext>
            </a:extLst>
          </p:cNvPr>
          <p:cNvSpPr txBox="1"/>
          <p:nvPr/>
        </p:nvSpPr>
        <p:spPr>
          <a:xfrm>
            <a:off x="648071" y="5285156"/>
            <a:ext cx="30572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/>
              <a:t>斜めに落ちているとすると。。</a:t>
            </a:r>
            <a:endParaRPr kumimoji="1" lang="en-US" altLang="ja-JP" sz="1600" dirty="0"/>
          </a:p>
        </p:txBody>
      </p: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B671372C-6037-4E55-9804-5B57ED32BD7C}"/>
              </a:ext>
            </a:extLst>
          </p:cNvPr>
          <p:cNvGrpSpPr/>
          <p:nvPr/>
        </p:nvGrpSpPr>
        <p:grpSpPr>
          <a:xfrm>
            <a:off x="4567376" y="2404089"/>
            <a:ext cx="3057247" cy="2852038"/>
            <a:chOff x="4726070" y="2066992"/>
            <a:chExt cx="3057247" cy="2852038"/>
          </a:xfrm>
        </p:grpSpPr>
        <p:grpSp>
          <p:nvGrpSpPr>
            <p:cNvPr id="28" name="グループ化 27">
              <a:extLst>
                <a:ext uri="{FF2B5EF4-FFF2-40B4-BE49-F238E27FC236}">
                  <a16:creationId xmlns:a16="http://schemas.microsoft.com/office/drawing/2014/main" id="{9EBA0349-2B66-4303-A4C9-41FD6858DCF1}"/>
                </a:ext>
              </a:extLst>
            </p:cNvPr>
            <p:cNvGrpSpPr/>
            <p:nvPr/>
          </p:nvGrpSpPr>
          <p:grpSpPr>
            <a:xfrm>
              <a:off x="5552400" y="2066992"/>
              <a:ext cx="783039" cy="1859511"/>
              <a:chOff x="5971828" y="2075995"/>
              <a:chExt cx="1204172" cy="2874887"/>
            </a:xfrm>
          </p:grpSpPr>
          <p:sp>
            <p:nvSpPr>
              <p:cNvPr id="25" name="正方形/長方形 24">
                <a:extLst>
                  <a:ext uri="{FF2B5EF4-FFF2-40B4-BE49-F238E27FC236}">
                    <a16:creationId xmlns:a16="http://schemas.microsoft.com/office/drawing/2014/main" id="{90EDC8F7-E75B-4B52-8444-B91BA5A1BF9B}"/>
                  </a:ext>
                </a:extLst>
              </p:cNvPr>
              <p:cNvSpPr/>
              <p:nvPr/>
            </p:nvSpPr>
            <p:spPr>
              <a:xfrm>
                <a:off x="6096000" y="3870882"/>
                <a:ext cx="1080000" cy="1080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6" name="スマイル 25">
                <a:extLst>
                  <a:ext uri="{FF2B5EF4-FFF2-40B4-BE49-F238E27FC236}">
                    <a16:creationId xmlns:a16="http://schemas.microsoft.com/office/drawing/2014/main" id="{804BEF19-8406-4CB5-B32E-29026356663C}"/>
                  </a:ext>
                </a:extLst>
              </p:cNvPr>
              <p:cNvSpPr/>
              <p:nvPr/>
            </p:nvSpPr>
            <p:spPr>
              <a:xfrm>
                <a:off x="5971829" y="2075995"/>
                <a:ext cx="1080000" cy="1080000"/>
              </a:xfrm>
              <a:prstGeom prst="smileyFac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27" name="直線矢印コネクタ 26">
                <a:extLst>
                  <a:ext uri="{FF2B5EF4-FFF2-40B4-BE49-F238E27FC236}">
                    <a16:creationId xmlns:a16="http://schemas.microsoft.com/office/drawing/2014/main" id="{BD36698A-6BEB-48ED-A499-35E6A88D60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71828" y="3155995"/>
                <a:ext cx="551539" cy="938758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9" name="直線矢印コネクタ 28">
              <a:extLst>
                <a:ext uri="{FF2B5EF4-FFF2-40B4-BE49-F238E27FC236}">
                  <a16:creationId xmlns:a16="http://schemas.microsoft.com/office/drawing/2014/main" id="{1DD6FF8E-A96B-4ACA-B0FA-6B1AE648C58A}"/>
                </a:ext>
              </a:extLst>
            </p:cNvPr>
            <p:cNvCxnSpPr>
              <a:cxnSpLocks/>
            </p:cNvCxnSpPr>
            <p:nvPr/>
          </p:nvCxnSpPr>
          <p:spPr>
            <a:xfrm>
              <a:off x="5199528" y="2453019"/>
              <a:ext cx="352872" cy="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121DB467-78AD-4376-AB8E-90F8008E4D17}"/>
                </a:ext>
              </a:extLst>
            </p:cNvPr>
            <p:cNvSpPr txBox="1"/>
            <p:nvPr/>
          </p:nvSpPr>
          <p:spPr>
            <a:xfrm>
              <a:off x="4726070" y="4088033"/>
              <a:ext cx="305724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600" dirty="0"/>
                <a:t>①</a:t>
              </a:r>
              <a:r>
                <a:rPr kumimoji="1" lang="en-US" altLang="ja-JP" sz="1600" dirty="0"/>
                <a:t>X</a:t>
              </a:r>
              <a:r>
                <a:rPr kumimoji="1" lang="ja-JP" altLang="en-US" sz="1600" dirty="0"/>
                <a:t>軸だけ移動する</a:t>
              </a:r>
              <a:endParaRPr kumimoji="1" lang="en-US" altLang="ja-JP" sz="1600" dirty="0"/>
            </a:p>
            <a:p>
              <a:r>
                <a:rPr lang="ja-JP" altLang="en-US" sz="1600" dirty="0"/>
                <a:t>②当たってなければ何もしない</a:t>
              </a:r>
              <a:endParaRPr lang="en-US" altLang="ja-JP" sz="1600" dirty="0"/>
            </a:p>
            <a:p>
              <a:r>
                <a:rPr kumimoji="1" lang="en-US" altLang="ja-JP" sz="1600" dirty="0"/>
                <a:t>※</a:t>
              </a:r>
              <a:r>
                <a:rPr kumimoji="1" lang="ja-JP" altLang="en-US" sz="1600" dirty="0"/>
                <a:t>当たっていれば押し出す</a:t>
              </a:r>
              <a:endParaRPr kumimoji="1" lang="en-US" altLang="ja-JP" sz="1600" dirty="0"/>
            </a:p>
          </p:txBody>
        </p:sp>
      </p:grp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BB20F084-A5A5-4123-9899-D1645CC81713}"/>
              </a:ext>
            </a:extLst>
          </p:cNvPr>
          <p:cNvGrpSpPr/>
          <p:nvPr/>
        </p:nvGrpSpPr>
        <p:grpSpPr>
          <a:xfrm>
            <a:off x="8003636" y="2857628"/>
            <a:ext cx="3057247" cy="2398499"/>
            <a:chOff x="9112588" y="2615995"/>
            <a:chExt cx="3057247" cy="2398499"/>
          </a:xfrm>
        </p:grpSpPr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B89D6B77-3979-4FAD-81B6-7069C939CCD9}"/>
                </a:ext>
              </a:extLst>
            </p:cNvPr>
            <p:cNvGrpSpPr/>
            <p:nvPr/>
          </p:nvGrpSpPr>
          <p:grpSpPr>
            <a:xfrm>
              <a:off x="9112588" y="2615995"/>
              <a:ext cx="3057247" cy="2398499"/>
              <a:chOff x="5367175" y="2525420"/>
              <a:chExt cx="3057247" cy="2398499"/>
            </a:xfrm>
          </p:grpSpPr>
          <p:grpSp>
            <p:nvGrpSpPr>
              <p:cNvPr id="35" name="グループ化 34">
                <a:extLst>
                  <a:ext uri="{FF2B5EF4-FFF2-40B4-BE49-F238E27FC236}">
                    <a16:creationId xmlns:a16="http://schemas.microsoft.com/office/drawing/2014/main" id="{656748C6-C807-4C3F-B50A-9C725F89EF77}"/>
                  </a:ext>
                </a:extLst>
              </p:cNvPr>
              <p:cNvGrpSpPr/>
              <p:nvPr/>
            </p:nvGrpSpPr>
            <p:grpSpPr>
              <a:xfrm>
                <a:off x="5552400" y="2765548"/>
                <a:ext cx="783039" cy="1160954"/>
                <a:chOff x="5971828" y="3155995"/>
                <a:chExt cx="1204172" cy="1794887"/>
              </a:xfrm>
            </p:grpSpPr>
            <p:sp>
              <p:nvSpPr>
                <p:cNvPr id="38" name="正方形/長方形 37">
                  <a:extLst>
                    <a:ext uri="{FF2B5EF4-FFF2-40B4-BE49-F238E27FC236}">
                      <a16:creationId xmlns:a16="http://schemas.microsoft.com/office/drawing/2014/main" id="{2FAD6174-EA6F-4F28-A974-37AAF564E53C}"/>
                    </a:ext>
                  </a:extLst>
                </p:cNvPr>
                <p:cNvSpPr/>
                <p:nvPr/>
              </p:nvSpPr>
              <p:spPr>
                <a:xfrm>
                  <a:off x="6096000" y="3870882"/>
                  <a:ext cx="1080000" cy="108000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9" name="スマイル 38">
                  <a:extLst>
                    <a:ext uri="{FF2B5EF4-FFF2-40B4-BE49-F238E27FC236}">
                      <a16:creationId xmlns:a16="http://schemas.microsoft.com/office/drawing/2014/main" id="{52B27135-A675-4B0E-8277-9A3916624B5B}"/>
                    </a:ext>
                  </a:extLst>
                </p:cNvPr>
                <p:cNvSpPr/>
                <p:nvPr/>
              </p:nvSpPr>
              <p:spPr>
                <a:xfrm>
                  <a:off x="5986019" y="3613589"/>
                  <a:ext cx="1079999" cy="1080000"/>
                </a:xfrm>
                <a:prstGeom prst="smileyFace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cxnSp>
              <p:nvCxnSpPr>
                <p:cNvPr id="40" name="直線矢印コネクタ 39">
                  <a:extLst>
                    <a:ext uri="{FF2B5EF4-FFF2-40B4-BE49-F238E27FC236}">
                      <a16:creationId xmlns:a16="http://schemas.microsoft.com/office/drawing/2014/main" id="{76B56E25-0F0B-482A-998A-A383635217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71828" y="3155995"/>
                  <a:ext cx="551539" cy="938758"/>
                </a:xfrm>
                <a:prstGeom prst="straightConnector1">
                  <a:avLst/>
                </a:prstGeom>
                <a:ln w="38100">
                  <a:solidFill>
                    <a:srgbClr val="FFC000"/>
                  </a:solidFill>
                  <a:prstDash val="sysDot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6" name="直線矢印コネクタ 35">
                <a:extLst>
                  <a:ext uri="{FF2B5EF4-FFF2-40B4-BE49-F238E27FC236}">
                    <a16:creationId xmlns:a16="http://schemas.microsoft.com/office/drawing/2014/main" id="{8F0526B6-101B-4A56-A71F-8A15A5AD61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07575" y="2525420"/>
                <a:ext cx="0" cy="543728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A4AD294C-6EDA-4658-82D7-3267C8E26A41}"/>
                  </a:ext>
                </a:extLst>
              </p:cNvPr>
              <p:cNvSpPr txBox="1"/>
              <p:nvPr/>
            </p:nvSpPr>
            <p:spPr>
              <a:xfrm>
                <a:off x="5367175" y="4092922"/>
                <a:ext cx="305724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600" dirty="0"/>
                  <a:t>③</a:t>
                </a:r>
                <a:r>
                  <a:rPr kumimoji="1" lang="en-US" altLang="ja-JP" sz="1600" dirty="0"/>
                  <a:t>Y</a:t>
                </a:r>
                <a:r>
                  <a:rPr kumimoji="1" lang="ja-JP" altLang="en-US" sz="1600" dirty="0"/>
                  <a:t>軸だけ移動する</a:t>
                </a:r>
                <a:endParaRPr kumimoji="1" lang="en-US" altLang="ja-JP" sz="1600" dirty="0"/>
              </a:p>
              <a:p>
                <a:r>
                  <a:rPr kumimoji="1" lang="ja-JP" altLang="en-US" sz="1600" dirty="0"/>
                  <a:t>④当たっていれば押し出す</a:t>
                </a:r>
                <a:endParaRPr kumimoji="1" lang="en-US" altLang="ja-JP" sz="1600" dirty="0"/>
              </a:p>
              <a:p>
                <a:r>
                  <a:rPr kumimoji="1" lang="en-US" altLang="ja-JP" sz="1600" dirty="0"/>
                  <a:t>※</a:t>
                </a:r>
                <a:r>
                  <a:rPr kumimoji="1" lang="ja-JP" altLang="en-US" sz="1600" dirty="0"/>
                  <a:t>当たってなければ何もしない</a:t>
                </a:r>
                <a:endParaRPr kumimoji="1" lang="en-US" altLang="ja-JP" sz="1600" dirty="0"/>
              </a:p>
            </p:txBody>
          </p:sp>
        </p:grp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025EF357-DD68-4283-85D1-C6DB02C45245}"/>
                </a:ext>
              </a:extLst>
            </p:cNvPr>
            <p:cNvSpPr/>
            <p:nvPr/>
          </p:nvSpPr>
          <p:spPr>
            <a:xfrm>
              <a:off x="10830474" y="3318520"/>
              <a:ext cx="702293" cy="69855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スマイル 42">
              <a:extLst>
                <a:ext uri="{FF2B5EF4-FFF2-40B4-BE49-F238E27FC236}">
                  <a16:creationId xmlns:a16="http://schemas.microsoft.com/office/drawing/2014/main" id="{CF8B70AC-B2D8-472F-A2C8-13DEC752F53A}"/>
                </a:ext>
              </a:extLst>
            </p:cNvPr>
            <p:cNvSpPr/>
            <p:nvPr/>
          </p:nvSpPr>
          <p:spPr>
            <a:xfrm>
              <a:off x="10753756" y="2615995"/>
              <a:ext cx="702293" cy="698557"/>
            </a:xfrm>
            <a:prstGeom prst="smileyFac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44" name="直線矢印コネクタ 43">
              <a:extLst>
                <a:ext uri="{FF2B5EF4-FFF2-40B4-BE49-F238E27FC236}">
                  <a16:creationId xmlns:a16="http://schemas.microsoft.com/office/drawing/2014/main" id="{CFFEDFCE-44CE-4CCE-AFC3-45389B1C25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4902" y="3323411"/>
              <a:ext cx="0" cy="344387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2BA2AC84-0A02-40B6-A6A1-3DCABFEC01FE}"/>
              </a:ext>
            </a:extLst>
          </p:cNvPr>
          <p:cNvSpPr txBox="1"/>
          <p:nvPr/>
        </p:nvSpPr>
        <p:spPr>
          <a:xfrm>
            <a:off x="567542" y="5982123"/>
            <a:ext cx="8802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つまり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移動と当たり判定はセットで処理</a:t>
            </a:r>
            <a:r>
              <a:rPr kumimoji="1" lang="ja-JP" altLang="en-US" sz="2400" dirty="0"/>
              <a:t>することになります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514625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押し出し処理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5811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Player.cpp</a:t>
            </a:r>
            <a:r>
              <a:rPr kumimoji="1" lang="ja-JP" altLang="en-US" sz="2400" dirty="0"/>
              <a:t>の</a:t>
            </a:r>
            <a:r>
              <a:rPr kumimoji="1" lang="en-US" altLang="ja-JP" sz="2400" b="1" dirty="0" err="1">
                <a:solidFill>
                  <a:srgbClr val="0070C0"/>
                </a:solidFill>
              </a:rPr>
              <a:t>MovePlayerWithCollision</a:t>
            </a:r>
            <a:r>
              <a:rPr kumimoji="1" lang="ja-JP" altLang="en-US" sz="2400" b="1" dirty="0">
                <a:solidFill>
                  <a:srgbClr val="0070C0"/>
                </a:solidFill>
              </a:rPr>
              <a:t>関数</a:t>
            </a:r>
            <a:r>
              <a:rPr kumimoji="1" lang="ja-JP" altLang="en-US" sz="2400" dirty="0"/>
              <a:t>に実装します。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9A9B504-E3FB-4ED8-AC78-865C842F0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217870" cy="4417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225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押し出し処理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5389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まずは</a:t>
            </a:r>
            <a:r>
              <a:rPr kumimoji="1" lang="en-US" altLang="ja-JP" sz="2400" dirty="0"/>
              <a:t>X</a:t>
            </a:r>
            <a:r>
              <a:rPr kumimoji="1" lang="ja-JP" altLang="en-US" sz="2400" dirty="0"/>
              <a:t>軸だけ移動して当たり判定をします。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D153969A-A535-4B2F-9D76-FD6B454B7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389156" cy="2216324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BC6572A-7AAF-47C1-8F06-5D4C5E794094}"/>
              </a:ext>
            </a:extLst>
          </p:cNvPr>
          <p:cNvSpPr/>
          <p:nvPr/>
        </p:nvSpPr>
        <p:spPr>
          <a:xfrm>
            <a:off x="2402542" y="2151529"/>
            <a:ext cx="6194611" cy="4123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9838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押し出し処理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押し出す方向は移動方向とは逆方向</a:t>
            </a:r>
            <a:r>
              <a:rPr kumimoji="1" lang="ja-JP" altLang="en-US" sz="2400" dirty="0"/>
              <a:t>になります。</a:t>
            </a:r>
            <a:endParaRPr kumimoji="1" lang="en-US" altLang="ja-JP" sz="2400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4E40B75-DF31-4048-B0CF-8C78163304DD}"/>
              </a:ext>
            </a:extLst>
          </p:cNvPr>
          <p:cNvSpPr/>
          <p:nvPr/>
        </p:nvSpPr>
        <p:spPr>
          <a:xfrm>
            <a:off x="1252759" y="2745564"/>
            <a:ext cx="1080000" cy="108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スマイル 9">
            <a:extLst>
              <a:ext uri="{FF2B5EF4-FFF2-40B4-BE49-F238E27FC236}">
                <a16:creationId xmlns:a16="http://schemas.microsoft.com/office/drawing/2014/main" id="{9FF65E0B-146C-4DD4-8793-363A18F36F09}"/>
              </a:ext>
            </a:extLst>
          </p:cNvPr>
          <p:cNvSpPr/>
          <p:nvPr/>
        </p:nvSpPr>
        <p:spPr>
          <a:xfrm>
            <a:off x="567542" y="2745564"/>
            <a:ext cx="1080000" cy="1080000"/>
          </a:xfrm>
          <a:prstGeom prst="smileyFac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15D01992-EE28-44E9-AD5B-B95B4766F786}"/>
              </a:ext>
            </a:extLst>
          </p:cNvPr>
          <p:cNvCxnSpPr>
            <a:cxnSpLocks/>
          </p:cNvCxnSpPr>
          <p:nvPr/>
        </p:nvCxnSpPr>
        <p:spPr>
          <a:xfrm>
            <a:off x="615054" y="2619787"/>
            <a:ext cx="1080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C046687-9F6F-44AB-A9FD-0304C4495776}"/>
              </a:ext>
            </a:extLst>
          </p:cNvPr>
          <p:cNvSpPr/>
          <p:nvPr/>
        </p:nvSpPr>
        <p:spPr>
          <a:xfrm>
            <a:off x="4157324" y="2745564"/>
            <a:ext cx="1080000" cy="108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スマイル 12">
            <a:extLst>
              <a:ext uri="{FF2B5EF4-FFF2-40B4-BE49-F238E27FC236}">
                <a16:creationId xmlns:a16="http://schemas.microsoft.com/office/drawing/2014/main" id="{EA10F951-05B9-4805-B573-CA6A33699461}"/>
              </a:ext>
            </a:extLst>
          </p:cNvPr>
          <p:cNvSpPr/>
          <p:nvPr/>
        </p:nvSpPr>
        <p:spPr>
          <a:xfrm>
            <a:off x="3077324" y="2745564"/>
            <a:ext cx="1080000" cy="1080000"/>
          </a:xfrm>
          <a:prstGeom prst="smileyFac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9941DEC1-38A9-47E8-8A84-1570A381927F}"/>
              </a:ext>
            </a:extLst>
          </p:cNvPr>
          <p:cNvCxnSpPr>
            <a:cxnSpLocks/>
          </p:cNvCxnSpPr>
          <p:nvPr/>
        </p:nvCxnSpPr>
        <p:spPr>
          <a:xfrm flipH="1">
            <a:off x="4157324" y="3278692"/>
            <a:ext cx="42061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1A405E4-760E-473F-AF12-CDF045B2E3C1}"/>
              </a:ext>
            </a:extLst>
          </p:cNvPr>
          <p:cNvSpPr/>
          <p:nvPr/>
        </p:nvSpPr>
        <p:spPr>
          <a:xfrm>
            <a:off x="712759" y="5286046"/>
            <a:ext cx="1080000" cy="108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スマイル 15">
            <a:extLst>
              <a:ext uri="{FF2B5EF4-FFF2-40B4-BE49-F238E27FC236}">
                <a16:creationId xmlns:a16="http://schemas.microsoft.com/office/drawing/2014/main" id="{5BACB2FC-BAC3-46A0-865D-1EBBC1A17997}"/>
              </a:ext>
            </a:extLst>
          </p:cNvPr>
          <p:cNvSpPr/>
          <p:nvPr/>
        </p:nvSpPr>
        <p:spPr>
          <a:xfrm>
            <a:off x="1409812" y="5279174"/>
            <a:ext cx="1080000" cy="1080000"/>
          </a:xfrm>
          <a:prstGeom prst="smileyFac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B90F5C67-478C-40A0-9B3B-FD6766602A26}"/>
              </a:ext>
            </a:extLst>
          </p:cNvPr>
          <p:cNvCxnSpPr>
            <a:cxnSpLocks/>
          </p:cNvCxnSpPr>
          <p:nvPr/>
        </p:nvCxnSpPr>
        <p:spPr>
          <a:xfrm flipH="1">
            <a:off x="1409812" y="5178199"/>
            <a:ext cx="1080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B71DF198-CF83-43A6-AE16-94634D6692AF}"/>
              </a:ext>
            </a:extLst>
          </p:cNvPr>
          <p:cNvSpPr/>
          <p:nvPr/>
        </p:nvSpPr>
        <p:spPr>
          <a:xfrm>
            <a:off x="3617324" y="5286046"/>
            <a:ext cx="1080000" cy="108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スマイル 18">
            <a:extLst>
              <a:ext uri="{FF2B5EF4-FFF2-40B4-BE49-F238E27FC236}">
                <a16:creationId xmlns:a16="http://schemas.microsoft.com/office/drawing/2014/main" id="{121EB491-1C6A-4B07-AA71-0BAEB0E30313}"/>
              </a:ext>
            </a:extLst>
          </p:cNvPr>
          <p:cNvSpPr/>
          <p:nvPr/>
        </p:nvSpPr>
        <p:spPr>
          <a:xfrm>
            <a:off x="4697324" y="5286046"/>
            <a:ext cx="1080000" cy="1080000"/>
          </a:xfrm>
          <a:prstGeom prst="smileyFac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84CF157D-C547-4900-BB4E-8BFEA1B58EE7}"/>
              </a:ext>
            </a:extLst>
          </p:cNvPr>
          <p:cNvCxnSpPr>
            <a:cxnSpLocks/>
            <a:endCxn id="19" idx="2"/>
          </p:cNvCxnSpPr>
          <p:nvPr/>
        </p:nvCxnSpPr>
        <p:spPr>
          <a:xfrm>
            <a:off x="4314377" y="5819174"/>
            <a:ext cx="382947" cy="687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411E7DD-C430-43EE-A4CB-3CE3D4A288EC}"/>
              </a:ext>
            </a:extLst>
          </p:cNvPr>
          <p:cNvSpPr txBox="1"/>
          <p:nvPr/>
        </p:nvSpPr>
        <p:spPr>
          <a:xfrm>
            <a:off x="567542" y="2112863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■右に移動中に当たった場合</a:t>
            </a:r>
            <a:endParaRPr kumimoji="1" lang="en-US" altLang="ja-JP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465B35D-931A-4DE7-865F-491D4D87E1D5}"/>
              </a:ext>
            </a:extLst>
          </p:cNvPr>
          <p:cNvSpPr txBox="1"/>
          <p:nvPr/>
        </p:nvSpPr>
        <p:spPr>
          <a:xfrm>
            <a:off x="567541" y="4678125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■左に移動中に当たった場合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079340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押し出し処理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よく考えて空白を埋めてみましょう。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6D6FA8C-9740-432B-9C5C-E1110D55C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478169" cy="2896004"/>
          </a:xfrm>
          <a:prstGeom prst="rect">
            <a:avLst/>
          </a:prstGeom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1087DC1-65C6-4EDF-A449-28A7B6474015}"/>
              </a:ext>
            </a:extLst>
          </p:cNvPr>
          <p:cNvSpPr txBox="1"/>
          <p:nvPr/>
        </p:nvSpPr>
        <p:spPr>
          <a:xfrm>
            <a:off x="567542" y="4851457"/>
            <a:ext cx="5032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次ページに計算に必要な変数、定数一覧あり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64039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押し出し処理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44319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計算に必要な変数、定数です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b="1" dirty="0">
                <a:solidFill>
                  <a:srgbClr val="FF0000"/>
                </a:solidFill>
              </a:rPr>
              <a:t>■プレイヤー関連</a:t>
            </a:r>
            <a:endParaRPr kumimoji="1" lang="en-US" altLang="ja-JP" b="1" dirty="0">
              <a:solidFill>
                <a:srgbClr val="FF0000"/>
              </a:solidFill>
            </a:endParaRPr>
          </a:p>
          <a:p>
            <a:r>
              <a:rPr kumimoji="1" lang="en-US" altLang="ja-JP" dirty="0"/>
              <a:t>X</a:t>
            </a:r>
            <a:r>
              <a:rPr kumimoji="1" lang="ja-JP" altLang="en-US" dirty="0"/>
              <a:t>座標：</a:t>
            </a:r>
            <a:r>
              <a:rPr kumimoji="1" lang="en-US" altLang="ja-JP" dirty="0" err="1"/>
              <a:t>g_PlayerData.PosX</a:t>
            </a:r>
            <a:endParaRPr kumimoji="1" lang="en-US" altLang="ja-JP" dirty="0"/>
          </a:p>
          <a:p>
            <a:r>
              <a:rPr lang="en-US" altLang="ja-JP" dirty="0"/>
              <a:t>Y</a:t>
            </a:r>
            <a:r>
              <a:rPr lang="ja-JP" altLang="en-US" dirty="0"/>
              <a:t>座標：</a:t>
            </a:r>
            <a:r>
              <a:rPr lang="en-US" altLang="ja-JP" dirty="0" err="1"/>
              <a:t>g_PlayerData.PosY</a:t>
            </a:r>
            <a:endParaRPr lang="en-US" altLang="ja-JP" dirty="0"/>
          </a:p>
          <a:p>
            <a:r>
              <a:rPr kumimoji="1" lang="ja-JP" altLang="en-US" dirty="0"/>
              <a:t>横幅：</a:t>
            </a:r>
            <a:r>
              <a:rPr kumimoji="1" lang="en-US" altLang="ja-JP" dirty="0"/>
              <a:t>PLAYER_WIDTH</a:t>
            </a:r>
          </a:p>
          <a:p>
            <a:r>
              <a:rPr lang="ja-JP" altLang="en-US" dirty="0"/>
              <a:t>縦幅：</a:t>
            </a:r>
            <a:r>
              <a:rPr lang="en-US" altLang="ja-JP" dirty="0"/>
              <a:t>PLAYER_HEIGHT</a:t>
            </a:r>
          </a:p>
          <a:p>
            <a:endParaRPr kumimoji="1" lang="en-US" altLang="ja-JP" dirty="0"/>
          </a:p>
          <a:p>
            <a:r>
              <a:rPr lang="ja-JP" altLang="en-US" b="1" dirty="0">
                <a:solidFill>
                  <a:srgbClr val="FF0000"/>
                </a:solidFill>
              </a:rPr>
              <a:t>■マップチップ関連</a:t>
            </a:r>
            <a:endParaRPr lang="en-US" altLang="ja-JP" b="1" dirty="0">
              <a:solidFill>
                <a:srgbClr val="FF0000"/>
              </a:solidFill>
            </a:endParaRPr>
          </a:p>
          <a:p>
            <a:r>
              <a:rPr kumimoji="1" lang="en-US" altLang="ja-JP" dirty="0"/>
              <a:t>X</a:t>
            </a:r>
            <a:r>
              <a:rPr kumimoji="1" lang="ja-JP" altLang="en-US" dirty="0"/>
              <a:t>座標：</a:t>
            </a:r>
            <a:r>
              <a:rPr kumimoji="1" lang="en-US" altLang="ja-JP" dirty="0" err="1"/>
              <a:t>hitX</a:t>
            </a:r>
            <a:endParaRPr kumimoji="1" lang="en-US" altLang="ja-JP" dirty="0"/>
          </a:p>
          <a:p>
            <a:r>
              <a:rPr lang="en-US" altLang="ja-JP" dirty="0"/>
              <a:t>Y</a:t>
            </a:r>
            <a:r>
              <a:rPr lang="ja-JP" altLang="en-US" dirty="0"/>
              <a:t>座標：</a:t>
            </a:r>
            <a:r>
              <a:rPr lang="en-US" altLang="ja-JP" dirty="0" err="1"/>
              <a:t>hitY</a:t>
            </a:r>
            <a:endParaRPr lang="en-US" altLang="ja-JP" dirty="0"/>
          </a:p>
          <a:p>
            <a:r>
              <a:rPr kumimoji="1" lang="ja-JP" altLang="en-US" dirty="0"/>
              <a:t>横幅：</a:t>
            </a:r>
            <a:r>
              <a:rPr kumimoji="1" lang="en-US" altLang="ja-JP" dirty="0"/>
              <a:t>MAP_CHIP_WIDTH</a:t>
            </a:r>
          </a:p>
          <a:p>
            <a:r>
              <a:rPr lang="ja-JP" altLang="en-US" dirty="0"/>
              <a:t>縦幅：</a:t>
            </a:r>
            <a:r>
              <a:rPr lang="en-US" altLang="ja-JP" dirty="0"/>
              <a:t>MAP_CHIP_HEIGHT</a:t>
            </a:r>
          </a:p>
          <a:p>
            <a:endParaRPr kumimoji="1" lang="en-US" altLang="ja-JP" dirty="0"/>
          </a:p>
          <a:p>
            <a:r>
              <a:rPr lang="en-US" altLang="ja-JP" dirty="0"/>
              <a:t>※</a:t>
            </a:r>
            <a:r>
              <a:rPr lang="ja-JP" altLang="en-US" dirty="0"/>
              <a:t>次ページからヒント（なるべく見ないで頑張りましょう）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85467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押し出し処理 ヒント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27699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まずは、プレイヤーとマップチップの四隅の座標を把握しましょう。</a:t>
            </a:r>
            <a:endParaRPr kumimoji="1" lang="en-US" altLang="ja-JP" sz="2400" dirty="0"/>
          </a:p>
          <a:p>
            <a:endParaRPr kumimoji="1" lang="en-US" altLang="ja-JP" sz="2400" dirty="0"/>
          </a:p>
          <a:p>
            <a:r>
              <a:rPr kumimoji="1" lang="ja-JP" altLang="en-US" b="1" dirty="0">
                <a:solidFill>
                  <a:srgbClr val="FF0000"/>
                </a:solidFill>
              </a:rPr>
              <a:t>■プレイヤー</a:t>
            </a:r>
            <a:endParaRPr kumimoji="1" lang="en-US" altLang="ja-JP" b="1" dirty="0">
              <a:solidFill>
                <a:srgbClr val="FF0000"/>
              </a:solidFill>
            </a:endParaRPr>
          </a:p>
          <a:p>
            <a:r>
              <a:rPr lang="ja-JP" altLang="en-US" dirty="0"/>
              <a:t>左端：</a:t>
            </a:r>
            <a:r>
              <a:rPr lang="en-US" altLang="ja-JP" dirty="0" err="1"/>
              <a:t>g_PlayerData.PosX</a:t>
            </a:r>
            <a:endParaRPr lang="en-US" altLang="ja-JP" dirty="0"/>
          </a:p>
          <a:p>
            <a:r>
              <a:rPr kumimoji="1" lang="ja-JP" altLang="en-US" dirty="0"/>
              <a:t>右端</a:t>
            </a:r>
            <a:r>
              <a:rPr kumimoji="1" lang="ja-JP" altLang="en-US" dirty="0">
                <a:sym typeface="Wingdings" panose="05000000000000000000" pitchFamily="2" charset="2"/>
              </a:rPr>
              <a:t>：</a:t>
            </a:r>
            <a:r>
              <a:rPr kumimoji="1" lang="en-US" altLang="ja-JP" dirty="0">
                <a:sym typeface="Wingdings" panose="05000000000000000000" pitchFamily="2" charset="2"/>
              </a:rPr>
              <a:t>(</a:t>
            </a:r>
            <a:r>
              <a:rPr lang="en-US" altLang="ja-JP" dirty="0" err="1"/>
              <a:t>g_PlayerData.PosX</a:t>
            </a:r>
            <a:r>
              <a:rPr lang="en-US" altLang="ja-JP" dirty="0"/>
              <a:t> + PLAYER_WIDTH)</a:t>
            </a:r>
          </a:p>
          <a:p>
            <a:endParaRPr lang="en-US" altLang="ja-JP" dirty="0"/>
          </a:p>
          <a:p>
            <a:r>
              <a:rPr lang="ja-JP" altLang="en-US" b="1" dirty="0">
                <a:solidFill>
                  <a:srgbClr val="FF0000"/>
                </a:solidFill>
              </a:rPr>
              <a:t>■マップチップ</a:t>
            </a:r>
            <a:endParaRPr lang="en-US" altLang="ja-JP" b="1" dirty="0">
              <a:solidFill>
                <a:srgbClr val="FF0000"/>
              </a:solidFill>
            </a:endParaRPr>
          </a:p>
          <a:p>
            <a:r>
              <a:rPr lang="ja-JP" altLang="en-US" dirty="0"/>
              <a:t>左端：</a:t>
            </a:r>
            <a:r>
              <a:rPr lang="en-US" altLang="ja-JP" dirty="0" err="1"/>
              <a:t>hitX</a:t>
            </a:r>
            <a:endParaRPr lang="en-US" altLang="ja-JP" dirty="0"/>
          </a:p>
          <a:p>
            <a:r>
              <a:rPr kumimoji="1" lang="ja-JP" altLang="en-US" dirty="0"/>
              <a:t>右端</a:t>
            </a:r>
            <a:r>
              <a:rPr kumimoji="1" lang="ja-JP" altLang="en-US" dirty="0">
                <a:sym typeface="Wingdings" panose="05000000000000000000" pitchFamily="2" charset="2"/>
              </a:rPr>
              <a:t>：</a:t>
            </a:r>
            <a:r>
              <a:rPr kumimoji="1" lang="en-US" altLang="ja-JP" dirty="0">
                <a:sym typeface="Wingdings" panose="05000000000000000000" pitchFamily="2" charset="2"/>
              </a:rPr>
              <a:t>(</a:t>
            </a:r>
            <a:r>
              <a:rPr lang="en-US" altLang="ja-JP" dirty="0" err="1"/>
              <a:t>hitX</a:t>
            </a:r>
            <a:r>
              <a:rPr lang="en-US" altLang="ja-JP" dirty="0"/>
              <a:t> + MAP_CHIP_WIDTH)</a:t>
            </a:r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FDD38422-AA3D-46CB-B65C-ACFF7B8EAC1A}"/>
              </a:ext>
            </a:extLst>
          </p:cNvPr>
          <p:cNvGrpSpPr/>
          <p:nvPr/>
        </p:nvGrpSpPr>
        <p:grpSpPr>
          <a:xfrm>
            <a:off x="1616413" y="4810575"/>
            <a:ext cx="3185487" cy="1449332"/>
            <a:chOff x="567542" y="4192239"/>
            <a:chExt cx="3185487" cy="1449332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0344FEFF-88A3-4739-A251-66818F215650}"/>
                </a:ext>
              </a:extLst>
            </p:cNvPr>
            <p:cNvSpPr/>
            <p:nvPr/>
          </p:nvSpPr>
          <p:spPr>
            <a:xfrm>
              <a:off x="1226926" y="4561571"/>
              <a:ext cx="108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スマイル 7">
              <a:extLst>
                <a:ext uri="{FF2B5EF4-FFF2-40B4-BE49-F238E27FC236}">
                  <a16:creationId xmlns:a16="http://schemas.microsoft.com/office/drawing/2014/main" id="{52BD25B5-46C0-4D38-943A-CCF115E5CC72}"/>
                </a:ext>
              </a:extLst>
            </p:cNvPr>
            <p:cNvSpPr/>
            <p:nvPr/>
          </p:nvSpPr>
          <p:spPr>
            <a:xfrm>
              <a:off x="567542" y="4561571"/>
              <a:ext cx="1080000" cy="1080000"/>
            </a:xfrm>
            <a:prstGeom prst="smileyFac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27553997-D482-4D7B-9938-B08F74F88A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26926" y="5094699"/>
              <a:ext cx="420616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D8972603-BF7C-4D25-86A4-DDC39B2D9ED1}"/>
                </a:ext>
              </a:extLst>
            </p:cNvPr>
            <p:cNvSpPr txBox="1"/>
            <p:nvPr/>
          </p:nvSpPr>
          <p:spPr>
            <a:xfrm>
              <a:off x="567542" y="4192239"/>
              <a:ext cx="31854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■右に移動中に当たった場合</a:t>
              </a:r>
              <a:endParaRPr kumimoji="1" lang="en-US" altLang="ja-JP" dirty="0"/>
            </a:p>
          </p:txBody>
        </p:sp>
      </p:grpSp>
    </p:spTree>
    <p:extLst>
      <p:ext uri="{BB962C8B-B14F-4D97-AF65-F5344CB8AC3E}">
        <p14:creationId xmlns:p14="http://schemas.microsoft.com/office/powerpoint/2010/main" val="1045853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押し出し処理 ヒント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押し出した後は、これ以上動かないようにします。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5DE9B4C-4FBB-4568-8D16-B7BA6B944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256104" cy="109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333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押し出し処理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5860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X</a:t>
            </a:r>
            <a:r>
              <a:rPr kumimoji="1" lang="ja-JP" altLang="en-US" sz="2400" dirty="0"/>
              <a:t>軸の処理を参考に、</a:t>
            </a:r>
            <a:r>
              <a:rPr kumimoji="1" lang="en-US" altLang="ja-JP" sz="2400" dirty="0"/>
              <a:t>Y</a:t>
            </a:r>
            <a:r>
              <a:rPr kumimoji="1" lang="ja-JP" altLang="en-US" sz="2400" dirty="0"/>
              <a:t>軸の押し出し処理を完成させましょう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7DC1A3E-26D9-4959-AA71-B938E189A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172176" cy="429508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F720A9A-4A2C-4BC2-87D3-3FCF615150F4}"/>
              </a:ext>
            </a:extLst>
          </p:cNvPr>
          <p:cNvSpPr/>
          <p:nvPr/>
        </p:nvSpPr>
        <p:spPr>
          <a:xfrm>
            <a:off x="1763238" y="2017059"/>
            <a:ext cx="3409397" cy="2241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1A3BA27-5A2B-4BA9-AA11-27E45B2BA456}"/>
              </a:ext>
            </a:extLst>
          </p:cNvPr>
          <p:cNvSpPr/>
          <p:nvPr/>
        </p:nvSpPr>
        <p:spPr>
          <a:xfrm>
            <a:off x="2244233" y="3723288"/>
            <a:ext cx="3409397" cy="1315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5F66EA2-9488-43A1-8333-2D9785BC077C}"/>
              </a:ext>
            </a:extLst>
          </p:cNvPr>
          <p:cNvSpPr/>
          <p:nvPr/>
        </p:nvSpPr>
        <p:spPr>
          <a:xfrm>
            <a:off x="2154586" y="5781182"/>
            <a:ext cx="3409397" cy="1315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17B3304-26AC-4EFC-ADD8-4DDE5554AE33}"/>
              </a:ext>
            </a:extLst>
          </p:cNvPr>
          <p:cNvSpPr/>
          <p:nvPr/>
        </p:nvSpPr>
        <p:spPr>
          <a:xfrm>
            <a:off x="2244233" y="5152331"/>
            <a:ext cx="3409397" cy="1315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5607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361</Words>
  <Application>Microsoft Office PowerPoint</Application>
  <PresentationFormat>ワイド画面</PresentationFormat>
  <Paragraphs>59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24</cp:revision>
  <dcterms:created xsi:type="dcterms:W3CDTF">2024-08-27T02:15:54Z</dcterms:created>
  <dcterms:modified xsi:type="dcterms:W3CDTF">2026-02-12T03:49:29Z</dcterms:modified>
</cp:coreProperties>
</file>