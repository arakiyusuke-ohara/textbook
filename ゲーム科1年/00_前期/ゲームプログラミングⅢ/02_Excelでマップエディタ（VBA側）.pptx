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ゲームでたくさんのステージを作ったり、</a:t>
            </a:r>
            <a:endParaRPr lang="en-US" altLang="ja-JP" sz="2400" dirty="0"/>
          </a:p>
          <a:p>
            <a:r>
              <a:rPr kumimoji="1" lang="ja-JP" altLang="en-US" sz="2400" dirty="0"/>
              <a:t>とても広いステージを作りたい場合は、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マップエディタ</a:t>
            </a:r>
            <a:r>
              <a:rPr kumimoji="1" lang="ja-JP" altLang="en-US" sz="2400" dirty="0"/>
              <a:t>が必要になります。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84903D3-305B-40EF-A9BD-4C3CD228C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3696216" cy="285789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98336D-104D-4F60-BDB4-9199C42505B0}"/>
              </a:ext>
            </a:extLst>
          </p:cNvPr>
          <p:cNvSpPr txBox="1"/>
          <p:nvPr/>
        </p:nvSpPr>
        <p:spPr>
          <a:xfrm>
            <a:off x="567541" y="5184725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上の書き方だと限界があります。。。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77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最も簡単にマップエディタとして使えるものが</a:t>
            </a:r>
            <a:r>
              <a:rPr lang="en-US" altLang="ja-JP" sz="2400" b="1" dirty="0">
                <a:solidFill>
                  <a:srgbClr val="00B050"/>
                </a:solidFill>
              </a:rPr>
              <a:t>Excel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kumimoji="1" lang="en-US" altLang="ja-JP" sz="2400" dirty="0"/>
              <a:t>Excel</a:t>
            </a:r>
            <a:r>
              <a:rPr kumimoji="1" lang="ja-JP" altLang="en-US" sz="2400" dirty="0"/>
              <a:t>は最初から行列で構成されているので、マップエディタに最適です。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97511CD-8188-44DC-8DBB-6B6AEB894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2187126"/>
            <a:ext cx="8907198" cy="419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3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69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ただし、</a:t>
            </a:r>
            <a:r>
              <a:rPr lang="en-US" altLang="ja-JP" sz="2400" b="1" dirty="0">
                <a:solidFill>
                  <a:srgbClr val="FF0000"/>
                </a:solidFill>
              </a:rPr>
              <a:t>Excel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ファイルをそのままゲームに使用することはできません。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ゲームで使用するには、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バイナリファイルに変換</a:t>
            </a:r>
            <a:r>
              <a:rPr kumimoji="1" lang="ja-JP" altLang="en-US" sz="2400" dirty="0"/>
              <a:t>する必要があります。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D6DB28D-EFA6-4F42-89B2-96BC98226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1795304" cy="203467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D378009-3A09-4988-B391-A9E9ECBEFE3E}"/>
              </a:ext>
            </a:extLst>
          </p:cNvPr>
          <p:cNvSpPr txBox="1"/>
          <p:nvPr/>
        </p:nvSpPr>
        <p:spPr>
          <a:xfrm>
            <a:off x="567542" y="4361504"/>
            <a:ext cx="109568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バイナリファイル以外の形式もあるのですが、</a:t>
            </a:r>
            <a:endParaRPr lang="en-US" altLang="ja-JP" sz="2400" dirty="0"/>
          </a:p>
          <a:p>
            <a:r>
              <a:rPr lang="ja-JP" altLang="en-US" sz="2400" dirty="0"/>
              <a:t>ゲームで使用するファイルとして</a:t>
            </a:r>
            <a:r>
              <a:rPr lang="ja-JP" altLang="en-US" sz="2400" b="1" dirty="0">
                <a:solidFill>
                  <a:srgbClr val="FF0000"/>
                </a:solidFill>
              </a:rPr>
              <a:t>最も効率が良い</a:t>
            </a:r>
            <a:r>
              <a:rPr lang="ja-JP" altLang="en-US" sz="2400" dirty="0"/>
              <a:t>のがバイナリファイルです。</a:t>
            </a:r>
            <a:endParaRPr kumimoji="1" lang="en-US" altLang="ja-JP" sz="2400" dirty="0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52D8E0E0-5E5D-40E3-B3FC-68005F742F72}"/>
              </a:ext>
            </a:extLst>
          </p:cNvPr>
          <p:cNvSpPr/>
          <p:nvPr/>
        </p:nvSpPr>
        <p:spPr>
          <a:xfrm>
            <a:off x="2837554" y="2979930"/>
            <a:ext cx="1795304" cy="6663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EAB3CF1-94B5-439C-AAA1-E3B91B96D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174" y="2190577"/>
            <a:ext cx="1656231" cy="203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30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7209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Excel</a:t>
            </a:r>
            <a:r>
              <a:rPr lang="ja-JP" altLang="en-US" sz="2400" dirty="0"/>
              <a:t>には</a:t>
            </a:r>
            <a:r>
              <a:rPr lang="en-US" altLang="ja-JP" sz="2400" b="1" dirty="0">
                <a:solidFill>
                  <a:srgbClr val="FF0000"/>
                </a:solidFill>
              </a:rPr>
              <a:t>VBA</a:t>
            </a:r>
            <a:r>
              <a:rPr lang="ja-JP" altLang="en-US" sz="2400" dirty="0"/>
              <a:t>という</a:t>
            </a:r>
            <a:r>
              <a:rPr lang="ja-JP" altLang="en-US" sz="2400" b="1" dirty="0">
                <a:solidFill>
                  <a:srgbClr val="FF0000"/>
                </a:solidFill>
              </a:rPr>
              <a:t>プログラムを書く機能</a:t>
            </a:r>
            <a:r>
              <a:rPr lang="ja-JP" altLang="en-US" sz="2400" dirty="0"/>
              <a:t>が用意されています。</a:t>
            </a:r>
            <a:endParaRPr lang="en-US" altLang="ja-JP" sz="2400" dirty="0"/>
          </a:p>
          <a:p>
            <a:r>
              <a:rPr kumimoji="1" lang="ja-JP" altLang="en-US" sz="2400" dirty="0"/>
              <a:t>この</a:t>
            </a:r>
            <a:r>
              <a:rPr kumimoji="1" lang="en-US" altLang="ja-JP" sz="2400" dirty="0"/>
              <a:t>VBA</a:t>
            </a:r>
            <a:r>
              <a:rPr kumimoji="1" lang="ja-JP" altLang="en-US" sz="2400" dirty="0"/>
              <a:t>を使ってマップ情報をバイナリファイルにします。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VBA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（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Visual Basic for Applications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）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ゲーム業界以外でもよく使われる、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Excel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をもっと便利に使うためのプログラム</a:t>
            </a:r>
            <a:r>
              <a:rPr kumimoji="1" lang="ja-JP" altLang="en-US" sz="2400" dirty="0"/>
              <a:t>のこと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では</a:t>
            </a:r>
            <a:r>
              <a:rPr kumimoji="1" lang="en-US" altLang="ja-JP" sz="2400" dirty="0"/>
              <a:t>Excel</a:t>
            </a:r>
            <a:r>
              <a:rPr kumimoji="1" lang="ja-JP" altLang="en-US" sz="2400" dirty="0"/>
              <a:t>を開いて新規ファイルを作りましょう。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14648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4780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新規の</a:t>
            </a:r>
            <a:r>
              <a:rPr lang="en-US" altLang="ja-JP" sz="2400" dirty="0"/>
              <a:t>Excel</a:t>
            </a:r>
            <a:r>
              <a:rPr lang="ja-JP" altLang="en-US" sz="2400" dirty="0"/>
              <a:t>には</a:t>
            </a:r>
            <a:r>
              <a:rPr lang="en-US" altLang="ja-JP" sz="2400" dirty="0"/>
              <a:t>VBA</a:t>
            </a:r>
            <a:r>
              <a:rPr lang="ja-JP" altLang="en-US" sz="2400" dirty="0"/>
              <a:t>機能がありません。</a:t>
            </a:r>
            <a:r>
              <a:rPr kumimoji="1" lang="ja-JP" altLang="en-US" sz="2400" dirty="0"/>
              <a:t>まずは機能を追加します。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１．左上の「ファイル」から「オプションを選択」</a:t>
            </a:r>
            <a:endParaRPr kumimoji="1" lang="en-US" altLang="ja-JP" sz="2400" dirty="0"/>
          </a:p>
          <a:p>
            <a:r>
              <a:rPr lang="ja-JP" altLang="en-US" sz="2400" dirty="0"/>
              <a:t>２．「リボンのユーザー設定」から「開発」にチェックを入れる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9E2B170-3E10-474C-9444-5795C55A2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925790"/>
            <a:ext cx="4918858" cy="3565382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E80B4092-70D3-4863-8AD1-B0845D5B5F01}"/>
              </a:ext>
            </a:extLst>
          </p:cNvPr>
          <p:cNvSpPr/>
          <p:nvPr/>
        </p:nvSpPr>
        <p:spPr>
          <a:xfrm rot="10800000">
            <a:off x="3875713" y="5134062"/>
            <a:ext cx="419449" cy="37750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918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すると「</a:t>
            </a:r>
            <a:r>
              <a:rPr lang="ja-JP" altLang="en-US" sz="2400" b="1" dirty="0">
                <a:solidFill>
                  <a:srgbClr val="FF0000"/>
                </a:solidFill>
              </a:rPr>
              <a:t>開発</a:t>
            </a:r>
            <a:r>
              <a:rPr lang="ja-JP" altLang="en-US" sz="2400" dirty="0"/>
              <a:t>」というリボンが追加されます。</a:t>
            </a:r>
            <a:endParaRPr lang="en-US" altLang="ja-JP" sz="2400" dirty="0"/>
          </a:p>
          <a:p>
            <a:r>
              <a:rPr kumimoji="1" lang="ja-JP" altLang="en-US" sz="2400" dirty="0"/>
              <a:t>選択してみましょう。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2B97045-2571-4053-901C-D67329BC0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8316486" cy="1600423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ACBFFC3E-A33A-4317-9155-C9D7DCF8E9CB}"/>
              </a:ext>
            </a:extLst>
          </p:cNvPr>
          <p:cNvSpPr/>
          <p:nvPr/>
        </p:nvSpPr>
        <p:spPr>
          <a:xfrm rot="13863307">
            <a:off x="5763637" y="2782373"/>
            <a:ext cx="664723" cy="47665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4089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プログラムを書きましょう。</a:t>
            </a:r>
            <a:endParaRPr kumimoji="1"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5BF33064-5341-4C8A-8D9E-656A4FDD7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848902" cy="4648849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A534877-22B7-41C0-A7A9-F41369395293}"/>
              </a:ext>
            </a:extLst>
          </p:cNvPr>
          <p:cNvSpPr txBox="1"/>
          <p:nvPr/>
        </p:nvSpPr>
        <p:spPr>
          <a:xfrm>
            <a:off x="5969243" y="5635646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どんな処理なのか</a:t>
            </a:r>
            <a:endParaRPr kumimoji="1" lang="en-US" altLang="ja-JP" sz="2400" dirty="0"/>
          </a:p>
          <a:p>
            <a:r>
              <a:rPr kumimoji="1" lang="ja-JP" altLang="en-US" sz="2400" dirty="0"/>
              <a:t>考えながら書いてみましょう。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75686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61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Excel</a:t>
            </a:r>
            <a:r>
              <a:rPr kumimoji="1" lang="ja-JP" altLang="en-US" sz="2400" dirty="0"/>
              <a:t>に戻って、開発リボンの「挿入」からボタンを選択しましょう。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520CE14-0346-4030-8A85-C9E268F8E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971925" cy="4229100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E9C965B0-48B1-41AB-B30B-17440E08EAB1}"/>
              </a:ext>
            </a:extLst>
          </p:cNvPr>
          <p:cNvSpPr/>
          <p:nvPr/>
        </p:nvSpPr>
        <p:spPr>
          <a:xfrm rot="18987429">
            <a:off x="802531" y="4095733"/>
            <a:ext cx="664723" cy="47665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0543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さきほど作成した関数を選択します。</a:t>
            </a:r>
            <a:endParaRPr kumimoji="1" lang="en-US" altLang="ja-JP" sz="2400" dirty="0"/>
          </a:p>
          <a:p>
            <a:r>
              <a:rPr lang="ja-JP" altLang="en-US" sz="2400" dirty="0"/>
              <a:t>これで</a:t>
            </a:r>
            <a:r>
              <a:rPr lang="ja-JP" altLang="en-US" sz="2400" b="1" dirty="0">
                <a:solidFill>
                  <a:srgbClr val="FF0000"/>
                </a:solidFill>
              </a:rPr>
              <a:t>ボタンが押されると、この関数の処理が実行</a:t>
            </a:r>
            <a:r>
              <a:rPr lang="ja-JP" altLang="en-US" sz="2400" dirty="0"/>
              <a:t>されます。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524ADC7-3C1D-4075-87EF-BE901B66C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4281094" cy="417892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31A56C4-FCA4-445D-BC38-EC7B4F649FA9}"/>
              </a:ext>
            </a:extLst>
          </p:cNvPr>
          <p:cNvSpPr txBox="1"/>
          <p:nvPr/>
        </p:nvSpPr>
        <p:spPr>
          <a:xfrm>
            <a:off x="5178915" y="5904381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ボタンの名前は「出力」にしましょう。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51487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303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ボタンを押すとマップデータが出力されます。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dirty="0"/>
              <a:t>Project &gt; Data &gt; Map</a:t>
            </a:r>
            <a:r>
              <a:rPr lang="ja-JP" altLang="en-US" sz="2400" dirty="0"/>
              <a:t>フォルダ」を確認しましょう。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76C0836-A628-4AA7-A487-8FF37A028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4336156" cy="2258414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BA3418CB-ED73-4807-A90D-1A3AFFCBF086}"/>
              </a:ext>
            </a:extLst>
          </p:cNvPr>
          <p:cNvSpPr/>
          <p:nvPr/>
        </p:nvSpPr>
        <p:spPr>
          <a:xfrm rot="13844886">
            <a:off x="2008409" y="3938743"/>
            <a:ext cx="664723" cy="47665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106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1588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VBA</a:t>
            </a:r>
            <a:r>
              <a:rPr lang="ja-JP" altLang="en-US" sz="2400" dirty="0"/>
              <a:t>を使いこなすと、</a:t>
            </a:r>
            <a:r>
              <a:rPr lang="en-US" altLang="ja-JP" sz="2400" dirty="0"/>
              <a:t>Excel</a:t>
            </a:r>
            <a:r>
              <a:rPr lang="ja-JP" altLang="en-US" sz="2400" dirty="0"/>
              <a:t>を有効に使うことができます。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普及率も高いため、</a:t>
            </a:r>
            <a:endParaRPr lang="en-US" altLang="ja-JP" sz="2400" dirty="0"/>
          </a:p>
          <a:p>
            <a:r>
              <a:rPr lang="ja-JP" altLang="en-US" sz="2400" dirty="0"/>
              <a:t>ネットで調べたり、生成</a:t>
            </a:r>
            <a:r>
              <a:rPr lang="en-US" altLang="ja-JP" sz="2400" dirty="0"/>
              <a:t>AI</a:t>
            </a:r>
            <a:r>
              <a:rPr lang="ja-JP" altLang="en-US" sz="2400" dirty="0"/>
              <a:t>で簡単にサンプルを調べることもできます。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/>
              <a:t>有効に使っていきましょう。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43352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398</Words>
  <Application>Microsoft Office PowerPoint</Application>
  <PresentationFormat>ワイド画面</PresentationFormat>
  <Paragraphs>50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16</cp:revision>
  <dcterms:created xsi:type="dcterms:W3CDTF">2024-08-27T02:15:54Z</dcterms:created>
  <dcterms:modified xsi:type="dcterms:W3CDTF">2024-11-14T02:20:53Z</dcterms:modified>
</cp:coreProperties>
</file>