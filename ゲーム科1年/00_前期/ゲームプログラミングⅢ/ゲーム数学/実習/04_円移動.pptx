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荒木 優介" userId="8e6d17bf-8fa4-4ec7-9082-0d2d1afc5a01" providerId="ADAL" clId="{685089D6-64F3-49B6-8C04-EEB3E49C7D5C}"/>
    <pc:docChg chg="custSel addSld delSld modSld sldOrd">
      <pc:chgData name="荒木 優介" userId="8e6d17bf-8fa4-4ec7-9082-0d2d1afc5a01" providerId="ADAL" clId="{685089D6-64F3-49B6-8C04-EEB3E49C7D5C}" dt="2024-11-05T07:47:05.859" v="1141" actId="20577"/>
      <pc:docMkLst>
        <pc:docMk/>
      </pc:docMkLst>
      <pc:sldChg chg="addSp modSp mod">
        <pc:chgData name="荒木 優介" userId="8e6d17bf-8fa4-4ec7-9082-0d2d1afc5a01" providerId="ADAL" clId="{685089D6-64F3-49B6-8C04-EEB3E49C7D5C}" dt="2024-11-05T07:28:19.365" v="186" actId="1076"/>
        <pc:sldMkLst>
          <pc:docMk/>
          <pc:sldMk cId="410028988" sldId="256"/>
        </pc:sldMkLst>
        <pc:spChg chg="mod">
          <ac:chgData name="荒木 優介" userId="8e6d17bf-8fa4-4ec7-9082-0d2d1afc5a01" providerId="ADAL" clId="{685089D6-64F3-49B6-8C04-EEB3E49C7D5C}" dt="2024-11-05T07:22:58.267" v="8" actId="20577"/>
          <ac:spMkLst>
            <pc:docMk/>
            <pc:sldMk cId="410028988" sldId="256"/>
            <ac:spMk id="4" creationId="{5A13BF46-B8C5-48AA-8308-C9ECFF431A18}"/>
          </ac:spMkLst>
        </pc:spChg>
        <pc:spChg chg="add mod">
          <ac:chgData name="荒木 優介" userId="8e6d17bf-8fa4-4ec7-9082-0d2d1afc5a01" providerId="ADAL" clId="{685089D6-64F3-49B6-8C04-EEB3E49C7D5C}" dt="2024-11-05T07:28:16.949" v="185" actId="14100"/>
          <ac:spMkLst>
            <pc:docMk/>
            <pc:sldMk cId="410028988" sldId="256"/>
            <ac:spMk id="5" creationId="{2EEFCF36-CAD9-4448-AB53-0E9195D8B3F7}"/>
          </ac:spMkLst>
        </pc:spChg>
        <pc:spChg chg="mod">
          <ac:chgData name="荒木 優介" userId="8e6d17bf-8fa4-4ec7-9082-0d2d1afc5a01" providerId="ADAL" clId="{685089D6-64F3-49B6-8C04-EEB3E49C7D5C}" dt="2024-11-05T07:23:37.421" v="102" actId="113"/>
          <ac:spMkLst>
            <pc:docMk/>
            <pc:sldMk cId="410028988" sldId="256"/>
            <ac:spMk id="6" creationId="{55830AD6-028B-4C4E-80BF-B70DFC1C3A46}"/>
          </ac:spMkLst>
        </pc:spChg>
        <pc:picChg chg="add mod">
          <ac:chgData name="荒木 優介" userId="8e6d17bf-8fa4-4ec7-9082-0d2d1afc5a01" providerId="ADAL" clId="{685089D6-64F3-49B6-8C04-EEB3E49C7D5C}" dt="2024-11-05T07:28:19.365" v="186" actId="1076"/>
          <ac:picMkLst>
            <pc:docMk/>
            <pc:sldMk cId="410028988" sldId="256"/>
            <ac:picMk id="3" creationId="{CE08B472-8973-4E7C-931A-AF3605188FAC}"/>
          </ac:picMkLst>
        </pc:picChg>
      </pc:sldChg>
      <pc:sldChg chg="del">
        <pc:chgData name="荒木 優介" userId="8e6d17bf-8fa4-4ec7-9082-0d2d1afc5a01" providerId="ADAL" clId="{685089D6-64F3-49B6-8C04-EEB3E49C7D5C}" dt="2024-11-05T07:23:46.924" v="103" actId="47"/>
        <pc:sldMkLst>
          <pc:docMk/>
          <pc:sldMk cId="1086491531" sldId="257"/>
        </pc:sldMkLst>
      </pc:sldChg>
      <pc:sldChg chg="addSp modSp add mod ord">
        <pc:chgData name="荒木 優介" userId="8e6d17bf-8fa4-4ec7-9082-0d2d1afc5a01" providerId="ADAL" clId="{685089D6-64F3-49B6-8C04-EEB3E49C7D5C}" dt="2024-11-05T07:47:05.859" v="1141" actId="20577"/>
        <pc:sldMkLst>
          <pc:docMk/>
          <pc:sldMk cId="4243093328" sldId="257"/>
        </pc:sldMkLst>
        <pc:spChg chg="mod">
          <ac:chgData name="荒木 優介" userId="8e6d17bf-8fa4-4ec7-9082-0d2d1afc5a01" providerId="ADAL" clId="{685089D6-64F3-49B6-8C04-EEB3E49C7D5C}" dt="2024-11-05T07:47:05.859" v="1141" actId="20577"/>
          <ac:spMkLst>
            <pc:docMk/>
            <pc:sldMk cId="4243093328" sldId="257"/>
            <ac:spMk id="6" creationId="{55830AD6-028B-4C4E-80BF-B70DFC1C3A46}"/>
          </ac:spMkLst>
        </pc:spChg>
        <pc:picChg chg="add mod">
          <ac:chgData name="荒木 優介" userId="8e6d17bf-8fa4-4ec7-9082-0d2d1afc5a01" providerId="ADAL" clId="{685089D6-64F3-49B6-8C04-EEB3E49C7D5C}" dt="2024-11-05T07:24:47.986" v="158" actId="14100"/>
          <ac:picMkLst>
            <pc:docMk/>
            <pc:sldMk cId="4243093328" sldId="257"/>
            <ac:picMk id="3" creationId="{DEDC424D-C446-4EC1-AAED-426FB693A9D2}"/>
          </ac:picMkLst>
        </pc:picChg>
      </pc:sldChg>
      <pc:sldChg chg="addSp delSp modSp add mod">
        <pc:chgData name="荒木 優介" userId="8e6d17bf-8fa4-4ec7-9082-0d2d1afc5a01" providerId="ADAL" clId="{685089D6-64F3-49B6-8C04-EEB3E49C7D5C}" dt="2024-11-05T07:34:05.820" v="381" actId="403"/>
        <pc:sldMkLst>
          <pc:docMk/>
          <pc:sldMk cId="2232339561" sldId="258"/>
        </pc:sldMkLst>
        <pc:spChg chg="add del">
          <ac:chgData name="荒木 優介" userId="8e6d17bf-8fa4-4ec7-9082-0d2d1afc5a01" providerId="ADAL" clId="{685089D6-64F3-49B6-8C04-EEB3E49C7D5C}" dt="2024-11-05T07:32:52.618" v="349" actId="478"/>
          <ac:spMkLst>
            <pc:docMk/>
            <pc:sldMk cId="2232339561" sldId="258"/>
            <ac:spMk id="2" creationId="{601EC018-96DF-425A-A45F-9F96FDFA6256}"/>
          </ac:spMkLst>
        </pc:spChg>
        <pc:spChg chg="del">
          <ac:chgData name="荒木 優介" userId="8e6d17bf-8fa4-4ec7-9082-0d2d1afc5a01" providerId="ADAL" clId="{685089D6-64F3-49B6-8C04-EEB3E49C7D5C}" dt="2024-11-05T07:28:31.570" v="189" actId="478"/>
          <ac:spMkLst>
            <pc:docMk/>
            <pc:sldMk cId="2232339561" sldId="258"/>
            <ac:spMk id="5" creationId="{2EEFCF36-CAD9-4448-AB53-0E9195D8B3F7}"/>
          </ac:spMkLst>
        </pc:spChg>
        <pc:spChg chg="mod">
          <ac:chgData name="荒木 優介" userId="8e6d17bf-8fa4-4ec7-9082-0d2d1afc5a01" providerId="ADAL" clId="{685089D6-64F3-49B6-8C04-EEB3E49C7D5C}" dt="2024-11-05T07:29:38.589" v="344" actId="20577"/>
          <ac:spMkLst>
            <pc:docMk/>
            <pc:sldMk cId="2232339561" sldId="258"/>
            <ac:spMk id="6" creationId="{55830AD6-028B-4C4E-80BF-B70DFC1C3A46}"/>
          </ac:spMkLst>
        </pc:spChg>
        <pc:spChg chg="mod">
          <ac:chgData name="荒木 優介" userId="8e6d17bf-8fa4-4ec7-9082-0d2d1afc5a01" providerId="ADAL" clId="{685089D6-64F3-49B6-8C04-EEB3E49C7D5C}" dt="2024-11-05T07:31:50.976" v="345"/>
          <ac:spMkLst>
            <pc:docMk/>
            <pc:sldMk cId="2232339561" sldId="258"/>
            <ac:spMk id="8" creationId="{F2BA5D62-8C30-4649-AF5B-7CFE9C4FAA31}"/>
          </ac:spMkLst>
        </pc:spChg>
        <pc:spChg chg="mod">
          <ac:chgData name="荒木 優介" userId="8e6d17bf-8fa4-4ec7-9082-0d2d1afc5a01" providerId="ADAL" clId="{685089D6-64F3-49B6-8C04-EEB3E49C7D5C}" dt="2024-11-05T07:31:50.976" v="345"/>
          <ac:spMkLst>
            <pc:docMk/>
            <pc:sldMk cId="2232339561" sldId="258"/>
            <ac:spMk id="10" creationId="{D2396ACB-7FDE-4794-9479-B06C378A4811}"/>
          </ac:spMkLst>
        </pc:spChg>
        <pc:spChg chg="mod">
          <ac:chgData name="荒木 優介" userId="8e6d17bf-8fa4-4ec7-9082-0d2d1afc5a01" providerId="ADAL" clId="{685089D6-64F3-49B6-8C04-EEB3E49C7D5C}" dt="2024-11-05T07:31:50.976" v="345"/>
          <ac:spMkLst>
            <pc:docMk/>
            <pc:sldMk cId="2232339561" sldId="258"/>
            <ac:spMk id="11" creationId="{1186BE1B-DC52-45B2-BE33-FAA94EB41C80}"/>
          </ac:spMkLst>
        </pc:spChg>
        <pc:spChg chg="add del mod">
          <ac:chgData name="荒木 優介" userId="8e6d17bf-8fa4-4ec7-9082-0d2d1afc5a01" providerId="ADAL" clId="{685089D6-64F3-49B6-8C04-EEB3E49C7D5C}" dt="2024-11-05T07:33:50.404" v="375" actId="478"/>
          <ac:spMkLst>
            <pc:docMk/>
            <pc:sldMk cId="2232339561" sldId="258"/>
            <ac:spMk id="12" creationId="{1A4E764C-3547-486C-AA4C-D11D2AA6BC45}"/>
          </ac:spMkLst>
        </pc:spChg>
        <pc:spChg chg="add del mod">
          <ac:chgData name="荒木 優介" userId="8e6d17bf-8fa4-4ec7-9082-0d2d1afc5a01" providerId="ADAL" clId="{685089D6-64F3-49B6-8C04-EEB3E49C7D5C}" dt="2024-11-05T07:33:50.404" v="375" actId="478"/>
          <ac:spMkLst>
            <pc:docMk/>
            <pc:sldMk cId="2232339561" sldId="258"/>
            <ac:spMk id="13" creationId="{6E92FC28-060F-48AA-9A4A-90970885E02C}"/>
          </ac:spMkLst>
        </pc:spChg>
        <pc:spChg chg="mod">
          <ac:chgData name="荒木 優介" userId="8e6d17bf-8fa4-4ec7-9082-0d2d1afc5a01" providerId="ADAL" clId="{685089D6-64F3-49B6-8C04-EEB3E49C7D5C}" dt="2024-11-05T07:33:46.559" v="373"/>
          <ac:spMkLst>
            <pc:docMk/>
            <pc:sldMk cId="2232339561" sldId="258"/>
            <ac:spMk id="15" creationId="{D14C5708-02B6-4ED5-B24F-C08A21F206C6}"/>
          </ac:spMkLst>
        </pc:spChg>
        <pc:spChg chg="mod">
          <ac:chgData name="荒木 優介" userId="8e6d17bf-8fa4-4ec7-9082-0d2d1afc5a01" providerId="ADAL" clId="{685089D6-64F3-49B6-8C04-EEB3E49C7D5C}" dt="2024-11-05T07:33:46.559" v="373"/>
          <ac:spMkLst>
            <pc:docMk/>
            <pc:sldMk cId="2232339561" sldId="258"/>
            <ac:spMk id="17" creationId="{39D982AA-CAFD-4EB2-92E6-DEF186F402AC}"/>
          </ac:spMkLst>
        </pc:spChg>
        <pc:spChg chg="mod">
          <ac:chgData name="荒木 優介" userId="8e6d17bf-8fa4-4ec7-9082-0d2d1afc5a01" providerId="ADAL" clId="{685089D6-64F3-49B6-8C04-EEB3E49C7D5C}" dt="2024-11-05T07:33:46.559" v="373"/>
          <ac:spMkLst>
            <pc:docMk/>
            <pc:sldMk cId="2232339561" sldId="258"/>
            <ac:spMk id="18" creationId="{8196F944-77BA-48A5-A01C-6B47D1B3D933}"/>
          </ac:spMkLst>
        </pc:spChg>
        <pc:spChg chg="add del mod">
          <ac:chgData name="荒木 優介" userId="8e6d17bf-8fa4-4ec7-9082-0d2d1afc5a01" providerId="ADAL" clId="{685089D6-64F3-49B6-8C04-EEB3E49C7D5C}" dt="2024-11-05T07:33:47.655" v="374"/>
          <ac:spMkLst>
            <pc:docMk/>
            <pc:sldMk cId="2232339561" sldId="258"/>
            <ac:spMk id="19" creationId="{B704034A-9B84-4AA1-A69A-D9DE4E1E779B}"/>
          </ac:spMkLst>
        </pc:spChg>
        <pc:spChg chg="add del mod">
          <ac:chgData name="荒木 優介" userId="8e6d17bf-8fa4-4ec7-9082-0d2d1afc5a01" providerId="ADAL" clId="{685089D6-64F3-49B6-8C04-EEB3E49C7D5C}" dt="2024-11-05T07:33:47.655" v="374"/>
          <ac:spMkLst>
            <pc:docMk/>
            <pc:sldMk cId="2232339561" sldId="258"/>
            <ac:spMk id="20" creationId="{D31A262D-BD20-4EA9-840E-4CDBCF79B37A}"/>
          </ac:spMkLst>
        </pc:spChg>
        <pc:spChg chg="add del mod">
          <ac:chgData name="荒木 優介" userId="8e6d17bf-8fa4-4ec7-9082-0d2d1afc5a01" providerId="ADAL" clId="{685089D6-64F3-49B6-8C04-EEB3E49C7D5C}" dt="2024-11-05T07:33:47.655" v="374"/>
          <ac:spMkLst>
            <pc:docMk/>
            <pc:sldMk cId="2232339561" sldId="258"/>
            <ac:spMk id="25" creationId="{27B31072-5C80-45B5-A6DC-B723EE3B335A}"/>
          </ac:spMkLst>
        </pc:spChg>
        <pc:spChg chg="add del mod">
          <ac:chgData name="荒木 優介" userId="8e6d17bf-8fa4-4ec7-9082-0d2d1afc5a01" providerId="ADAL" clId="{685089D6-64F3-49B6-8C04-EEB3E49C7D5C}" dt="2024-11-05T07:33:47.655" v="374"/>
          <ac:spMkLst>
            <pc:docMk/>
            <pc:sldMk cId="2232339561" sldId="258"/>
            <ac:spMk id="26" creationId="{9F465DFA-89F3-447E-9D0B-DB84CEECC7E5}"/>
          </ac:spMkLst>
        </pc:spChg>
        <pc:spChg chg="add del mod">
          <ac:chgData name="荒木 優介" userId="8e6d17bf-8fa4-4ec7-9082-0d2d1afc5a01" providerId="ADAL" clId="{685089D6-64F3-49B6-8C04-EEB3E49C7D5C}" dt="2024-11-05T07:33:47.655" v="374"/>
          <ac:spMkLst>
            <pc:docMk/>
            <pc:sldMk cId="2232339561" sldId="258"/>
            <ac:spMk id="27" creationId="{30985A82-7E50-425E-A7B0-B02522713E21}"/>
          </ac:spMkLst>
        </pc:spChg>
        <pc:spChg chg="add del mod">
          <ac:chgData name="荒木 優介" userId="8e6d17bf-8fa4-4ec7-9082-0d2d1afc5a01" providerId="ADAL" clId="{685089D6-64F3-49B6-8C04-EEB3E49C7D5C}" dt="2024-11-05T07:33:47.655" v="374"/>
          <ac:spMkLst>
            <pc:docMk/>
            <pc:sldMk cId="2232339561" sldId="258"/>
            <ac:spMk id="28" creationId="{27787B2D-1E64-4328-8F55-68458D492896}"/>
          </ac:spMkLst>
        </pc:spChg>
        <pc:spChg chg="mod">
          <ac:chgData name="荒木 優介" userId="8e6d17bf-8fa4-4ec7-9082-0d2d1afc5a01" providerId="ADAL" clId="{685089D6-64F3-49B6-8C04-EEB3E49C7D5C}" dt="2024-11-05T07:34:05.820" v="381" actId="403"/>
          <ac:spMkLst>
            <pc:docMk/>
            <pc:sldMk cId="2232339561" sldId="258"/>
            <ac:spMk id="30" creationId="{1E155291-B18B-40EB-A703-470BDEAA75BE}"/>
          </ac:spMkLst>
        </pc:spChg>
        <pc:spChg chg="mod">
          <ac:chgData name="荒木 優介" userId="8e6d17bf-8fa4-4ec7-9082-0d2d1afc5a01" providerId="ADAL" clId="{685089D6-64F3-49B6-8C04-EEB3E49C7D5C}" dt="2024-11-05T07:34:05.820" v="381" actId="403"/>
          <ac:spMkLst>
            <pc:docMk/>
            <pc:sldMk cId="2232339561" sldId="258"/>
            <ac:spMk id="32" creationId="{D7CD3EBD-FE94-409F-8421-E07EAFDE1F84}"/>
          </ac:spMkLst>
        </pc:spChg>
        <pc:spChg chg="mod">
          <ac:chgData name="荒木 優介" userId="8e6d17bf-8fa4-4ec7-9082-0d2d1afc5a01" providerId="ADAL" clId="{685089D6-64F3-49B6-8C04-EEB3E49C7D5C}" dt="2024-11-05T07:34:05.820" v="381" actId="403"/>
          <ac:spMkLst>
            <pc:docMk/>
            <pc:sldMk cId="2232339561" sldId="258"/>
            <ac:spMk id="33" creationId="{CFA261DB-568D-4113-966A-B7D350E25559}"/>
          </ac:spMkLst>
        </pc:spChg>
        <pc:spChg chg="add mod">
          <ac:chgData name="荒木 優介" userId="8e6d17bf-8fa4-4ec7-9082-0d2d1afc5a01" providerId="ADAL" clId="{685089D6-64F3-49B6-8C04-EEB3E49C7D5C}" dt="2024-11-05T07:34:05.820" v="381" actId="403"/>
          <ac:spMkLst>
            <pc:docMk/>
            <pc:sldMk cId="2232339561" sldId="258"/>
            <ac:spMk id="34" creationId="{113F36A2-76DA-4BD3-899F-BCE19D99642E}"/>
          </ac:spMkLst>
        </pc:spChg>
        <pc:spChg chg="add mod">
          <ac:chgData name="荒木 優介" userId="8e6d17bf-8fa4-4ec7-9082-0d2d1afc5a01" providerId="ADAL" clId="{685089D6-64F3-49B6-8C04-EEB3E49C7D5C}" dt="2024-11-05T07:34:05.820" v="381" actId="403"/>
          <ac:spMkLst>
            <pc:docMk/>
            <pc:sldMk cId="2232339561" sldId="258"/>
            <ac:spMk id="35" creationId="{85B74FFA-D226-4D3B-9237-CFBC27A4B944}"/>
          </ac:spMkLst>
        </pc:spChg>
        <pc:spChg chg="add mod">
          <ac:chgData name="荒木 優介" userId="8e6d17bf-8fa4-4ec7-9082-0d2d1afc5a01" providerId="ADAL" clId="{685089D6-64F3-49B6-8C04-EEB3E49C7D5C}" dt="2024-11-05T07:34:05.820" v="381" actId="403"/>
          <ac:spMkLst>
            <pc:docMk/>
            <pc:sldMk cId="2232339561" sldId="258"/>
            <ac:spMk id="40" creationId="{6F2FBD4D-267A-47CE-AB8C-717DFC8F1CE5}"/>
          </ac:spMkLst>
        </pc:spChg>
        <pc:spChg chg="add mod">
          <ac:chgData name="荒木 優介" userId="8e6d17bf-8fa4-4ec7-9082-0d2d1afc5a01" providerId="ADAL" clId="{685089D6-64F3-49B6-8C04-EEB3E49C7D5C}" dt="2024-11-05T07:34:05.820" v="381" actId="403"/>
          <ac:spMkLst>
            <pc:docMk/>
            <pc:sldMk cId="2232339561" sldId="258"/>
            <ac:spMk id="41" creationId="{AAA7AA62-BBC5-4763-BB6D-378E7A77884F}"/>
          </ac:spMkLst>
        </pc:spChg>
        <pc:spChg chg="add mod">
          <ac:chgData name="荒木 優介" userId="8e6d17bf-8fa4-4ec7-9082-0d2d1afc5a01" providerId="ADAL" clId="{685089D6-64F3-49B6-8C04-EEB3E49C7D5C}" dt="2024-11-05T07:34:05.820" v="381" actId="403"/>
          <ac:spMkLst>
            <pc:docMk/>
            <pc:sldMk cId="2232339561" sldId="258"/>
            <ac:spMk id="42" creationId="{9D3A271E-D94D-4992-BD14-A27626FF3BD4}"/>
          </ac:spMkLst>
        </pc:spChg>
        <pc:spChg chg="add mod">
          <ac:chgData name="荒木 優介" userId="8e6d17bf-8fa4-4ec7-9082-0d2d1afc5a01" providerId="ADAL" clId="{685089D6-64F3-49B6-8C04-EEB3E49C7D5C}" dt="2024-11-05T07:34:05.820" v="381" actId="403"/>
          <ac:spMkLst>
            <pc:docMk/>
            <pc:sldMk cId="2232339561" sldId="258"/>
            <ac:spMk id="43" creationId="{82155811-47C1-4A2C-93F3-BDE97ABAE526}"/>
          </ac:spMkLst>
        </pc:spChg>
        <pc:grpChg chg="add del mod">
          <ac:chgData name="荒木 優介" userId="8e6d17bf-8fa4-4ec7-9082-0d2d1afc5a01" providerId="ADAL" clId="{685089D6-64F3-49B6-8C04-EEB3E49C7D5C}" dt="2024-11-05T07:33:50.404" v="375" actId="478"/>
          <ac:grpSpMkLst>
            <pc:docMk/>
            <pc:sldMk cId="2232339561" sldId="258"/>
            <ac:grpSpMk id="7" creationId="{840DF14D-054F-4E59-808E-54F631C68CF0}"/>
          </ac:grpSpMkLst>
        </pc:grpChg>
        <pc:grpChg chg="add del mod">
          <ac:chgData name="荒木 優介" userId="8e6d17bf-8fa4-4ec7-9082-0d2d1afc5a01" providerId="ADAL" clId="{685089D6-64F3-49B6-8C04-EEB3E49C7D5C}" dt="2024-11-05T07:33:47.655" v="374"/>
          <ac:grpSpMkLst>
            <pc:docMk/>
            <pc:sldMk cId="2232339561" sldId="258"/>
            <ac:grpSpMk id="14" creationId="{AE13A6CE-2DB1-4A17-AD1B-4CA051A97708}"/>
          </ac:grpSpMkLst>
        </pc:grpChg>
        <pc:grpChg chg="add mod">
          <ac:chgData name="荒木 優介" userId="8e6d17bf-8fa4-4ec7-9082-0d2d1afc5a01" providerId="ADAL" clId="{685089D6-64F3-49B6-8C04-EEB3E49C7D5C}" dt="2024-11-05T07:34:05.820" v="381" actId="403"/>
          <ac:grpSpMkLst>
            <pc:docMk/>
            <pc:sldMk cId="2232339561" sldId="258"/>
            <ac:grpSpMk id="29" creationId="{83CA7FE6-B955-49F2-8301-C9406554F598}"/>
          </ac:grpSpMkLst>
        </pc:grpChg>
        <pc:grpChg chg="add mod">
          <ac:chgData name="荒木 優介" userId="8e6d17bf-8fa4-4ec7-9082-0d2d1afc5a01" providerId="ADAL" clId="{685089D6-64F3-49B6-8C04-EEB3E49C7D5C}" dt="2024-11-05T07:34:05.820" v="381" actId="403"/>
          <ac:grpSpMkLst>
            <pc:docMk/>
            <pc:sldMk cId="2232339561" sldId="258"/>
            <ac:grpSpMk id="44" creationId="{B9059123-FE89-4914-A74C-3AE81DD81A6B}"/>
          </ac:grpSpMkLst>
        </pc:grpChg>
        <pc:picChg chg="del">
          <ac:chgData name="荒木 優介" userId="8e6d17bf-8fa4-4ec7-9082-0d2d1afc5a01" providerId="ADAL" clId="{685089D6-64F3-49B6-8C04-EEB3E49C7D5C}" dt="2024-11-05T07:28:29.773" v="188" actId="478"/>
          <ac:picMkLst>
            <pc:docMk/>
            <pc:sldMk cId="2232339561" sldId="258"/>
            <ac:picMk id="3" creationId="{CE08B472-8973-4E7C-931A-AF3605188FAC}"/>
          </ac:picMkLst>
        </pc:picChg>
        <pc:cxnChg chg="mod">
          <ac:chgData name="荒木 優介" userId="8e6d17bf-8fa4-4ec7-9082-0d2d1afc5a01" providerId="ADAL" clId="{685089D6-64F3-49B6-8C04-EEB3E49C7D5C}" dt="2024-11-05T07:33:50.404" v="375" actId="478"/>
          <ac:cxnSpMkLst>
            <pc:docMk/>
            <pc:sldMk cId="2232339561" sldId="258"/>
            <ac:cxnSpMk id="9" creationId="{803F7B76-0C02-42EC-9B74-D1C69DAC383F}"/>
          </ac:cxnSpMkLst>
        </pc:cxnChg>
        <pc:cxnChg chg="mod">
          <ac:chgData name="荒木 優介" userId="8e6d17bf-8fa4-4ec7-9082-0d2d1afc5a01" providerId="ADAL" clId="{685089D6-64F3-49B6-8C04-EEB3E49C7D5C}" dt="2024-11-05T07:33:46.559" v="373"/>
          <ac:cxnSpMkLst>
            <pc:docMk/>
            <pc:sldMk cId="2232339561" sldId="258"/>
            <ac:cxnSpMk id="16" creationId="{9D1792DC-D49E-4BE8-B581-CAE7E4A2C195}"/>
          </ac:cxnSpMkLst>
        </pc:cxnChg>
        <pc:cxnChg chg="add del mod">
          <ac:chgData name="荒木 優介" userId="8e6d17bf-8fa4-4ec7-9082-0d2d1afc5a01" providerId="ADAL" clId="{685089D6-64F3-49B6-8C04-EEB3E49C7D5C}" dt="2024-11-05T07:33:47.655" v="374"/>
          <ac:cxnSpMkLst>
            <pc:docMk/>
            <pc:sldMk cId="2232339561" sldId="258"/>
            <ac:cxnSpMk id="21" creationId="{3469B08E-C931-4305-8FD1-47238D71DFA4}"/>
          </ac:cxnSpMkLst>
        </pc:cxnChg>
        <pc:cxnChg chg="add del mod">
          <ac:chgData name="荒木 優介" userId="8e6d17bf-8fa4-4ec7-9082-0d2d1afc5a01" providerId="ADAL" clId="{685089D6-64F3-49B6-8C04-EEB3E49C7D5C}" dt="2024-11-05T07:33:47.655" v="374"/>
          <ac:cxnSpMkLst>
            <pc:docMk/>
            <pc:sldMk cId="2232339561" sldId="258"/>
            <ac:cxnSpMk id="22" creationId="{9ACE5D4F-95F8-44AB-B34A-BF69E631DD9A}"/>
          </ac:cxnSpMkLst>
        </pc:cxnChg>
        <pc:cxnChg chg="add del mod">
          <ac:chgData name="荒木 優介" userId="8e6d17bf-8fa4-4ec7-9082-0d2d1afc5a01" providerId="ADAL" clId="{685089D6-64F3-49B6-8C04-EEB3E49C7D5C}" dt="2024-11-05T07:33:47.655" v="374"/>
          <ac:cxnSpMkLst>
            <pc:docMk/>
            <pc:sldMk cId="2232339561" sldId="258"/>
            <ac:cxnSpMk id="23" creationId="{EAFDA453-1A2C-4BE0-89F0-112B7F1EC9C5}"/>
          </ac:cxnSpMkLst>
        </pc:cxnChg>
        <pc:cxnChg chg="add del mod">
          <ac:chgData name="荒木 優介" userId="8e6d17bf-8fa4-4ec7-9082-0d2d1afc5a01" providerId="ADAL" clId="{685089D6-64F3-49B6-8C04-EEB3E49C7D5C}" dt="2024-11-05T07:33:47.655" v="374"/>
          <ac:cxnSpMkLst>
            <pc:docMk/>
            <pc:sldMk cId="2232339561" sldId="258"/>
            <ac:cxnSpMk id="24" creationId="{C1ADB102-CB4B-4B4B-9FD0-47F52116A9C9}"/>
          </ac:cxnSpMkLst>
        </pc:cxnChg>
        <pc:cxnChg chg="mod">
          <ac:chgData name="荒木 優介" userId="8e6d17bf-8fa4-4ec7-9082-0d2d1afc5a01" providerId="ADAL" clId="{685089D6-64F3-49B6-8C04-EEB3E49C7D5C}" dt="2024-11-05T07:34:05.820" v="381" actId="403"/>
          <ac:cxnSpMkLst>
            <pc:docMk/>
            <pc:sldMk cId="2232339561" sldId="258"/>
            <ac:cxnSpMk id="31" creationId="{4A77D209-A034-455C-A304-F1904F8C6335}"/>
          </ac:cxnSpMkLst>
        </pc:cxnChg>
        <pc:cxnChg chg="add mod">
          <ac:chgData name="荒木 優介" userId="8e6d17bf-8fa4-4ec7-9082-0d2d1afc5a01" providerId="ADAL" clId="{685089D6-64F3-49B6-8C04-EEB3E49C7D5C}" dt="2024-11-05T07:34:05.820" v="381" actId="403"/>
          <ac:cxnSpMkLst>
            <pc:docMk/>
            <pc:sldMk cId="2232339561" sldId="258"/>
            <ac:cxnSpMk id="36" creationId="{F62C9C4B-1E7C-45EC-8F76-D9BA62AAC398}"/>
          </ac:cxnSpMkLst>
        </pc:cxnChg>
        <pc:cxnChg chg="add mod">
          <ac:chgData name="荒木 優介" userId="8e6d17bf-8fa4-4ec7-9082-0d2d1afc5a01" providerId="ADAL" clId="{685089D6-64F3-49B6-8C04-EEB3E49C7D5C}" dt="2024-11-05T07:34:05.820" v="381" actId="403"/>
          <ac:cxnSpMkLst>
            <pc:docMk/>
            <pc:sldMk cId="2232339561" sldId="258"/>
            <ac:cxnSpMk id="37" creationId="{EC891A09-659F-4F59-9619-347EFBDA804C}"/>
          </ac:cxnSpMkLst>
        </pc:cxnChg>
        <pc:cxnChg chg="add mod">
          <ac:chgData name="荒木 優介" userId="8e6d17bf-8fa4-4ec7-9082-0d2d1afc5a01" providerId="ADAL" clId="{685089D6-64F3-49B6-8C04-EEB3E49C7D5C}" dt="2024-11-05T07:34:05.820" v="381" actId="403"/>
          <ac:cxnSpMkLst>
            <pc:docMk/>
            <pc:sldMk cId="2232339561" sldId="258"/>
            <ac:cxnSpMk id="38" creationId="{E1261AB9-070C-4228-B056-5C9D0432FFDB}"/>
          </ac:cxnSpMkLst>
        </pc:cxnChg>
        <pc:cxnChg chg="add mod">
          <ac:chgData name="荒木 優介" userId="8e6d17bf-8fa4-4ec7-9082-0d2d1afc5a01" providerId="ADAL" clId="{685089D6-64F3-49B6-8C04-EEB3E49C7D5C}" dt="2024-11-05T07:34:05.820" v="381" actId="403"/>
          <ac:cxnSpMkLst>
            <pc:docMk/>
            <pc:sldMk cId="2232339561" sldId="258"/>
            <ac:cxnSpMk id="39" creationId="{67555AD7-61DC-49E6-9334-39A753E16E6D}"/>
          </ac:cxnSpMkLst>
        </pc:cxnChg>
      </pc:sldChg>
      <pc:sldChg chg="del">
        <pc:chgData name="荒木 優介" userId="8e6d17bf-8fa4-4ec7-9082-0d2d1afc5a01" providerId="ADAL" clId="{685089D6-64F3-49B6-8C04-EEB3E49C7D5C}" dt="2024-11-05T07:23:46.924" v="103" actId="47"/>
        <pc:sldMkLst>
          <pc:docMk/>
          <pc:sldMk cId="4122932895" sldId="258"/>
        </pc:sldMkLst>
      </pc:sldChg>
      <pc:sldChg chg="delSp modSp add mod">
        <pc:chgData name="荒木 優介" userId="8e6d17bf-8fa4-4ec7-9082-0d2d1afc5a01" providerId="ADAL" clId="{685089D6-64F3-49B6-8C04-EEB3E49C7D5C}" dt="2024-11-05T07:41:05.875" v="758" actId="20577"/>
        <pc:sldMkLst>
          <pc:docMk/>
          <pc:sldMk cId="1325741714" sldId="259"/>
        </pc:sldMkLst>
        <pc:spChg chg="mod">
          <ac:chgData name="荒木 優介" userId="8e6d17bf-8fa4-4ec7-9082-0d2d1afc5a01" providerId="ADAL" clId="{685089D6-64F3-49B6-8C04-EEB3E49C7D5C}" dt="2024-11-05T07:41:05.875" v="758" actId="20577"/>
          <ac:spMkLst>
            <pc:docMk/>
            <pc:sldMk cId="1325741714" sldId="259"/>
            <ac:spMk id="6" creationId="{55830AD6-028B-4C4E-80BF-B70DFC1C3A46}"/>
          </ac:spMkLst>
        </pc:spChg>
        <pc:grpChg chg="del">
          <ac:chgData name="荒木 優介" userId="8e6d17bf-8fa4-4ec7-9082-0d2d1afc5a01" providerId="ADAL" clId="{685089D6-64F3-49B6-8C04-EEB3E49C7D5C}" dt="2024-11-05T07:34:46.971" v="383" actId="478"/>
          <ac:grpSpMkLst>
            <pc:docMk/>
            <pc:sldMk cId="1325741714" sldId="259"/>
            <ac:grpSpMk id="44" creationId="{B9059123-FE89-4914-A74C-3AE81DD81A6B}"/>
          </ac:grpSpMkLst>
        </pc:grpChg>
        <pc:cxnChg chg="mod">
          <ac:chgData name="荒木 優介" userId="8e6d17bf-8fa4-4ec7-9082-0d2d1afc5a01" providerId="ADAL" clId="{685089D6-64F3-49B6-8C04-EEB3E49C7D5C}" dt="2024-11-05T07:34:46.971" v="383" actId="478"/>
          <ac:cxnSpMkLst>
            <pc:docMk/>
            <pc:sldMk cId="1325741714" sldId="259"/>
            <ac:cxnSpMk id="31" creationId="{4A77D209-A034-455C-A304-F1904F8C6335}"/>
          </ac:cxnSpMkLst>
        </pc:cxnChg>
        <pc:cxnChg chg="mod">
          <ac:chgData name="荒木 優介" userId="8e6d17bf-8fa4-4ec7-9082-0d2d1afc5a01" providerId="ADAL" clId="{685089D6-64F3-49B6-8C04-EEB3E49C7D5C}" dt="2024-11-05T07:34:46.971" v="383" actId="478"/>
          <ac:cxnSpMkLst>
            <pc:docMk/>
            <pc:sldMk cId="1325741714" sldId="259"/>
            <ac:cxnSpMk id="36" creationId="{F62C9C4B-1E7C-45EC-8F76-D9BA62AAC398}"/>
          </ac:cxnSpMkLst>
        </pc:cxnChg>
        <pc:cxnChg chg="mod">
          <ac:chgData name="荒木 優介" userId="8e6d17bf-8fa4-4ec7-9082-0d2d1afc5a01" providerId="ADAL" clId="{685089D6-64F3-49B6-8C04-EEB3E49C7D5C}" dt="2024-11-05T07:34:46.971" v="383" actId="478"/>
          <ac:cxnSpMkLst>
            <pc:docMk/>
            <pc:sldMk cId="1325741714" sldId="259"/>
            <ac:cxnSpMk id="37" creationId="{EC891A09-659F-4F59-9619-347EFBDA804C}"/>
          </ac:cxnSpMkLst>
        </pc:cxnChg>
      </pc:sldChg>
      <pc:sldChg chg="modSp add mod">
        <pc:chgData name="荒木 優介" userId="8e6d17bf-8fa4-4ec7-9082-0d2d1afc5a01" providerId="ADAL" clId="{685089D6-64F3-49B6-8C04-EEB3E49C7D5C}" dt="2024-11-05T07:45:42.662" v="948" actId="20577"/>
        <pc:sldMkLst>
          <pc:docMk/>
          <pc:sldMk cId="755295909" sldId="260"/>
        </pc:sldMkLst>
        <pc:spChg chg="mod">
          <ac:chgData name="荒木 優介" userId="8e6d17bf-8fa4-4ec7-9082-0d2d1afc5a01" providerId="ADAL" clId="{685089D6-64F3-49B6-8C04-EEB3E49C7D5C}" dt="2024-11-05T07:45:42.662" v="948" actId="20577"/>
          <ac:spMkLst>
            <pc:docMk/>
            <pc:sldMk cId="755295909" sldId="260"/>
            <ac:spMk id="6" creationId="{55830AD6-028B-4C4E-80BF-B70DFC1C3A46}"/>
          </ac:spMkLst>
        </pc:spChg>
      </pc:sldChg>
      <pc:sldChg chg="modSp add mod">
        <pc:chgData name="荒木 優介" userId="8e6d17bf-8fa4-4ec7-9082-0d2d1afc5a01" providerId="ADAL" clId="{685089D6-64F3-49B6-8C04-EEB3E49C7D5C}" dt="2024-11-05T07:46:49.489" v="1125" actId="20577"/>
        <pc:sldMkLst>
          <pc:docMk/>
          <pc:sldMk cId="3292353639" sldId="261"/>
        </pc:sldMkLst>
        <pc:spChg chg="mod">
          <ac:chgData name="荒木 優介" userId="8e6d17bf-8fa4-4ec7-9082-0d2d1afc5a01" providerId="ADAL" clId="{685089D6-64F3-49B6-8C04-EEB3E49C7D5C}" dt="2024-11-05T07:46:49.489" v="1125" actId="20577"/>
          <ac:spMkLst>
            <pc:docMk/>
            <pc:sldMk cId="3292353639" sldId="261"/>
            <ac:spMk id="6" creationId="{55830AD6-028B-4C4E-80BF-B70DFC1C3A4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単位円</a:t>
            </a:r>
            <a:r>
              <a:rPr kumimoji="1" lang="ja-JP" altLang="en-US" sz="2400" dirty="0"/>
              <a:t>の考え方から床を円上に移動させます。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E08B472-8973-4E7C-931A-AF3605188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546498" cy="4759651"/>
          </a:xfrm>
          <a:prstGeom prst="rect">
            <a:avLst/>
          </a:prstGeom>
        </p:spPr>
      </p:pic>
      <p:sp>
        <p:nvSpPr>
          <p:cNvPr id="5" name="円弧 4">
            <a:extLst>
              <a:ext uri="{FF2B5EF4-FFF2-40B4-BE49-F238E27FC236}">
                <a16:creationId xmlns:a16="http://schemas.microsoft.com/office/drawing/2014/main" id="{2EEFCF36-CAD9-4448-AB53-0E9195D8B3F7}"/>
              </a:ext>
            </a:extLst>
          </p:cNvPr>
          <p:cNvSpPr/>
          <p:nvPr/>
        </p:nvSpPr>
        <p:spPr>
          <a:xfrm>
            <a:off x="2019816" y="3221182"/>
            <a:ext cx="1871713" cy="1704108"/>
          </a:xfrm>
          <a:prstGeom prst="arc">
            <a:avLst>
              <a:gd name="adj1" fmla="val 2601138"/>
              <a:gd name="adj2" fmla="val 21479607"/>
            </a:avLst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単位円は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円の半径が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1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とした時の考え方</a:t>
            </a:r>
            <a:r>
              <a:rPr kumimoji="1" lang="ja-JP" altLang="en-US" sz="2400" dirty="0"/>
              <a:t>でした。</a:t>
            </a:r>
            <a:endParaRPr kumimoji="1" lang="en-US" altLang="ja-JP" sz="2400" dirty="0"/>
          </a:p>
          <a:p>
            <a:r>
              <a:rPr lang="ja-JP" altLang="en-US" sz="2400" dirty="0"/>
              <a:t>これにより円上の座標の計算方法もわかります。</a:t>
            </a:r>
            <a:endParaRPr kumimoji="1" lang="en-US" altLang="ja-JP" sz="2400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B9059123-FE89-4914-A74C-3AE81DD81A6B}"/>
              </a:ext>
            </a:extLst>
          </p:cNvPr>
          <p:cNvGrpSpPr/>
          <p:nvPr/>
        </p:nvGrpSpPr>
        <p:grpSpPr>
          <a:xfrm>
            <a:off x="567542" y="2401571"/>
            <a:ext cx="5326681" cy="3240000"/>
            <a:chOff x="567542" y="1817794"/>
            <a:chExt cx="5326681" cy="3240000"/>
          </a:xfrm>
        </p:grpSpPr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83CA7FE6-B955-49F2-8301-C9406554F598}"/>
                </a:ext>
              </a:extLst>
            </p:cNvPr>
            <p:cNvGrpSpPr/>
            <p:nvPr/>
          </p:nvGrpSpPr>
          <p:grpSpPr>
            <a:xfrm>
              <a:off x="567542" y="1817794"/>
              <a:ext cx="3240000" cy="3240000"/>
              <a:chOff x="567542" y="1817794"/>
              <a:chExt cx="3240000" cy="3240000"/>
            </a:xfrm>
          </p:grpSpPr>
          <p:sp>
            <p:nvSpPr>
              <p:cNvPr id="30" name="楕円 29">
                <a:extLst>
                  <a:ext uri="{FF2B5EF4-FFF2-40B4-BE49-F238E27FC236}">
                    <a16:creationId xmlns:a16="http://schemas.microsoft.com/office/drawing/2014/main" id="{1E155291-B18B-40EB-A703-470BDEAA75BE}"/>
                  </a:ext>
                </a:extLst>
              </p:cNvPr>
              <p:cNvSpPr/>
              <p:nvPr/>
            </p:nvSpPr>
            <p:spPr>
              <a:xfrm>
                <a:off x="567542" y="1817794"/>
                <a:ext cx="3240000" cy="324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31" name="直線コネクタ 30">
                <a:extLst>
                  <a:ext uri="{FF2B5EF4-FFF2-40B4-BE49-F238E27FC236}">
                    <a16:creationId xmlns:a16="http://schemas.microsoft.com/office/drawing/2014/main" id="{4A77D209-A034-455C-A304-F1904F8C6335}"/>
                  </a:ext>
                </a:extLst>
              </p:cNvPr>
              <p:cNvCxnSpPr>
                <a:cxnSpLocks/>
                <a:stCxn id="30" idx="7"/>
              </p:cNvCxnSpPr>
              <p:nvPr/>
            </p:nvCxnSpPr>
            <p:spPr>
              <a:xfrm flipH="1">
                <a:off x="2187543" y="2292281"/>
                <a:ext cx="1145512" cy="114551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楕円 31">
                <a:extLst>
                  <a:ext uri="{FF2B5EF4-FFF2-40B4-BE49-F238E27FC236}">
                    <a16:creationId xmlns:a16="http://schemas.microsoft.com/office/drawing/2014/main" id="{D7CD3EBD-FE94-409F-8421-E07EAFDE1F84}"/>
                  </a:ext>
                </a:extLst>
              </p:cNvPr>
              <p:cNvSpPr/>
              <p:nvPr/>
            </p:nvSpPr>
            <p:spPr>
              <a:xfrm>
                <a:off x="2172745" y="3389152"/>
                <a:ext cx="72000" cy="72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CFA261DB-568D-4113-966A-B7D350E25559}"/>
                      </a:ext>
                    </a:extLst>
                  </p:cNvPr>
                  <p:cNvSpPr txBox="1"/>
                  <p:nvPr/>
                </p:nvSpPr>
                <p:spPr>
                  <a:xfrm>
                    <a:off x="2506797" y="2495705"/>
                    <a:ext cx="37863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altLang="ja-JP" sz="2400" b="0" dirty="0"/>
                  </a:p>
                </p:txBody>
              </p:sp>
            </mc:Choice>
            <mc:Fallback xmlns="">
              <p:sp>
                <p:nvSpPr>
                  <p:cNvPr id="28" name="テキスト ボックス 27">
                    <a:extLst>
                      <a:ext uri="{FF2B5EF4-FFF2-40B4-BE49-F238E27FC236}">
                        <a16:creationId xmlns:a16="http://schemas.microsoft.com/office/drawing/2014/main" id="{E2965345-A580-4492-B240-B599CD8149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06797" y="2495705"/>
                    <a:ext cx="37863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113F36A2-76DA-4BD3-899F-BCE19D99642E}"/>
                    </a:ext>
                  </a:extLst>
                </p:cNvPr>
                <p:cNvSpPr txBox="1"/>
                <p:nvPr/>
              </p:nvSpPr>
              <p:spPr>
                <a:xfrm>
                  <a:off x="3241830" y="1976879"/>
                  <a:ext cx="265239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𝒄𝒐𝒔</m:t>
                        </m:r>
                        <m:r>
                          <a:rPr lang="en-US" altLang="ja-JP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𝒔𝒊𝒏</m:t>
                        </m:r>
                        <m:r>
                          <a:rPr lang="en-US" altLang="ja-JP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ja-JP" sz="32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113F36A2-76DA-4BD3-899F-BCE19D996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1830" y="1976879"/>
                  <a:ext cx="2652393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1515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楕円 34">
              <a:extLst>
                <a:ext uri="{FF2B5EF4-FFF2-40B4-BE49-F238E27FC236}">
                  <a16:creationId xmlns:a16="http://schemas.microsoft.com/office/drawing/2014/main" id="{85B74FFA-D226-4D3B-9237-CFBC27A4B944}"/>
                </a:ext>
              </a:extLst>
            </p:cNvPr>
            <p:cNvSpPr/>
            <p:nvPr/>
          </p:nvSpPr>
          <p:spPr>
            <a:xfrm>
              <a:off x="3288482" y="2256638"/>
              <a:ext cx="72000" cy="7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F62C9C4B-1E7C-45EC-8F76-D9BA62AAC398}"/>
                </a:ext>
              </a:extLst>
            </p:cNvPr>
            <p:cNvCxnSpPr>
              <a:cxnSpLocks/>
              <a:stCxn id="30" idx="6"/>
            </p:cNvCxnSpPr>
            <p:nvPr/>
          </p:nvCxnSpPr>
          <p:spPr>
            <a:xfrm flipH="1" flipV="1">
              <a:off x="2244746" y="3429000"/>
              <a:ext cx="1562796" cy="879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EC891A09-659F-4F59-9619-347EFBDA804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>
              <a:off x="3324482" y="2328638"/>
              <a:ext cx="8573" cy="110475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E1261AB9-070C-4228-B056-5C9D0432FFDB}"/>
                </a:ext>
              </a:extLst>
            </p:cNvPr>
            <p:cNvCxnSpPr>
              <a:cxnSpLocks/>
            </p:cNvCxnSpPr>
            <p:nvPr/>
          </p:nvCxnSpPr>
          <p:spPr>
            <a:xfrm>
              <a:off x="3211472" y="3345656"/>
              <a:ext cx="0" cy="877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67555AD7-61DC-49E6-9334-39A753E16E6D}"/>
                </a:ext>
              </a:extLst>
            </p:cNvPr>
            <p:cNvCxnSpPr>
              <a:cxnSpLocks/>
            </p:cNvCxnSpPr>
            <p:nvPr/>
          </p:nvCxnSpPr>
          <p:spPr>
            <a:xfrm>
              <a:off x="3211472" y="3345656"/>
              <a:ext cx="1215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円弧 39">
              <a:extLst>
                <a:ext uri="{FF2B5EF4-FFF2-40B4-BE49-F238E27FC236}">
                  <a16:creationId xmlns:a16="http://schemas.microsoft.com/office/drawing/2014/main" id="{6F2FBD4D-267A-47CE-AB8C-717DFC8F1CE5}"/>
                </a:ext>
              </a:extLst>
            </p:cNvPr>
            <p:cNvSpPr/>
            <p:nvPr/>
          </p:nvSpPr>
          <p:spPr>
            <a:xfrm>
              <a:off x="2221842" y="3283015"/>
              <a:ext cx="211940" cy="272651"/>
            </a:xfrm>
            <a:prstGeom prst="arc">
              <a:avLst>
                <a:gd name="adj1" fmla="val 16602575"/>
                <a:gd name="adj2" fmla="val 231423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テキスト ボックス 40">
                  <a:extLst>
                    <a:ext uri="{FF2B5EF4-FFF2-40B4-BE49-F238E27FC236}">
                      <a16:creationId xmlns:a16="http://schemas.microsoft.com/office/drawing/2014/main" id="{AAA7AA62-BBC5-4763-BB6D-378E7A77884F}"/>
                    </a:ext>
                  </a:extLst>
                </p:cNvPr>
                <p:cNvSpPr txBox="1"/>
                <p:nvPr/>
              </p:nvSpPr>
              <p:spPr>
                <a:xfrm>
                  <a:off x="2325969" y="3127398"/>
                  <a:ext cx="3770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θ</m:t>
                        </m:r>
                      </m:oMath>
                    </m:oMathPara>
                  </a14:m>
                  <a:endParaRPr lang="en-US" altLang="ja-JP" sz="2400" b="0" dirty="0"/>
                </a:p>
              </p:txBody>
            </p:sp>
          </mc:Choice>
          <mc:Fallback xmlns="">
            <p:sp>
              <p:nvSpPr>
                <p:cNvPr id="41" name="テキスト ボックス 40">
                  <a:extLst>
                    <a:ext uri="{FF2B5EF4-FFF2-40B4-BE49-F238E27FC236}">
                      <a16:creationId xmlns:a16="http://schemas.microsoft.com/office/drawing/2014/main" id="{AAA7AA62-BBC5-4763-BB6D-378E7A7788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5969" y="3127398"/>
                  <a:ext cx="37702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テキスト ボックス 41">
                  <a:extLst>
                    <a:ext uri="{FF2B5EF4-FFF2-40B4-BE49-F238E27FC236}">
                      <a16:creationId xmlns:a16="http://schemas.microsoft.com/office/drawing/2014/main" id="{9D3A271E-D94D-4992-BD14-A27626FF3BD4}"/>
                    </a:ext>
                  </a:extLst>
                </p:cNvPr>
                <p:cNvSpPr txBox="1"/>
                <p:nvPr/>
              </p:nvSpPr>
              <p:spPr>
                <a:xfrm>
                  <a:off x="2615547" y="3389152"/>
                  <a:ext cx="35920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ja-JP" sz="1600" dirty="0"/>
                </a:p>
              </p:txBody>
            </p:sp>
          </mc:Choice>
          <mc:Fallback xmlns="">
            <p:sp>
              <p:nvSpPr>
                <p:cNvPr id="42" name="テキスト ボックス 41">
                  <a:extLst>
                    <a:ext uri="{FF2B5EF4-FFF2-40B4-BE49-F238E27FC236}">
                      <a16:creationId xmlns:a16="http://schemas.microsoft.com/office/drawing/2014/main" id="{9D3A271E-D94D-4992-BD14-A27626FF3B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5547" y="3389152"/>
                  <a:ext cx="359201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テキスト ボックス 42">
                  <a:extLst>
                    <a:ext uri="{FF2B5EF4-FFF2-40B4-BE49-F238E27FC236}">
                      <a16:creationId xmlns:a16="http://schemas.microsoft.com/office/drawing/2014/main" id="{82155811-47C1-4A2C-93F3-BDE97ABAE526}"/>
                    </a:ext>
                  </a:extLst>
                </p:cNvPr>
                <p:cNvSpPr txBox="1"/>
                <p:nvPr/>
              </p:nvSpPr>
              <p:spPr>
                <a:xfrm>
                  <a:off x="3280172" y="2778456"/>
                  <a:ext cx="36292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altLang="ja-JP" sz="1600" dirty="0"/>
                </a:p>
              </p:txBody>
            </p:sp>
          </mc:Choice>
          <mc:Fallback xmlns="">
            <p:sp>
              <p:nvSpPr>
                <p:cNvPr id="43" name="テキスト ボックス 42">
                  <a:extLst>
                    <a:ext uri="{FF2B5EF4-FFF2-40B4-BE49-F238E27FC236}">
                      <a16:creationId xmlns:a16="http://schemas.microsoft.com/office/drawing/2014/main" id="{82155811-47C1-4A2C-93F3-BDE97ABAE5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0172" y="2778456"/>
                  <a:ext cx="362920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32339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89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CircleMoveBlock.cpp</a:t>
            </a:r>
            <a:r>
              <a:rPr kumimoji="1" lang="ja-JP" altLang="en-US" sz="2400" dirty="0"/>
              <a:t>を開きます。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8B46035-3FB5-4922-8910-39C06FC85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830458" cy="474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093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前回同様に三角関数に渡す角度を用意します。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0EE9AF4-A6D2-4B80-B3A3-25B8AD3F1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3"/>
            <a:ext cx="6199843" cy="438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62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39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単位円は半径</a:t>
            </a:r>
            <a:r>
              <a:rPr lang="en-US" altLang="ja-JP" sz="2400" dirty="0"/>
              <a:t>1</a:t>
            </a:r>
            <a:r>
              <a:rPr lang="ja-JP" altLang="en-US" sz="2400" dirty="0"/>
              <a:t>の円です。</a:t>
            </a:r>
            <a:endParaRPr lang="en-US" altLang="ja-JP" sz="2400" dirty="0"/>
          </a:p>
          <a:p>
            <a:r>
              <a:rPr kumimoji="1" lang="ja-JP" altLang="en-US" sz="2400" dirty="0"/>
              <a:t>つまり単位円を</a:t>
            </a:r>
            <a:r>
              <a:rPr kumimoji="1" lang="en-US" altLang="ja-JP" sz="2400" dirty="0"/>
              <a:t>100</a:t>
            </a:r>
            <a:r>
              <a:rPr kumimoji="1" lang="ja-JP" altLang="en-US" sz="2400" dirty="0"/>
              <a:t>倍にすると、半径</a:t>
            </a:r>
            <a:r>
              <a:rPr kumimoji="1" lang="en-US" altLang="ja-JP" sz="2400" dirty="0"/>
              <a:t>100</a:t>
            </a:r>
            <a:r>
              <a:rPr kumimoji="1" lang="ja-JP" altLang="en-US" sz="2400" dirty="0"/>
              <a:t>の円上の座標が計算できます。</a:t>
            </a:r>
            <a:endParaRPr kumimoji="1" lang="en-US" altLang="ja-JP" sz="2400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B9059123-FE89-4914-A74C-3AE81DD81A6B}"/>
              </a:ext>
            </a:extLst>
          </p:cNvPr>
          <p:cNvGrpSpPr/>
          <p:nvPr/>
        </p:nvGrpSpPr>
        <p:grpSpPr>
          <a:xfrm>
            <a:off x="567542" y="2980266"/>
            <a:ext cx="4055258" cy="2500438"/>
            <a:chOff x="567542" y="1817794"/>
            <a:chExt cx="5304532" cy="3240000"/>
          </a:xfrm>
        </p:grpSpPr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83CA7FE6-B955-49F2-8301-C9406554F598}"/>
                </a:ext>
              </a:extLst>
            </p:cNvPr>
            <p:cNvGrpSpPr/>
            <p:nvPr/>
          </p:nvGrpSpPr>
          <p:grpSpPr>
            <a:xfrm>
              <a:off x="567542" y="1817794"/>
              <a:ext cx="3240000" cy="3240000"/>
              <a:chOff x="567542" y="1817794"/>
              <a:chExt cx="3240000" cy="3240000"/>
            </a:xfrm>
          </p:grpSpPr>
          <p:sp>
            <p:nvSpPr>
              <p:cNvPr id="30" name="楕円 29">
                <a:extLst>
                  <a:ext uri="{FF2B5EF4-FFF2-40B4-BE49-F238E27FC236}">
                    <a16:creationId xmlns:a16="http://schemas.microsoft.com/office/drawing/2014/main" id="{1E155291-B18B-40EB-A703-470BDEAA75BE}"/>
                  </a:ext>
                </a:extLst>
              </p:cNvPr>
              <p:cNvSpPr/>
              <p:nvPr/>
            </p:nvSpPr>
            <p:spPr>
              <a:xfrm>
                <a:off x="567542" y="1817794"/>
                <a:ext cx="3240000" cy="324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31" name="直線コネクタ 30">
                <a:extLst>
                  <a:ext uri="{FF2B5EF4-FFF2-40B4-BE49-F238E27FC236}">
                    <a16:creationId xmlns:a16="http://schemas.microsoft.com/office/drawing/2014/main" id="{4A77D209-A034-455C-A304-F1904F8C6335}"/>
                  </a:ext>
                </a:extLst>
              </p:cNvPr>
              <p:cNvCxnSpPr>
                <a:cxnSpLocks/>
                <a:stCxn id="30" idx="7"/>
              </p:cNvCxnSpPr>
              <p:nvPr/>
            </p:nvCxnSpPr>
            <p:spPr>
              <a:xfrm flipH="1">
                <a:off x="2187543" y="2292281"/>
                <a:ext cx="1145512" cy="114551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楕円 31">
                <a:extLst>
                  <a:ext uri="{FF2B5EF4-FFF2-40B4-BE49-F238E27FC236}">
                    <a16:creationId xmlns:a16="http://schemas.microsoft.com/office/drawing/2014/main" id="{D7CD3EBD-FE94-409F-8421-E07EAFDE1F84}"/>
                  </a:ext>
                </a:extLst>
              </p:cNvPr>
              <p:cNvSpPr/>
              <p:nvPr/>
            </p:nvSpPr>
            <p:spPr>
              <a:xfrm>
                <a:off x="2172745" y="3389152"/>
                <a:ext cx="72000" cy="72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CFA261DB-568D-4113-966A-B7D350E25559}"/>
                      </a:ext>
                    </a:extLst>
                  </p:cNvPr>
                  <p:cNvSpPr txBox="1"/>
                  <p:nvPr/>
                </p:nvSpPr>
                <p:spPr>
                  <a:xfrm>
                    <a:off x="2473570" y="2462791"/>
                    <a:ext cx="37863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altLang="ja-JP" sz="2400" b="0" dirty="0"/>
                  </a:p>
                </p:txBody>
              </p:sp>
            </mc:Choice>
            <mc:Fallback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CFA261DB-568D-4113-966A-B7D350E25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3570" y="2462791"/>
                    <a:ext cx="378631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r="-4167" b="-2173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113F36A2-76DA-4BD3-899F-BCE19D99642E}"/>
                    </a:ext>
                  </a:extLst>
                </p:cNvPr>
                <p:cNvSpPr txBox="1"/>
                <p:nvPr/>
              </p:nvSpPr>
              <p:spPr>
                <a:xfrm>
                  <a:off x="3219681" y="1867166"/>
                  <a:ext cx="265239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𝒄𝒐𝒔</m:t>
                        </m:r>
                        <m:r>
                          <a:rPr lang="en-US" altLang="ja-JP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𝒔𝒊𝒏</m:t>
                        </m:r>
                        <m:r>
                          <a:rPr lang="en-US" altLang="ja-JP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ja-JP" sz="32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113F36A2-76DA-4BD3-899F-BCE19D996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9681" y="1867166"/>
                  <a:ext cx="2652393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1506" r="-27711" b="-4902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楕円 34">
              <a:extLst>
                <a:ext uri="{FF2B5EF4-FFF2-40B4-BE49-F238E27FC236}">
                  <a16:creationId xmlns:a16="http://schemas.microsoft.com/office/drawing/2014/main" id="{85B74FFA-D226-4D3B-9237-CFBC27A4B944}"/>
                </a:ext>
              </a:extLst>
            </p:cNvPr>
            <p:cNvSpPr/>
            <p:nvPr/>
          </p:nvSpPr>
          <p:spPr>
            <a:xfrm>
              <a:off x="3288482" y="2256638"/>
              <a:ext cx="72000" cy="7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F62C9C4B-1E7C-45EC-8F76-D9BA62AAC398}"/>
                </a:ext>
              </a:extLst>
            </p:cNvPr>
            <p:cNvCxnSpPr>
              <a:cxnSpLocks/>
              <a:stCxn id="30" idx="6"/>
            </p:cNvCxnSpPr>
            <p:nvPr/>
          </p:nvCxnSpPr>
          <p:spPr>
            <a:xfrm flipH="1" flipV="1">
              <a:off x="2244746" y="3429000"/>
              <a:ext cx="1562796" cy="879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EC891A09-659F-4F59-9619-347EFBDA804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>
              <a:off x="3324482" y="2328638"/>
              <a:ext cx="8573" cy="110475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E1261AB9-070C-4228-B056-5C9D0432FFDB}"/>
                </a:ext>
              </a:extLst>
            </p:cNvPr>
            <p:cNvCxnSpPr>
              <a:cxnSpLocks/>
            </p:cNvCxnSpPr>
            <p:nvPr/>
          </p:nvCxnSpPr>
          <p:spPr>
            <a:xfrm>
              <a:off x="3211472" y="3345656"/>
              <a:ext cx="0" cy="877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67555AD7-61DC-49E6-9334-39A753E16E6D}"/>
                </a:ext>
              </a:extLst>
            </p:cNvPr>
            <p:cNvCxnSpPr>
              <a:cxnSpLocks/>
            </p:cNvCxnSpPr>
            <p:nvPr/>
          </p:nvCxnSpPr>
          <p:spPr>
            <a:xfrm>
              <a:off x="3211472" y="3345656"/>
              <a:ext cx="1215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円弧 39">
              <a:extLst>
                <a:ext uri="{FF2B5EF4-FFF2-40B4-BE49-F238E27FC236}">
                  <a16:creationId xmlns:a16="http://schemas.microsoft.com/office/drawing/2014/main" id="{6F2FBD4D-267A-47CE-AB8C-717DFC8F1CE5}"/>
                </a:ext>
              </a:extLst>
            </p:cNvPr>
            <p:cNvSpPr/>
            <p:nvPr/>
          </p:nvSpPr>
          <p:spPr>
            <a:xfrm>
              <a:off x="2221842" y="3283015"/>
              <a:ext cx="211940" cy="272651"/>
            </a:xfrm>
            <a:prstGeom prst="arc">
              <a:avLst>
                <a:gd name="adj1" fmla="val 16602575"/>
                <a:gd name="adj2" fmla="val 231423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テキスト ボックス 40">
                  <a:extLst>
                    <a:ext uri="{FF2B5EF4-FFF2-40B4-BE49-F238E27FC236}">
                      <a16:creationId xmlns:a16="http://schemas.microsoft.com/office/drawing/2014/main" id="{AAA7AA62-BBC5-4763-BB6D-378E7A77884F}"/>
                    </a:ext>
                  </a:extLst>
                </p:cNvPr>
                <p:cNvSpPr txBox="1"/>
                <p:nvPr/>
              </p:nvSpPr>
              <p:spPr>
                <a:xfrm>
                  <a:off x="2337045" y="3061570"/>
                  <a:ext cx="3770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θ</m:t>
                        </m:r>
                      </m:oMath>
                    </m:oMathPara>
                  </a14:m>
                  <a:endParaRPr lang="en-US" altLang="ja-JP" sz="2400" b="0" dirty="0"/>
                </a:p>
              </p:txBody>
            </p:sp>
          </mc:Choice>
          <mc:Fallback>
            <p:sp>
              <p:nvSpPr>
                <p:cNvPr id="41" name="テキスト ボックス 40">
                  <a:extLst>
                    <a:ext uri="{FF2B5EF4-FFF2-40B4-BE49-F238E27FC236}">
                      <a16:creationId xmlns:a16="http://schemas.microsoft.com/office/drawing/2014/main" id="{AAA7AA62-BBC5-4763-BB6D-378E7A7788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045" y="3061570"/>
                  <a:ext cx="37702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6383" b="-2127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テキスト ボックス 41">
                  <a:extLst>
                    <a:ext uri="{FF2B5EF4-FFF2-40B4-BE49-F238E27FC236}">
                      <a16:creationId xmlns:a16="http://schemas.microsoft.com/office/drawing/2014/main" id="{9D3A271E-D94D-4992-BD14-A27626FF3BD4}"/>
                    </a:ext>
                  </a:extLst>
                </p:cNvPr>
                <p:cNvSpPr txBox="1"/>
                <p:nvPr/>
              </p:nvSpPr>
              <p:spPr>
                <a:xfrm>
                  <a:off x="2615547" y="3389152"/>
                  <a:ext cx="35920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ja-JP" sz="1600" dirty="0"/>
                </a:p>
              </p:txBody>
            </p:sp>
          </mc:Choice>
          <mc:Fallback xmlns="">
            <p:sp>
              <p:nvSpPr>
                <p:cNvPr id="42" name="テキスト ボックス 41">
                  <a:extLst>
                    <a:ext uri="{FF2B5EF4-FFF2-40B4-BE49-F238E27FC236}">
                      <a16:creationId xmlns:a16="http://schemas.microsoft.com/office/drawing/2014/main" id="{9D3A271E-D94D-4992-BD14-A27626FF3B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5547" y="3389152"/>
                  <a:ext cx="359201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テキスト ボックス 42">
                  <a:extLst>
                    <a:ext uri="{FF2B5EF4-FFF2-40B4-BE49-F238E27FC236}">
                      <a16:creationId xmlns:a16="http://schemas.microsoft.com/office/drawing/2014/main" id="{82155811-47C1-4A2C-93F3-BDE97ABAE526}"/>
                    </a:ext>
                  </a:extLst>
                </p:cNvPr>
                <p:cNvSpPr txBox="1"/>
                <p:nvPr/>
              </p:nvSpPr>
              <p:spPr>
                <a:xfrm>
                  <a:off x="3280172" y="2778456"/>
                  <a:ext cx="36292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altLang="ja-JP" sz="1600" dirty="0"/>
                </a:p>
              </p:txBody>
            </p:sp>
          </mc:Choice>
          <mc:Fallback xmlns="">
            <p:sp>
              <p:nvSpPr>
                <p:cNvPr id="43" name="テキスト ボックス 42">
                  <a:extLst>
                    <a:ext uri="{FF2B5EF4-FFF2-40B4-BE49-F238E27FC236}">
                      <a16:creationId xmlns:a16="http://schemas.microsoft.com/office/drawing/2014/main" id="{82155811-47C1-4A2C-93F3-BDE97ABAE5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0172" y="2778456"/>
                  <a:ext cx="362920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56D45CB3-0A5B-4214-887D-F7EA9C6FD9DC}"/>
              </a:ext>
            </a:extLst>
          </p:cNvPr>
          <p:cNvGrpSpPr/>
          <p:nvPr/>
        </p:nvGrpSpPr>
        <p:grpSpPr>
          <a:xfrm>
            <a:off x="6216434" y="2980266"/>
            <a:ext cx="5603254" cy="2500438"/>
            <a:chOff x="567542" y="1817794"/>
            <a:chExt cx="7329407" cy="3240000"/>
          </a:xfrm>
        </p:grpSpPr>
        <p:grpSp>
          <p:nvGrpSpPr>
            <p:cNvPr id="53" name="グループ化 52">
              <a:extLst>
                <a:ext uri="{FF2B5EF4-FFF2-40B4-BE49-F238E27FC236}">
                  <a16:creationId xmlns:a16="http://schemas.microsoft.com/office/drawing/2014/main" id="{25C59D8B-DF22-4F90-9166-705FA800802B}"/>
                </a:ext>
              </a:extLst>
            </p:cNvPr>
            <p:cNvGrpSpPr/>
            <p:nvPr/>
          </p:nvGrpSpPr>
          <p:grpSpPr>
            <a:xfrm>
              <a:off x="567542" y="1817794"/>
              <a:ext cx="3240000" cy="3240000"/>
              <a:chOff x="567542" y="1817794"/>
              <a:chExt cx="3240000" cy="3240000"/>
            </a:xfrm>
          </p:grpSpPr>
          <p:sp>
            <p:nvSpPr>
              <p:cNvPr id="64" name="楕円 63">
                <a:extLst>
                  <a:ext uri="{FF2B5EF4-FFF2-40B4-BE49-F238E27FC236}">
                    <a16:creationId xmlns:a16="http://schemas.microsoft.com/office/drawing/2014/main" id="{B91852E8-1292-4BB1-98B4-937E255A6FE0}"/>
                  </a:ext>
                </a:extLst>
              </p:cNvPr>
              <p:cNvSpPr/>
              <p:nvPr/>
            </p:nvSpPr>
            <p:spPr>
              <a:xfrm>
                <a:off x="567542" y="1817794"/>
                <a:ext cx="3240000" cy="324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65" name="直線コネクタ 64">
                <a:extLst>
                  <a:ext uri="{FF2B5EF4-FFF2-40B4-BE49-F238E27FC236}">
                    <a16:creationId xmlns:a16="http://schemas.microsoft.com/office/drawing/2014/main" id="{EC15D4BC-2123-41FF-A210-728C36568BB3}"/>
                  </a:ext>
                </a:extLst>
              </p:cNvPr>
              <p:cNvCxnSpPr>
                <a:cxnSpLocks/>
                <a:stCxn id="64" idx="7"/>
              </p:cNvCxnSpPr>
              <p:nvPr/>
            </p:nvCxnSpPr>
            <p:spPr>
              <a:xfrm flipH="1">
                <a:off x="2187543" y="2292281"/>
                <a:ext cx="1145512" cy="114551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楕円 65">
                <a:extLst>
                  <a:ext uri="{FF2B5EF4-FFF2-40B4-BE49-F238E27FC236}">
                    <a16:creationId xmlns:a16="http://schemas.microsoft.com/office/drawing/2014/main" id="{91272550-D95D-4D1B-A4AF-D2878AC5E6AC}"/>
                  </a:ext>
                </a:extLst>
              </p:cNvPr>
              <p:cNvSpPr/>
              <p:nvPr/>
            </p:nvSpPr>
            <p:spPr>
              <a:xfrm>
                <a:off x="2172745" y="3389152"/>
                <a:ext cx="72000" cy="72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7" name="テキスト ボックス 66">
                    <a:extLst>
                      <a:ext uri="{FF2B5EF4-FFF2-40B4-BE49-F238E27FC236}">
                        <a16:creationId xmlns:a16="http://schemas.microsoft.com/office/drawing/2014/main" id="{5C72B971-7EC6-4E4D-AFB7-8B51E7AE103B}"/>
                      </a:ext>
                    </a:extLst>
                  </p:cNvPr>
                  <p:cNvSpPr txBox="1"/>
                  <p:nvPr/>
                </p:nvSpPr>
                <p:spPr>
                  <a:xfrm>
                    <a:off x="2108094" y="2462791"/>
                    <a:ext cx="830764" cy="47857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oMath>
                      </m:oMathPara>
                    </a14:m>
                    <a:endParaRPr lang="en-US" altLang="ja-JP" sz="2400" b="0" dirty="0"/>
                  </a:p>
                </p:txBody>
              </p:sp>
            </mc:Choice>
            <mc:Fallback>
              <p:sp>
                <p:nvSpPr>
                  <p:cNvPr id="67" name="テキスト ボックス 66">
                    <a:extLst>
                      <a:ext uri="{FF2B5EF4-FFF2-40B4-BE49-F238E27FC236}">
                        <a16:creationId xmlns:a16="http://schemas.microsoft.com/office/drawing/2014/main" id="{5C72B971-7EC6-4E4D-AFB7-8B51E7AE10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08094" y="2462791"/>
                    <a:ext cx="830764" cy="47857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テキスト ボックス 53">
                  <a:extLst>
                    <a:ext uri="{FF2B5EF4-FFF2-40B4-BE49-F238E27FC236}">
                      <a16:creationId xmlns:a16="http://schemas.microsoft.com/office/drawing/2014/main" id="{278CA5DA-5FC3-44CF-AEBC-9E73DEBAF764}"/>
                    </a:ext>
                  </a:extLst>
                </p:cNvPr>
                <p:cNvSpPr txBox="1"/>
                <p:nvPr/>
              </p:nvSpPr>
              <p:spPr>
                <a:xfrm>
                  <a:off x="3219681" y="1867166"/>
                  <a:ext cx="4677268" cy="5184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𝒄𝒐𝒔</m:t>
                        </m:r>
                        <m:r>
                          <a:rPr lang="en-US" altLang="ja-JP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𝒔𝒊𝒏</m:t>
                        </m:r>
                        <m:r>
                          <a:rPr lang="en-US" altLang="ja-JP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ja-JP" sz="32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54" name="テキスト ボックス 53">
                  <a:extLst>
                    <a:ext uri="{FF2B5EF4-FFF2-40B4-BE49-F238E27FC236}">
                      <a16:creationId xmlns:a16="http://schemas.microsoft.com/office/drawing/2014/main" id="{278CA5DA-5FC3-44CF-AEBC-9E73DEBAF7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9681" y="1867166"/>
                  <a:ext cx="4677268" cy="518452"/>
                </a:xfrm>
                <a:prstGeom prst="rect">
                  <a:avLst/>
                </a:prstGeom>
                <a:blipFill>
                  <a:blip r:embed="rId9"/>
                  <a:stretch>
                    <a:fillRect b="-1515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楕円 54">
              <a:extLst>
                <a:ext uri="{FF2B5EF4-FFF2-40B4-BE49-F238E27FC236}">
                  <a16:creationId xmlns:a16="http://schemas.microsoft.com/office/drawing/2014/main" id="{F43393E3-7BE3-4B86-8E83-D80A7C0E32F2}"/>
                </a:ext>
              </a:extLst>
            </p:cNvPr>
            <p:cNvSpPr/>
            <p:nvPr/>
          </p:nvSpPr>
          <p:spPr>
            <a:xfrm>
              <a:off x="3288482" y="2256638"/>
              <a:ext cx="72000" cy="7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E0C446C6-754C-4D34-BDBB-24691E608CF4}"/>
                </a:ext>
              </a:extLst>
            </p:cNvPr>
            <p:cNvCxnSpPr>
              <a:cxnSpLocks/>
              <a:stCxn id="64" idx="6"/>
            </p:cNvCxnSpPr>
            <p:nvPr/>
          </p:nvCxnSpPr>
          <p:spPr>
            <a:xfrm flipH="1" flipV="1">
              <a:off x="2244746" y="3429000"/>
              <a:ext cx="1562796" cy="879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96DA3431-9F46-4E59-B98D-CCC4BA9E308A}"/>
                </a:ext>
              </a:extLst>
            </p:cNvPr>
            <p:cNvCxnSpPr>
              <a:cxnSpLocks/>
              <a:stCxn id="55" idx="4"/>
            </p:cNvCxnSpPr>
            <p:nvPr/>
          </p:nvCxnSpPr>
          <p:spPr>
            <a:xfrm>
              <a:off x="3324482" y="2328638"/>
              <a:ext cx="8573" cy="110475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C97F2D9A-F94F-47F2-BED8-88B746999ADE}"/>
                </a:ext>
              </a:extLst>
            </p:cNvPr>
            <p:cNvCxnSpPr>
              <a:cxnSpLocks/>
            </p:cNvCxnSpPr>
            <p:nvPr/>
          </p:nvCxnSpPr>
          <p:spPr>
            <a:xfrm>
              <a:off x="3211472" y="3345656"/>
              <a:ext cx="0" cy="877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C066F62E-85BB-46EA-93C7-EBDBFF004DDE}"/>
                </a:ext>
              </a:extLst>
            </p:cNvPr>
            <p:cNvCxnSpPr>
              <a:cxnSpLocks/>
            </p:cNvCxnSpPr>
            <p:nvPr/>
          </p:nvCxnSpPr>
          <p:spPr>
            <a:xfrm>
              <a:off x="3211472" y="3345656"/>
              <a:ext cx="1215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円弧 59">
              <a:extLst>
                <a:ext uri="{FF2B5EF4-FFF2-40B4-BE49-F238E27FC236}">
                  <a16:creationId xmlns:a16="http://schemas.microsoft.com/office/drawing/2014/main" id="{5030C157-8243-42EA-ACE3-9359DE0B7FFF}"/>
                </a:ext>
              </a:extLst>
            </p:cNvPr>
            <p:cNvSpPr/>
            <p:nvPr/>
          </p:nvSpPr>
          <p:spPr>
            <a:xfrm>
              <a:off x="2221842" y="3283015"/>
              <a:ext cx="211940" cy="272651"/>
            </a:xfrm>
            <a:prstGeom prst="arc">
              <a:avLst>
                <a:gd name="adj1" fmla="val 16602575"/>
                <a:gd name="adj2" fmla="val 231423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C929BC9E-B001-4418-AFE1-6083F3D224D9}"/>
                    </a:ext>
                  </a:extLst>
                </p:cNvPr>
                <p:cNvSpPr txBox="1"/>
                <p:nvPr/>
              </p:nvSpPr>
              <p:spPr>
                <a:xfrm>
                  <a:off x="2337045" y="3061570"/>
                  <a:ext cx="3770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θ</m:t>
                        </m:r>
                      </m:oMath>
                    </m:oMathPara>
                  </a14:m>
                  <a:endParaRPr lang="en-US" altLang="ja-JP" sz="2400" b="0" dirty="0"/>
                </a:p>
              </p:txBody>
            </p:sp>
          </mc:Choice>
          <mc:Fallback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C929BC9E-B001-4418-AFE1-6083F3D224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045" y="3061570"/>
                  <a:ext cx="377026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6383" b="-2127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F4A54F65-D347-489F-9002-A722CFB01E4B}"/>
                    </a:ext>
                  </a:extLst>
                </p:cNvPr>
                <p:cNvSpPr txBox="1"/>
                <p:nvPr/>
              </p:nvSpPr>
              <p:spPr>
                <a:xfrm>
                  <a:off x="2615547" y="3389152"/>
                  <a:ext cx="35920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ja-JP" sz="1600" dirty="0"/>
                </a:p>
              </p:txBody>
            </p:sp>
          </mc:Choice>
          <mc:Fallback xmlns="">
            <p:sp>
              <p:nvSpPr>
                <p:cNvPr id="42" name="テキスト ボックス 41">
                  <a:extLst>
                    <a:ext uri="{FF2B5EF4-FFF2-40B4-BE49-F238E27FC236}">
                      <a16:creationId xmlns:a16="http://schemas.microsoft.com/office/drawing/2014/main" id="{9D3A271E-D94D-4992-BD14-A27626FF3B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5547" y="3389152"/>
                  <a:ext cx="359201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13B8EB5F-BCAB-4841-B2A2-B55CA2921039}"/>
                    </a:ext>
                  </a:extLst>
                </p:cNvPr>
                <p:cNvSpPr txBox="1"/>
                <p:nvPr/>
              </p:nvSpPr>
              <p:spPr>
                <a:xfrm>
                  <a:off x="3280172" y="2778456"/>
                  <a:ext cx="36292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altLang="ja-JP" sz="1600" dirty="0"/>
                </a:p>
              </p:txBody>
            </p:sp>
          </mc:Choice>
          <mc:Fallback xmlns="">
            <p:sp>
              <p:nvSpPr>
                <p:cNvPr id="43" name="テキスト ボックス 42">
                  <a:extLst>
                    <a:ext uri="{FF2B5EF4-FFF2-40B4-BE49-F238E27FC236}">
                      <a16:creationId xmlns:a16="http://schemas.microsoft.com/office/drawing/2014/main" id="{82155811-47C1-4A2C-93F3-BDE97ABAE5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0172" y="2778456"/>
                  <a:ext cx="362920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矢印: 右 2">
            <a:extLst>
              <a:ext uri="{FF2B5EF4-FFF2-40B4-BE49-F238E27FC236}">
                <a16:creationId xmlns:a16="http://schemas.microsoft.com/office/drawing/2014/main" id="{37DAB203-BB08-40A9-812A-2486C7260D1E}"/>
              </a:ext>
            </a:extLst>
          </p:cNvPr>
          <p:cNvSpPr/>
          <p:nvPr/>
        </p:nvSpPr>
        <p:spPr>
          <a:xfrm>
            <a:off x="3608937" y="3852285"/>
            <a:ext cx="2027726" cy="6019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100</a:t>
            </a:r>
            <a:r>
              <a:rPr kumimoji="1" lang="ja-JP" altLang="en-US" b="1" dirty="0"/>
              <a:t>倍</a:t>
            </a:r>
          </a:p>
        </p:txBody>
      </p:sp>
    </p:spTree>
    <p:extLst>
      <p:ext uri="{BB962C8B-B14F-4D97-AF65-F5344CB8AC3E}">
        <p14:creationId xmlns:p14="http://schemas.microsoft.com/office/powerpoint/2010/main" val="379772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つまり三角関数に半径を掛け算すれば、</a:t>
            </a:r>
            <a:r>
              <a:rPr kumimoji="1" lang="ja-JP" altLang="en-US" sz="2400" dirty="0"/>
              <a:t>その半径上を移動させることができます。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D50F2FD-B4C1-4843-B748-4D22D0D48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10454748" cy="228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11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円移動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4118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半径を</a:t>
            </a:r>
            <a:r>
              <a:rPr kumimoji="1" lang="en-US" altLang="ja-JP" sz="2400" dirty="0"/>
              <a:t>80</a:t>
            </a:r>
            <a:r>
              <a:rPr kumimoji="1" lang="ja-JP" altLang="en-US" sz="2400" dirty="0"/>
              <a:t>に変更し、</a:t>
            </a:r>
            <a:r>
              <a:rPr kumimoji="1" lang="en-US" altLang="ja-JP" sz="2400" dirty="0"/>
              <a:t>4</a:t>
            </a:r>
            <a:r>
              <a:rPr kumimoji="1" lang="ja-JP" altLang="en-US" sz="2400" dirty="0"/>
              <a:t>秒で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回転するようにプログラムを修正しましょう。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704079E-7F6F-4219-893C-67F1DBD1F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551992" cy="226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137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180</Words>
  <Application>Microsoft Office PowerPoint</Application>
  <PresentationFormat>ワイド画面</PresentationFormat>
  <Paragraphs>32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11</cp:revision>
  <dcterms:created xsi:type="dcterms:W3CDTF">2024-08-27T02:15:54Z</dcterms:created>
  <dcterms:modified xsi:type="dcterms:W3CDTF">2026-02-19T03:30:36Z</dcterms:modified>
</cp:coreProperties>
</file>