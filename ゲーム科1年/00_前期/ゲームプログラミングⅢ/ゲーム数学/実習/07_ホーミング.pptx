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ホーミング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ベクトルを使って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ホーミング弾</a:t>
            </a:r>
            <a:r>
              <a:rPr kumimoji="1" lang="ja-JP" altLang="en-US" sz="2400" dirty="0"/>
              <a:t>を作ります。</a:t>
            </a:r>
            <a:endParaRPr kumimoji="1" lang="en-US" altLang="ja-JP" sz="2400" dirty="0"/>
          </a:p>
          <a:p>
            <a:r>
              <a:rPr lang="ja-JP" altLang="en-US" sz="2400" dirty="0"/>
              <a:t>常に追いかけるのではなく、</a:t>
            </a:r>
            <a:r>
              <a:rPr lang="ja-JP" altLang="en-US" sz="2400" b="1" dirty="0">
                <a:solidFill>
                  <a:srgbClr val="FF0000"/>
                </a:solidFill>
              </a:rPr>
              <a:t>プレイヤーに向かって発射されるホーミング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D623A62-4666-489F-B0DE-D0E1234F9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8214093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ホーミング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08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SightMachine.cpp</a:t>
            </a:r>
            <a:r>
              <a:rPr kumimoji="1" lang="ja-JP" altLang="en-US" sz="2400" dirty="0"/>
              <a:t>を開いて空白を埋めていきます。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838081-4746-4611-90FB-84055A642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019133" cy="4548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14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ホーミング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905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① まずは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エネミーからプレイヤーまでのベクトル</a:t>
            </a:r>
            <a:r>
              <a:rPr kumimoji="1" lang="ja-JP" altLang="en-US" sz="2400" dirty="0"/>
              <a:t>を作ります。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6D349FA-1A31-4289-BA2C-37C50F57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900086" cy="4416751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73C4823-A7CC-4E24-ADF1-ADC09A40D94E}"/>
              </a:ext>
            </a:extLst>
          </p:cNvPr>
          <p:cNvCxnSpPr/>
          <p:nvPr/>
        </p:nvCxnSpPr>
        <p:spPr>
          <a:xfrm flipH="1">
            <a:off x="2223655" y="3075709"/>
            <a:ext cx="3719945" cy="21509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986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ホーミング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75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② ベクトルが長すぎるので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正規化</a:t>
            </a:r>
            <a:r>
              <a:rPr kumimoji="1" lang="ja-JP" altLang="en-US" sz="2400" dirty="0"/>
              <a:t>して長さを１にします。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6D349FA-1A31-4289-BA2C-37C50F57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900086" cy="4416751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73C4823-A7CC-4E24-ADF1-ADC09A40D94E}"/>
              </a:ext>
            </a:extLst>
          </p:cNvPr>
          <p:cNvCxnSpPr>
            <a:cxnSpLocks/>
          </p:cNvCxnSpPr>
          <p:nvPr/>
        </p:nvCxnSpPr>
        <p:spPr>
          <a:xfrm flipH="1">
            <a:off x="5621482" y="3075709"/>
            <a:ext cx="322119" cy="16625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837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ホーミング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52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③ 正規化したベクトルに</a:t>
            </a:r>
            <a:r>
              <a:rPr kumimoji="1" lang="ja-JP" altLang="en-US" sz="2400"/>
              <a:t>速度を掛けると</a:t>
            </a:r>
            <a:r>
              <a:rPr kumimoji="1" lang="ja-JP" altLang="en-US" sz="2400" dirty="0"/>
              <a:t>、その速さで進むベクトルになります</a:t>
            </a:r>
            <a:r>
              <a:rPr lang="ja-JP" altLang="en-US" sz="2400" dirty="0"/>
              <a:t>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6D349FA-1A31-4289-BA2C-37C50F579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8900086" cy="4416751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773C4823-A7CC-4E24-ADF1-ADC09A40D94E}"/>
              </a:ext>
            </a:extLst>
          </p:cNvPr>
          <p:cNvCxnSpPr>
            <a:cxnSpLocks/>
          </p:cNvCxnSpPr>
          <p:nvPr/>
        </p:nvCxnSpPr>
        <p:spPr>
          <a:xfrm flipH="1">
            <a:off x="5195455" y="3075709"/>
            <a:ext cx="748147" cy="43641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204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ホーミング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ホーミングだけでなく、何か目標地点に進む場合には今回の処理が使えます。</a:t>
            </a:r>
            <a:endParaRPr kumimoji="1" lang="en-US" altLang="ja-JP" sz="2400" dirty="0"/>
          </a:p>
          <a:p>
            <a:r>
              <a:rPr lang="ja-JP" altLang="en-US" sz="2400" dirty="0"/>
              <a:t>使いどころは多いので、覚えておきましょう。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12567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109</Words>
  <Application>Microsoft Office PowerPoint</Application>
  <PresentationFormat>ワイド画面</PresentationFormat>
  <Paragraphs>14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16</cp:revision>
  <dcterms:created xsi:type="dcterms:W3CDTF">2024-08-27T02:15:54Z</dcterms:created>
  <dcterms:modified xsi:type="dcterms:W3CDTF">2024-12-04T01:01:12Z</dcterms:modified>
</cp:coreProperties>
</file>