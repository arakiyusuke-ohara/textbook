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座学で学習したベクトルをゲームに導入します。</a:t>
            </a:r>
            <a:endParaRPr kumimoji="1" lang="en-US" altLang="ja-JP" sz="2400" dirty="0"/>
          </a:p>
          <a:p>
            <a:r>
              <a:rPr lang="ja-JP" altLang="en-US" sz="2400" dirty="0"/>
              <a:t>実際にゲームには多くのベクトルが使われています。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E94977-F313-4A42-962F-DB5308390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420011" cy="428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ゲームで最も使用するベクトルは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位置ベクトル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位置ベクトルは</a:t>
            </a:r>
            <a:r>
              <a:rPr lang="ja-JP" altLang="en-US" sz="2400" b="1" dirty="0">
                <a:solidFill>
                  <a:srgbClr val="FF0000"/>
                </a:solidFill>
              </a:rPr>
              <a:t>原点からどれほど離れているかを示すベクトル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35AF1C6-3156-4833-AD76-2916A8326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60" y="2478216"/>
            <a:ext cx="5528458" cy="31892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0AC97A9-61C3-47EE-A252-AA88BC3B8826}"/>
                  </a:ext>
                </a:extLst>
              </p:cNvPr>
              <p:cNvSpPr txBox="1"/>
              <p:nvPr/>
            </p:nvSpPr>
            <p:spPr>
              <a:xfrm>
                <a:off x="304800" y="2016551"/>
                <a:ext cx="9829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i="1" dirty="0" smtClean="0">
                          <a:latin typeface="Cambria Math" panose="02040503050406030204" pitchFamily="18" charset="0"/>
                        </a:rPr>
                        <m:t>(0, 0)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0AC97A9-61C3-47EE-A252-AA88BC3B8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016551"/>
                <a:ext cx="982961" cy="461665"/>
              </a:xfrm>
              <a:prstGeom prst="rect">
                <a:avLst/>
              </a:prstGeom>
              <a:blipFill>
                <a:blip r:embed="rId3"/>
                <a:stretch>
                  <a:fillRect r="-621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4322339-E9DA-4D92-A62E-7AC6591AF2E0}"/>
              </a:ext>
            </a:extLst>
          </p:cNvPr>
          <p:cNvCxnSpPr>
            <a:cxnSpLocks/>
          </p:cNvCxnSpPr>
          <p:nvPr/>
        </p:nvCxnSpPr>
        <p:spPr>
          <a:xfrm>
            <a:off x="860560" y="2478216"/>
            <a:ext cx="1082540" cy="174326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95ABA4D-0B66-45A9-8A80-0BA77FF706BC}"/>
              </a:ext>
            </a:extLst>
          </p:cNvPr>
          <p:cNvSpPr txBox="1"/>
          <p:nvPr/>
        </p:nvSpPr>
        <p:spPr>
          <a:xfrm>
            <a:off x="1623945" y="3059668"/>
            <a:ext cx="15916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位置ベクトル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8D326DF-0063-4BDA-B46E-E104652029EE}"/>
              </a:ext>
            </a:extLst>
          </p:cNvPr>
          <p:cNvSpPr txBox="1"/>
          <p:nvPr/>
        </p:nvSpPr>
        <p:spPr>
          <a:xfrm>
            <a:off x="567542" y="5833461"/>
            <a:ext cx="98187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2D</a:t>
            </a:r>
            <a:r>
              <a:rPr kumimoji="1" lang="ja-JP" altLang="en-US" sz="2400" dirty="0"/>
              <a:t>ゲームの原点は左上なので、左上からどれだけ離れているかを示す</a:t>
            </a:r>
            <a:endParaRPr kumimoji="1" lang="en-US" altLang="ja-JP" sz="2400" dirty="0"/>
          </a:p>
          <a:p>
            <a:r>
              <a:rPr lang="ja-JP" altLang="en-US" sz="2400" dirty="0"/>
              <a:t>ベクトルとなります。（つまり座標のこと）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4135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もう１つよく使うのは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移動ベクトル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オブジェクトがどれだけ移動するかを示すベクトル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69ACBD6-FD29-4800-A588-8746B028E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641325" cy="3953698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DC099DB-F9CC-43CE-99CA-87C40E9CFE98}"/>
              </a:ext>
            </a:extLst>
          </p:cNvPr>
          <p:cNvCxnSpPr>
            <a:cxnSpLocks/>
          </p:cNvCxnSpPr>
          <p:nvPr/>
        </p:nvCxnSpPr>
        <p:spPr>
          <a:xfrm>
            <a:off x="2096165" y="5015227"/>
            <a:ext cx="6760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FB73C52-5EA0-44F1-A4E6-B2410457A907}"/>
              </a:ext>
            </a:extLst>
          </p:cNvPr>
          <p:cNvSpPr txBox="1"/>
          <p:nvPr/>
        </p:nvSpPr>
        <p:spPr>
          <a:xfrm>
            <a:off x="1704627" y="4422755"/>
            <a:ext cx="15916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移動ベクトル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175E085-CC2A-41F0-8783-2527E956C352}"/>
              </a:ext>
            </a:extLst>
          </p:cNvPr>
          <p:cNvSpPr txBox="1"/>
          <p:nvPr/>
        </p:nvSpPr>
        <p:spPr>
          <a:xfrm>
            <a:off x="567542" y="6280524"/>
            <a:ext cx="8666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まずはこれら</a:t>
            </a:r>
            <a:r>
              <a:rPr kumimoji="1" lang="en-US" altLang="ja-JP" sz="2400" dirty="0"/>
              <a:t>2</a:t>
            </a:r>
            <a:r>
              <a:rPr kumimoji="1" lang="ja-JP" altLang="en-US" sz="2400" dirty="0"/>
              <a:t>つのベクトルを区別できるようになりましょう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9663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70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にはベクトル用の構造体が用意されています。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2A68B3-7CE9-407F-AE76-39694E5B0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891812" cy="169637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38DD7F7-BE2D-4ECC-9FB7-9F3F176A89CD}"/>
              </a:ext>
            </a:extLst>
          </p:cNvPr>
          <p:cNvSpPr txBox="1"/>
          <p:nvPr/>
        </p:nvSpPr>
        <p:spPr>
          <a:xfrm>
            <a:off x="567542" y="3653863"/>
            <a:ext cx="106442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ベクトル用の構造体</a:t>
            </a:r>
            <a:r>
              <a:rPr kumimoji="1" lang="ja-JP" altLang="en-US" sz="2400" dirty="0"/>
              <a:t>が用意されています。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色々と名前が付けられていますが、宣言するときは</a:t>
            </a:r>
            <a:r>
              <a:rPr lang="en-US" altLang="ja-JP" sz="2400" b="1" dirty="0">
                <a:solidFill>
                  <a:srgbClr val="00B050"/>
                </a:solidFill>
              </a:rPr>
              <a:t>VECTOR</a:t>
            </a:r>
            <a:r>
              <a:rPr lang="ja-JP" altLang="en-US" sz="2400" dirty="0"/>
              <a:t>を使用します。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8866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これまで座標として使ってきた変数は、全て位置ベクトルに置き換えられます。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A108A1F-68CA-42CF-9E5C-D613D324A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5358129" cy="193959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63863D8-DDCB-4D12-8DDE-C1E97CEE3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073786"/>
            <a:ext cx="5358129" cy="180420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0F48104-DD3B-4BE4-AE32-606B3645EACB}"/>
              </a:ext>
            </a:extLst>
          </p:cNvPr>
          <p:cNvSpPr/>
          <p:nvPr/>
        </p:nvSpPr>
        <p:spPr>
          <a:xfrm>
            <a:off x="1281953" y="2626659"/>
            <a:ext cx="3567953" cy="3137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8A55994-1D23-40C4-A5AA-A1E1A80DFC9C}"/>
              </a:ext>
            </a:extLst>
          </p:cNvPr>
          <p:cNvSpPr/>
          <p:nvPr/>
        </p:nvSpPr>
        <p:spPr>
          <a:xfrm>
            <a:off x="1281953" y="4894729"/>
            <a:ext cx="3567953" cy="1792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左カーブ 11">
            <a:extLst>
              <a:ext uri="{FF2B5EF4-FFF2-40B4-BE49-F238E27FC236}">
                <a16:creationId xmlns:a16="http://schemas.microsoft.com/office/drawing/2014/main" id="{1B26A656-8DD3-4CB1-BF34-02331DE7F9D0}"/>
              </a:ext>
            </a:extLst>
          </p:cNvPr>
          <p:cNvSpPr/>
          <p:nvPr/>
        </p:nvSpPr>
        <p:spPr>
          <a:xfrm>
            <a:off x="6029325" y="2743200"/>
            <a:ext cx="1009650" cy="24955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68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43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VECTOR</a:t>
            </a:r>
            <a:r>
              <a:rPr kumimoji="1" lang="ja-JP" altLang="en-US" sz="2400" dirty="0"/>
              <a:t>構造体のメンバーは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(x, y, z)</a:t>
            </a:r>
            <a:r>
              <a:rPr kumimoji="1" lang="ja-JP" altLang="en-US" sz="2400" dirty="0"/>
              <a:t>なので、そのまま置き換えられます。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58B112-1278-4874-AC54-4BEC50513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706271" cy="203863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22D0BB4-A768-4B00-9462-5DFC2F61F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314686"/>
            <a:ext cx="5525271" cy="1981477"/>
          </a:xfrm>
          <a:prstGeom prst="rect">
            <a:avLst/>
          </a:prstGeom>
        </p:spPr>
      </p:pic>
      <p:sp>
        <p:nvSpPr>
          <p:cNvPr id="12" name="矢印: 左カーブ 11">
            <a:extLst>
              <a:ext uri="{FF2B5EF4-FFF2-40B4-BE49-F238E27FC236}">
                <a16:creationId xmlns:a16="http://schemas.microsoft.com/office/drawing/2014/main" id="{01C9A6AB-7484-47DD-900B-3D0BBB1AAA70}"/>
              </a:ext>
            </a:extLst>
          </p:cNvPr>
          <p:cNvSpPr/>
          <p:nvPr/>
        </p:nvSpPr>
        <p:spPr>
          <a:xfrm>
            <a:off x="6543675" y="2809874"/>
            <a:ext cx="1009650" cy="24955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7283EC-3374-4085-B143-EA68E60C3E03}"/>
              </a:ext>
            </a:extLst>
          </p:cNvPr>
          <p:cNvSpPr/>
          <p:nvPr/>
        </p:nvSpPr>
        <p:spPr>
          <a:xfrm>
            <a:off x="1636700" y="2217084"/>
            <a:ext cx="4456113" cy="516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A1133D-C00F-425A-9AB8-E4D322258AFF}"/>
              </a:ext>
            </a:extLst>
          </p:cNvPr>
          <p:cNvSpPr/>
          <p:nvPr/>
        </p:nvSpPr>
        <p:spPr>
          <a:xfrm>
            <a:off x="1741476" y="4693584"/>
            <a:ext cx="4357714" cy="516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9697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これまで移動量として使ってきた変数は、全て移動ベクトルに置き換えられます。</a:t>
            </a:r>
            <a:endParaRPr kumimoji="1" lang="en-US" altLang="ja-JP" sz="2400" dirty="0">
              <a:solidFill>
                <a:srgbClr val="FF0000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49E347A-3E9E-44A0-B2F7-BDEFFA58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5358129" cy="1939594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D59F8D7-586E-43DB-A3E6-1A8F60CFE5A7}"/>
              </a:ext>
            </a:extLst>
          </p:cNvPr>
          <p:cNvSpPr/>
          <p:nvPr/>
        </p:nvSpPr>
        <p:spPr>
          <a:xfrm>
            <a:off x="1281953" y="2902884"/>
            <a:ext cx="3594847" cy="3137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左カーブ 12">
            <a:extLst>
              <a:ext uri="{FF2B5EF4-FFF2-40B4-BE49-F238E27FC236}">
                <a16:creationId xmlns:a16="http://schemas.microsoft.com/office/drawing/2014/main" id="{50052D57-C24E-452E-9E3E-86BB4115A092}"/>
              </a:ext>
            </a:extLst>
          </p:cNvPr>
          <p:cNvSpPr/>
          <p:nvPr/>
        </p:nvSpPr>
        <p:spPr>
          <a:xfrm>
            <a:off x="6029325" y="2743200"/>
            <a:ext cx="1009650" cy="24955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3CC059A-CD55-48DC-A6CD-D2D0A9782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990975"/>
            <a:ext cx="5358129" cy="1652847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713A7AA-A1C6-4433-8633-282C2DA2331F}"/>
              </a:ext>
            </a:extLst>
          </p:cNvPr>
          <p:cNvSpPr/>
          <p:nvPr/>
        </p:nvSpPr>
        <p:spPr>
          <a:xfrm>
            <a:off x="1281953" y="4933950"/>
            <a:ext cx="3594847" cy="2000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13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位置ベクトルと同様に置き換えられます。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58B112-1278-4874-AC54-4BEC50513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706271" cy="2038635"/>
          </a:xfrm>
          <a:prstGeom prst="rect">
            <a:avLst/>
          </a:prstGeom>
        </p:spPr>
      </p:pic>
      <p:sp>
        <p:nvSpPr>
          <p:cNvPr id="12" name="矢印: 左カーブ 11">
            <a:extLst>
              <a:ext uri="{FF2B5EF4-FFF2-40B4-BE49-F238E27FC236}">
                <a16:creationId xmlns:a16="http://schemas.microsoft.com/office/drawing/2014/main" id="{01C9A6AB-7484-47DD-900B-3D0BBB1AAA70}"/>
              </a:ext>
            </a:extLst>
          </p:cNvPr>
          <p:cNvSpPr/>
          <p:nvPr/>
        </p:nvSpPr>
        <p:spPr>
          <a:xfrm>
            <a:off x="6543675" y="2809874"/>
            <a:ext cx="1009650" cy="24955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7283EC-3374-4085-B143-EA68E60C3E03}"/>
              </a:ext>
            </a:extLst>
          </p:cNvPr>
          <p:cNvSpPr/>
          <p:nvPr/>
        </p:nvSpPr>
        <p:spPr>
          <a:xfrm>
            <a:off x="1636700" y="2874309"/>
            <a:ext cx="4456113" cy="516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B97E989-2A45-4405-94DF-F754596E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224200"/>
            <a:ext cx="5591955" cy="197195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CC90076-B5BC-49F1-A4A7-8B774A7B5347}"/>
              </a:ext>
            </a:extLst>
          </p:cNvPr>
          <p:cNvSpPr/>
          <p:nvPr/>
        </p:nvSpPr>
        <p:spPr>
          <a:xfrm>
            <a:off x="1684326" y="5257800"/>
            <a:ext cx="4357714" cy="516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54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今後はこの</a:t>
            </a:r>
            <a:r>
              <a:rPr lang="en-US" altLang="ja-JP" sz="2400" b="1" dirty="0">
                <a:solidFill>
                  <a:srgbClr val="00B050"/>
                </a:solidFill>
              </a:rPr>
              <a:t>VECTOR</a:t>
            </a:r>
            <a:r>
              <a:rPr lang="ja-JP" altLang="en-US" sz="2400" dirty="0"/>
              <a:t>型を常に使っていきましょう。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ゲーム制作では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キャラクターの動きなどをベクトルでイメージする</a:t>
            </a:r>
            <a:r>
              <a:rPr kumimoji="1" lang="ja-JP" altLang="en-US" sz="2400" dirty="0"/>
              <a:t>ことは、</a:t>
            </a:r>
            <a:endParaRPr kumimoji="1" lang="en-US" altLang="ja-JP" sz="2400" dirty="0"/>
          </a:p>
          <a:p>
            <a:r>
              <a:rPr lang="ja-JP" altLang="en-US" sz="2400" dirty="0"/>
              <a:t>非常に重要になります。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制作を通して学習していきましょう。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4266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283</Words>
  <Application>Microsoft Office PowerPoint</Application>
  <PresentationFormat>ワイド画面</PresentationFormat>
  <Paragraphs>34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12</cp:revision>
  <dcterms:created xsi:type="dcterms:W3CDTF">2024-08-27T02:15:54Z</dcterms:created>
  <dcterms:modified xsi:type="dcterms:W3CDTF">2024-11-06T02:50:14Z</dcterms:modified>
</cp:coreProperties>
</file>