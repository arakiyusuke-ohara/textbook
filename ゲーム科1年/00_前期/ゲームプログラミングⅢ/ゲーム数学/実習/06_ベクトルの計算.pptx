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座学で学習したベクトルの計算はゲームでもよく使うことになります。</a:t>
            </a:r>
            <a:endParaRPr kumimoji="1" lang="en-US" altLang="ja-JP" sz="2400" dirty="0"/>
          </a:p>
          <a:p>
            <a:r>
              <a:rPr lang="ja-JP" altLang="en-US" sz="2400" dirty="0"/>
              <a:t>いつでも簡単に計算できるように、</a:t>
            </a:r>
            <a:r>
              <a:rPr lang="ja-JP" altLang="en-US" sz="2400" b="1" dirty="0">
                <a:solidFill>
                  <a:srgbClr val="FF0000"/>
                </a:solidFill>
              </a:rPr>
              <a:t>計算ライブラリ</a:t>
            </a:r>
            <a:r>
              <a:rPr lang="ja-JP" altLang="en-US" sz="2400" dirty="0"/>
              <a:t>を作ります。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01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Math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フォルダ</a:t>
            </a:r>
            <a:r>
              <a:rPr kumimoji="1" lang="ja-JP" altLang="en-US" sz="2400" dirty="0"/>
              <a:t>を追加して、</a:t>
            </a:r>
            <a:r>
              <a:rPr lang="en-US" altLang="ja-JP" sz="2400" b="1" dirty="0">
                <a:solidFill>
                  <a:srgbClr val="FF0000"/>
                </a:solidFill>
              </a:rPr>
              <a:t>MyMath.cpp/.h</a:t>
            </a:r>
            <a:r>
              <a:rPr lang="ja-JP" altLang="en-US" sz="2400" dirty="0"/>
              <a:t>を追加します。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2D06905-9771-4B3B-B344-175D36146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490587" cy="468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18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43323"/>
            <a:ext cx="3546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MyMath.h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0758D2B-8117-49C5-A684-95DDFC6FA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71582"/>
            <a:ext cx="10357945" cy="305004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9787DCC-1540-4154-8E85-7328EC2BAA1B}"/>
              </a:ext>
            </a:extLst>
          </p:cNvPr>
          <p:cNvSpPr txBox="1"/>
          <p:nvPr/>
        </p:nvSpPr>
        <p:spPr>
          <a:xfrm>
            <a:off x="567541" y="5153012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ここからは座学の内容を思い出しながら実装していきます。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9607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43323"/>
            <a:ext cx="100575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VecCreate</a:t>
            </a:r>
            <a:r>
              <a:rPr kumimoji="1" lang="ja-JP" altLang="en-US" sz="2400" dirty="0"/>
              <a:t>関数はベクトルの始点と終点からベクトルを作る関数です。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VecCreate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の仕様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引数　：生成するベクトルの始点と終点</a:t>
            </a:r>
            <a:endParaRPr lang="en-US" altLang="ja-JP" sz="2400" dirty="0"/>
          </a:p>
          <a:p>
            <a:r>
              <a:rPr kumimoji="1" lang="ja-JP" altLang="en-US" sz="2400" dirty="0"/>
              <a:t>戻り値：始点と終点から生成されたベクトル</a:t>
            </a:r>
            <a:endParaRPr kumimoji="1" lang="en-US" altLang="ja-JP" sz="2400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880EF01-3B38-4E4D-BEAC-7C19A282D9A8}"/>
              </a:ext>
            </a:extLst>
          </p:cNvPr>
          <p:cNvGrpSpPr/>
          <p:nvPr/>
        </p:nvGrpSpPr>
        <p:grpSpPr>
          <a:xfrm>
            <a:off x="567542" y="3348909"/>
            <a:ext cx="3457356" cy="2967300"/>
            <a:chOff x="970954" y="3429000"/>
            <a:chExt cx="3457356" cy="2967300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5216C6A7-4D54-42E5-A60E-BFD063B950FB}"/>
                </a:ext>
              </a:extLst>
            </p:cNvPr>
            <p:cNvCxnSpPr/>
            <p:nvPr/>
          </p:nvCxnSpPr>
          <p:spPr>
            <a:xfrm flipV="1">
              <a:off x="1506071" y="3801035"/>
              <a:ext cx="2294964" cy="2133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2733203-20E2-4037-8BCA-62F5FF3F12D2}"/>
                </a:ext>
              </a:extLst>
            </p:cNvPr>
            <p:cNvSpPr txBox="1"/>
            <p:nvPr/>
          </p:nvSpPr>
          <p:spPr>
            <a:xfrm>
              <a:off x="970954" y="5934635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始点</a:t>
              </a:r>
              <a:endParaRPr kumimoji="1" lang="en-US" altLang="ja-JP" sz="2400" dirty="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950BCC55-C985-425C-9C4B-6EBC800FABF1}"/>
                </a:ext>
              </a:extLst>
            </p:cNvPr>
            <p:cNvSpPr txBox="1"/>
            <p:nvPr/>
          </p:nvSpPr>
          <p:spPr>
            <a:xfrm>
              <a:off x="3628091" y="342900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終点</a:t>
              </a:r>
              <a:endParaRPr kumimoji="1" lang="en-US" altLang="ja-JP" sz="2400" dirty="0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FDAB8C4-ED9C-4BF0-8748-319483CB765C}"/>
              </a:ext>
            </a:extLst>
          </p:cNvPr>
          <p:cNvSpPr txBox="1"/>
          <p:nvPr/>
        </p:nvSpPr>
        <p:spPr>
          <a:xfrm>
            <a:off x="6188413" y="5992220"/>
            <a:ext cx="4998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Z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軸も忘れずに計算しましょう！！</a:t>
            </a:r>
            <a:endParaRPr kumimoji="1" lang="en-US" altLang="ja-JP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2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43323"/>
            <a:ext cx="71849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VecAdd</a:t>
            </a:r>
            <a:r>
              <a:rPr kumimoji="1" lang="ja-JP" altLang="en-US" sz="2400" dirty="0"/>
              <a:t>関数はベクトルの足し算をする関数です。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VecAdd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の仕様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引数　：足し算する２つのベクトル</a:t>
            </a:r>
            <a:endParaRPr lang="en-US" altLang="ja-JP" sz="2400" dirty="0"/>
          </a:p>
          <a:p>
            <a:r>
              <a:rPr kumimoji="1" lang="ja-JP" altLang="en-US" sz="2400" dirty="0"/>
              <a:t>戻り値：足し算結果のベクトル</a:t>
            </a:r>
            <a:endParaRPr kumimoji="1"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FDAB8C4-ED9C-4BF0-8748-319483CB765C}"/>
              </a:ext>
            </a:extLst>
          </p:cNvPr>
          <p:cNvSpPr txBox="1"/>
          <p:nvPr/>
        </p:nvSpPr>
        <p:spPr>
          <a:xfrm>
            <a:off x="567542" y="3429000"/>
            <a:ext cx="4998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Z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軸も忘れずに計算しましょう！！</a:t>
            </a:r>
            <a:endParaRPr kumimoji="1" lang="en-US" altLang="ja-JP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298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43323"/>
            <a:ext cx="83407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VecScale</a:t>
            </a:r>
            <a:r>
              <a:rPr kumimoji="1" lang="ja-JP" altLang="en-US" sz="2400" dirty="0"/>
              <a:t>関数はベクトルのスカラー倍をする関数です。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VecScale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の仕様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引数　：掛け算されるベクトルと掛けるスカラー値</a:t>
            </a:r>
            <a:endParaRPr lang="en-US" altLang="ja-JP" sz="2400" dirty="0"/>
          </a:p>
          <a:p>
            <a:r>
              <a:rPr kumimoji="1" lang="ja-JP" altLang="en-US" sz="2400" dirty="0"/>
              <a:t>戻り値：計算結果のベクトル</a:t>
            </a:r>
            <a:endParaRPr kumimoji="1"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FDAB8C4-ED9C-4BF0-8748-319483CB765C}"/>
              </a:ext>
            </a:extLst>
          </p:cNvPr>
          <p:cNvSpPr txBox="1"/>
          <p:nvPr/>
        </p:nvSpPr>
        <p:spPr>
          <a:xfrm>
            <a:off x="567542" y="3429000"/>
            <a:ext cx="4998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Z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軸も忘れずに計算しましょう！！</a:t>
            </a:r>
            <a:endParaRPr kumimoji="1" lang="en-US" altLang="ja-JP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820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43323"/>
            <a:ext cx="911018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VecLong</a:t>
            </a:r>
            <a:r>
              <a:rPr kumimoji="1" lang="ja-JP" altLang="en-US" sz="2400" dirty="0"/>
              <a:t>関数はベクトルの長さを計算する関数です。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VecLong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の仕様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引数　：長さを計算するベクトル</a:t>
            </a:r>
            <a:endParaRPr lang="en-US" altLang="ja-JP" sz="2400" dirty="0"/>
          </a:p>
          <a:p>
            <a:r>
              <a:rPr kumimoji="1" lang="ja-JP" altLang="en-US" sz="2400" dirty="0"/>
              <a:t>戻り値：引数のベクトルの長さ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00B050"/>
                </a:solidFill>
              </a:rPr>
              <a:t>ヒント</a:t>
            </a:r>
            <a:endParaRPr kumimoji="1"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dirty="0"/>
              <a:t>ベクトルの長さはベクトルの始点から終点の</a:t>
            </a:r>
            <a:r>
              <a:rPr lang="ja-JP" altLang="en-US" sz="2400" b="1" dirty="0">
                <a:solidFill>
                  <a:srgbClr val="FF0000"/>
                </a:solidFill>
              </a:rPr>
              <a:t>２点間の距離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01353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43323"/>
            <a:ext cx="849463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VecNormalize</a:t>
            </a:r>
            <a:r>
              <a:rPr kumimoji="1" lang="ja-JP" altLang="en-US" sz="2400" dirty="0"/>
              <a:t>関数はベクトルを正規化する関数です。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VecNormalize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の仕様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引数　：正規化するベクトル</a:t>
            </a:r>
            <a:endParaRPr lang="en-US" altLang="ja-JP" sz="2400" dirty="0"/>
          </a:p>
          <a:p>
            <a:r>
              <a:rPr kumimoji="1" lang="ja-JP" altLang="en-US" sz="2400" dirty="0"/>
              <a:t>戻り値：正規化されたベクトル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00B050"/>
                </a:solidFill>
              </a:rPr>
              <a:t>ヒント</a:t>
            </a:r>
            <a:endParaRPr kumimoji="1" lang="en-US" altLang="ja-JP" sz="2400" b="1" dirty="0">
              <a:solidFill>
                <a:srgbClr val="00B050"/>
              </a:solidFill>
            </a:endParaRPr>
          </a:p>
          <a:p>
            <a:r>
              <a:rPr kumimoji="1" lang="ja-JP" altLang="en-US" sz="2400" dirty="0"/>
              <a:t>ベクトルの正規化は、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ベクトルの長さを１にする</a:t>
            </a:r>
            <a:r>
              <a:rPr kumimoji="1" lang="ja-JP" altLang="en-US" sz="2400" dirty="0"/>
              <a:t>ことです。</a:t>
            </a:r>
            <a:endParaRPr kumimoji="1" lang="en-US" altLang="ja-JP" sz="2400" dirty="0"/>
          </a:p>
          <a:p>
            <a:r>
              <a:rPr lang="ja-JP" altLang="en-US" sz="2400" dirty="0"/>
              <a:t>先ほど作った</a:t>
            </a:r>
            <a:r>
              <a:rPr lang="en-US" altLang="ja-JP" sz="2400" b="1" dirty="0" err="1">
                <a:solidFill>
                  <a:srgbClr val="0070C0"/>
                </a:solidFill>
              </a:rPr>
              <a:t>VecLong</a:t>
            </a:r>
            <a:r>
              <a:rPr lang="ja-JP" altLang="en-US" sz="2400" dirty="0"/>
              <a:t>関数を使うと簡単に計算できます。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1216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43323"/>
            <a:ext cx="757130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VecDot</a:t>
            </a:r>
            <a:r>
              <a:rPr kumimoji="1" lang="ja-JP" altLang="en-US" sz="2400" dirty="0"/>
              <a:t>関数はベクトルの内積を計算する関数です。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VecDot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の仕様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引数　：内積を計算する２つのベクトル</a:t>
            </a:r>
            <a:endParaRPr lang="en-US" altLang="ja-JP" sz="2400" dirty="0"/>
          </a:p>
          <a:p>
            <a:r>
              <a:rPr kumimoji="1" lang="ja-JP" altLang="en-US" sz="2400" dirty="0"/>
              <a:t>戻り値：計算結果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座学のスライドを見ながら計算処理を書きましょう。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3091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43323"/>
            <a:ext cx="856837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VecCross2D</a:t>
            </a:r>
            <a:r>
              <a:rPr kumimoji="1" lang="ja-JP" altLang="en-US" sz="2400" dirty="0"/>
              <a:t>関数は</a:t>
            </a:r>
            <a:r>
              <a:rPr kumimoji="1" lang="en-US" altLang="ja-JP" sz="2400" dirty="0"/>
              <a:t>2D</a:t>
            </a:r>
            <a:r>
              <a:rPr kumimoji="1" lang="ja-JP" altLang="en-US" sz="2400" dirty="0"/>
              <a:t>ベクトルの外積を計算する関数です。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VecCross2D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の仕様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引数　：外積を計算する２つのベクトル</a:t>
            </a:r>
            <a:endParaRPr lang="en-US" altLang="ja-JP" sz="2400" dirty="0"/>
          </a:p>
          <a:p>
            <a:r>
              <a:rPr kumimoji="1" lang="ja-JP" altLang="en-US" sz="2400" dirty="0"/>
              <a:t>戻り値：計算結果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座学のスライドを見ながら計算処理を書きましょう。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75404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ベクトルの計算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43323"/>
            <a:ext cx="856837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VecCross3D</a:t>
            </a:r>
            <a:r>
              <a:rPr kumimoji="1" lang="ja-JP" altLang="en-US" sz="2400" dirty="0"/>
              <a:t>関数は</a:t>
            </a:r>
            <a:r>
              <a:rPr kumimoji="1" lang="en-US" altLang="ja-JP" sz="2400" dirty="0"/>
              <a:t>3D</a:t>
            </a:r>
            <a:r>
              <a:rPr kumimoji="1" lang="ja-JP" altLang="en-US" sz="2400" dirty="0"/>
              <a:t>ベクトルの外積を計算する関数です。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VecCross3D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の仕様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引数　：外積を計算する２つのベクトル</a:t>
            </a:r>
            <a:endParaRPr lang="en-US" altLang="ja-JP" sz="2400" dirty="0"/>
          </a:p>
          <a:p>
            <a:r>
              <a:rPr kumimoji="1" lang="ja-JP" altLang="en-US" sz="2400" dirty="0"/>
              <a:t>戻り値：計算結果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座学のスライドを見ながら計算処理を書きましょう。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34077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438</Words>
  <Application>Microsoft Office PowerPoint</Application>
  <PresentationFormat>ワイド画面</PresentationFormat>
  <Paragraphs>74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17</cp:revision>
  <dcterms:created xsi:type="dcterms:W3CDTF">2024-08-27T02:15:54Z</dcterms:created>
  <dcterms:modified xsi:type="dcterms:W3CDTF">2025-01-06T05:56:25Z</dcterms:modified>
</cp:coreProperties>
</file>