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プレイヤーとの距離を計算して、</a:t>
            </a:r>
            <a:r>
              <a:rPr lang="ja-JP" altLang="en-US" sz="2400" dirty="0"/>
              <a:t>近づくと動く自動ドアを実装します。</a:t>
            </a:r>
            <a:endParaRPr kumimoji="1"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12237D0-A7D3-4B16-BEC8-439585FC3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4287"/>
            <a:ext cx="4794167" cy="2668674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344D3B0B-A85E-45BB-B91F-55FD9A4E7C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76832"/>
            <a:ext cx="3829584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110186" cy="390254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２点間の距離の公式さえ知っていれば簡単に実装できます。</a:t>
                </a:r>
                <a:endParaRPr kumimoji="1" lang="en-US" altLang="ja-JP" sz="2400" dirty="0"/>
              </a:p>
              <a:p>
                <a:endParaRPr lang="en-US" altLang="ja-JP" sz="2400" dirty="0"/>
              </a:p>
              <a:p>
                <a:r>
                  <a:rPr kumimoji="1" lang="ja-JP" altLang="en-US" sz="2400" b="1" dirty="0">
                    <a:solidFill>
                      <a:srgbClr val="FF0000"/>
                    </a:solidFill>
                  </a:rPr>
                  <a:t>■２点間の距離の公式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ja-JP" altLang="en-US" sz="2400" dirty="0"/>
                  <a:t>２点の座標が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kumimoji="1" lang="ja-JP" altLang="en-US" sz="2400" dirty="0"/>
                  <a:t>としたとき、</a:t>
                </a:r>
                <a:endParaRPr kumimoji="1" lang="en-US" altLang="ja-JP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ja-JP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kumimoji="1" lang="en-US" altLang="ja-JP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en-US" altLang="ja-JP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kumimoji="1" lang="en-US" altLang="ja-JP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ja-JP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ja-JP" sz="2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ja-JP" sz="24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kumimoji="1" lang="en-US" altLang="ja-JP" sz="2400" dirty="0"/>
              </a:p>
              <a:p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ja-JP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1" lang="en-US" altLang="ja-JP" sz="2400" dirty="0"/>
                  <a:t>	</a:t>
                </a:r>
                <a:r>
                  <a:rPr kumimoji="1" lang="ja-JP" altLang="en-US" sz="2400" dirty="0"/>
                  <a:t>・・・２点間の距離</a:t>
                </a:r>
                <a:endParaRPr kumimoji="1"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dirty="0"/>
                  <a:t>なぜこのような計算になるか、座学の内容も思い出しましょう。</a:t>
                </a:r>
                <a:endParaRPr kumimoji="1"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110186" cy="3902543"/>
              </a:xfrm>
              <a:prstGeom prst="rect">
                <a:avLst/>
              </a:prstGeom>
              <a:blipFill>
                <a:blip r:embed="rId2"/>
                <a:stretch>
                  <a:fillRect l="-1003" t="-1250" r="-67" b="-265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847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5924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/>
              <a:t>AutoDoor.cpp</a:t>
            </a:r>
            <a:r>
              <a:rPr kumimoji="1" lang="ja-JP" altLang="en-US" sz="2400" dirty="0"/>
              <a:t>を開きましょう。</a:t>
            </a:r>
            <a:r>
              <a:rPr lang="ja-JP" altLang="en-US" sz="2400" dirty="0"/>
              <a:t>以下の処理を完成させます。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0BBAC70E-1669-4D64-AA42-7BEB638B0C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4"/>
            <a:ext cx="10299878" cy="41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814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823664DA-7996-4116-ABBC-2ED01352FE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410075"/>
            <a:ext cx="7262512" cy="404267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660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① まずは</a:t>
            </a:r>
            <a:r>
              <a:rPr kumimoji="1" lang="en-US" altLang="ja-JP" sz="2400" dirty="0"/>
              <a:t>X</a:t>
            </a:r>
            <a:r>
              <a:rPr kumimoji="1" lang="ja-JP" altLang="en-US" sz="2400" dirty="0"/>
              <a:t>座標がどれだけ離れているか計算しましょう。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DC5856-E3A1-4A10-AE73-619AACC27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399689"/>
            <a:ext cx="7262512" cy="4042679"/>
          </a:xfrm>
          <a:prstGeom prst="rect">
            <a:avLst/>
          </a:prstGeom>
        </p:spPr>
      </p:pic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AF15833D-51D3-4265-A639-2A65DB01ACB4}"/>
              </a:ext>
            </a:extLst>
          </p:cNvPr>
          <p:cNvCxnSpPr>
            <a:cxnSpLocks/>
          </p:cNvCxnSpPr>
          <p:nvPr/>
        </p:nvCxnSpPr>
        <p:spPr>
          <a:xfrm>
            <a:off x="2119746" y="5299370"/>
            <a:ext cx="3882736" cy="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2231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図 17">
            <a:extLst>
              <a:ext uri="{FF2B5EF4-FFF2-40B4-BE49-F238E27FC236}">
                <a16:creationId xmlns:a16="http://schemas.microsoft.com/office/drawing/2014/main" id="{D03DD1C4-8CAD-4CEB-8CF6-317B13F764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410075"/>
            <a:ext cx="7262512" cy="4042679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598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②</a:t>
            </a:r>
            <a:r>
              <a:rPr kumimoji="1" lang="ja-JP" altLang="en-US" sz="2400" dirty="0"/>
              <a:t> 次に</a:t>
            </a:r>
            <a:r>
              <a:rPr kumimoji="1" lang="en-US" altLang="ja-JP" sz="2400" dirty="0"/>
              <a:t>Y</a:t>
            </a:r>
            <a:r>
              <a:rPr kumimoji="1" lang="ja-JP" altLang="en-US" sz="2400" dirty="0"/>
              <a:t>座標がどれだけ離れているか計算しましょう。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DC5856-E3A1-4A10-AE73-619AACC27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399689"/>
            <a:ext cx="7262512" cy="4042679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D6AE464-1FA4-411F-A558-7F050046E969}"/>
              </a:ext>
            </a:extLst>
          </p:cNvPr>
          <p:cNvCxnSpPr>
            <a:cxnSpLocks/>
          </p:cNvCxnSpPr>
          <p:nvPr/>
        </p:nvCxnSpPr>
        <p:spPr>
          <a:xfrm flipV="1">
            <a:off x="2150918" y="4603178"/>
            <a:ext cx="0" cy="696192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D230F49-9952-4058-B5D6-7953E238B7FF}"/>
              </a:ext>
            </a:extLst>
          </p:cNvPr>
          <p:cNvCxnSpPr>
            <a:cxnSpLocks/>
          </p:cNvCxnSpPr>
          <p:nvPr/>
        </p:nvCxnSpPr>
        <p:spPr>
          <a:xfrm flipH="1">
            <a:off x="567542" y="4603178"/>
            <a:ext cx="6020295" cy="0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6701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983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③</a:t>
            </a:r>
            <a:r>
              <a:rPr kumimoji="1" lang="ja-JP" altLang="en-US" sz="2400" dirty="0"/>
              <a:t> ２点間の距離は①②からできる直角三角形の斜辺の長さです。</a:t>
            </a:r>
            <a:endParaRPr kumimoji="1" lang="en-US" altLang="ja-JP" sz="2400" dirty="0"/>
          </a:p>
          <a:p>
            <a:r>
              <a:rPr lang="ja-JP" altLang="en-US" sz="2400" dirty="0"/>
              <a:t>　 公式を使って計算しましょう。</a:t>
            </a:r>
            <a:endParaRPr kumimoji="1"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BDC5856-E3A1-4A10-AE73-619AACC274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2399684"/>
            <a:ext cx="7262512" cy="4042679"/>
          </a:xfrm>
          <a:prstGeom prst="rect">
            <a:avLst/>
          </a:prstGeom>
        </p:spPr>
      </p:pic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3D6AE464-1FA4-411F-A558-7F050046E969}"/>
              </a:ext>
            </a:extLst>
          </p:cNvPr>
          <p:cNvCxnSpPr>
            <a:cxnSpLocks/>
          </p:cNvCxnSpPr>
          <p:nvPr/>
        </p:nvCxnSpPr>
        <p:spPr>
          <a:xfrm flipV="1">
            <a:off x="5974772" y="4603173"/>
            <a:ext cx="0" cy="696192"/>
          </a:xfrm>
          <a:prstGeom prst="straightConnector1">
            <a:avLst/>
          </a:prstGeom>
          <a:ln w="38100">
            <a:solidFill>
              <a:srgbClr val="00B05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矢印コネクタ 8">
            <a:extLst>
              <a:ext uri="{FF2B5EF4-FFF2-40B4-BE49-F238E27FC236}">
                <a16:creationId xmlns:a16="http://schemas.microsoft.com/office/drawing/2014/main" id="{D57F9274-FC9D-4A05-BCCE-24C7386BD0E5}"/>
              </a:ext>
            </a:extLst>
          </p:cNvPr>
          <p:cNvCxnSpPr>
            <a:cxnSpLocks/>
          </p:cNvCxnSpPr>
          <p:nvPr/>
        </p:nvCxnSpPr>
        <p:spPr>
          <a:xfrm>
            <a:off x="2119746" y="5299365"/>
            <a:ext cx="3882736" cy="0"/>
          </a:xfrm>
          <a:prstGeom prst="straightConnector1">
            <a:avLst/>
          </a:prstGeom>
          <a:ln w="38100">
            <a:solidFill>
              <a:srgbClr val="FF00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B39FCE57-54FF-49F1-908F-3A7E45C45537}"/>
              </a:ext>
            </a:extLst>
          </p:cNvPr>
          <p:cNvCxnSpPr/>
          <p:nvPr/>
        </p:nvCxnSpPr>
        <p:spPr>
          <a:xfrm flipV="1">
            <a:off x="2119746" y="4603173"/>
            <a:ext cx="3882736" cy="696192"/>
          </a:xfrm>
          <a:prstGeom prst="straightConnector1">
            <a:avLst/>
          </a:prstGeom>
          <a:ln w="38100">
            <a:solidFill>
              <a:srgbClr val="FFFF00"/>
            </a:solidFill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01FB5CA8-1077-4291-9921-BAA2AF7B3580}"/>
              </a:ext>
            </a:extLst>
          </p:cNvPr>
          <p:cNvSpPr txBox="1"/>
          <p:nvPr/>
        </p:nvSpPr>
        <p:spPr>
          <a:xfrm>
            <a:off x="3045451" y="4372339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b="1" dirty="0">
                <a:solidFill>
                  <a:srgbClr val="FFFF00"/>
                </a:solidFill>
              </a:rPr>
              <a:t>２点間の距離</a:t>
            </a:r>
            <a:endParaRPr kumimoji="1" lang="en-US" altLang="ja-JP" sz="2400" b="1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038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6468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２点間の距離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9672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④ ２点間の距離が一定値以下になればドアを開けます。</a:t>
            </a:r>
            <a:endParaRPr kumimoji="1" lang="en-US" altLang="ja-JP" sz="24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7A454E96-27D1-4ECB-AE7D-BBB6FBFD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542" y="1817793"/>
            <a:ext cx="9503997" cy="1392997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946FDB7-B4BC-45E7-888A-8CA4E360FC82}"/>
              </a:ext>
            </a:extLst>
          </p:cNvPr>
          <p:cNvSpPr txBox="1"/>
          <p:nvPr/>
        </p:nvSpPr>
        <p:spPr>
          <a:xfrm>
            <a:off x="567542" y="3647211"/>
            <a:ext cx="5109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/>
              <a:t>正しく動作するか確認しましょう。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2708535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208</Words>
  <Application>Microsoft Office PowerPoint</Application>
  <PresentationFormat>ワイド画面</PresentationFormat>
  <Paragraphs>25</Paragraphs>
  <Slides>7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2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10</cp:revision>
  <dcterms:created xsi:type="dcterms:W3CDTF">2024-08-27T02:15:54Z</dcterms:created>
  <dcterms:modified xsi:type="dcterms:W3CDTF">2024-10-31T05:55:25Z</dcterms:modified>
</cp:coreProperties>
</file>