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ベクトルのなす角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chemeClr val="tx1"/>
                </a:solidFill>
              </a:rPr>
              <a:t>２つのベクトルの始点を合わせると角かできます。</a:t>
            </a:r>
            <a:endParaRPr lang="en-US" altLang="ja-JP" sz="2400" dirty="0">
              <a:solidFill>
                <a:schemeClr val="tx1"/>
              </a:solidFill>
            </a:endParaRPr>
          </a:p>
          <a:p>
            <a:r>
              <a:rPr lang="ja-JP" altLang="en-US" sz="2400" dirty="0"/>
              <a:t>この角のことを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２つのベクトルのなす角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FA738F3F-D0B9-4ACC-8771-B8700A37EB5D}"/>
              </a:ext>
            </a:extLst>
          </p:cNvPr>
          <p:cNvCxnSpPr/>
          <p:nvPr/>
        </p:nvCxnSpPr>
        <p:spPr>
          <a:xfrm flipV="1">
            <a:off x="872455" y="2676088"/>
            <a:ext cx="2004969" cy="15100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3585702D-38B5-4F45-9E8B-39BFBF8B9B85}"/>
              </a:ext>
            </a:extLst>
          </p:cNvPr>
          <p:cNvCxnSpPr>
            <a:cxnSpLocks/>
          </p:cNvCxnSpPr>
          <p:nvPr/>
        </p:nvCxnSpPr>
        <p:spPr>
          <a:xfrm>
            <a:off x="872455" y="4186106"/>
            <a:ext cx="762000" cy="74522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円弧 7">
            <a:extLst>
              <a:ext uri="{FF2B5EF4-FFF2-40B4-BE49-F238E27FC236}">
                <a16:creationId xmlns:a16="http://schemas.microsoft.com/office/drawing/2014/main" id="{9FF2A930-9CB8-48F3-9D1C-417B1327D0D5}"/>
              </a:ext>
            </a:extLst>
          </p:cNvPr>
          <p:cNvSpPr/>
          <p:nvPr/>
        </p:nvSpPr>
        <p:spPr>
          <a:xfrm>
            <a:off x="872455" y="4093827"/>
            <a:ext cx="273342" cy="360727"/>
          </a:xfrm>
          <a:prstGeom prst="arc">
            <a:avLst>
              <a:gd name="adj1" fmla="val 16200000"/>
              <a:gd name="adj2" fmla="val 3281329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A6B2893-7248-40B2-80CE-598A45018910}"/>
              </a:ext>
            </a:extLst>
          </p:cNvPr>
          <p:cNvSpPr txBox="1"/>
          <p:nvPr/>
        </p:nvSpPr>
        <p:spPr>
          <a:xfrm>
            <a:off x="1145797" y="3992889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２つのベクトルのなす角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898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ベクトルのなす角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902070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内積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を計算すると、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２つのベクトルのなす角が垂直（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𝟗𝟎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）かどうかをチェック</a:t>
                </a:r>
                <a:r>
                  <a:rPr lang="ja-JP" altLang="en-US" sz="2400" dirty="0"/>
                  <a:t>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■垂直チェック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sz="2400" dirty="0"/>
                  <a:t>であれば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内積の計算結果が</a:t>
                </a:r>
                <a:r>
                  <a:rPr lang="en-US" altLang="ja-JP" sz="2400" dirty="0"/>
                  <a:t>0</a:t>
                </a:r>
                <a:r>
                  <a:rPr lang="ja-JP" altLang="en-US" sz="2400" dirty="0"/>
                  <a:t>であれば、</a:t>
                </a:r>
                <a:endParaRPr lang="en-US" altLang="ja-JP" sz="2400" dirty="0"/>
              </a:p>
              <a:p>
                <a:r>
                  <a:rPr lang="ja-JP" altLang="en-US" sz="2400" dirty="0"/>
                  <a:t>２つのベクトルのなす角は必ず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altLang="ja-JP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になります。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902070" cy="3046988"/>
              </a:xfrm>
              <a:prstGeom prst="rect">
                <a:avLst/>
              </a:prstGeom>
              <a:blipFill>
                <a:blip r:embed="rId2"/>
                <a:stretch>
                  <a:fillRect l="-924" t="-1603" r="-62" b="-38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68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ベクトルのなす角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104322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また、２つのベクトルの内積が正か負かで、</a:t>
                </a:r>
                <a:endParaRPr lang="en-US" altLang="ja-JP" sz="2400" dirty="0"/>
              </a:p>
              <a:p>
                <a:r>
                  <a:rPr lang="ja-JP" altLang="en-US" sz="2400" dirty="0"/>
                  <a:t>２つのベクトルのなす角が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altLang="ja-JP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よりも大きいか、小さいかをチェックできます。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■内積の正負によるチェック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のなす角を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ja-JP" altLang="en-US" sz="2400" dirty="0"/>
                  <a:t>とすると、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&lt;0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の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とき</m:t>
                    </m:r>
                  </m:oMath>
                </a14:m>
                <a:r>
                  <a:rPr lang="ja-JP" altLang="en-US" sz="2400" dirty="0"/>
                  <a:t>、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&gt;90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の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とき</m:t>
                    </m:r>
                  </m:oMath>
                </a14:m>
                <a:r>
                  <a:rPr lang="ja-JP" altLang="en-US" sz="2400" dirty="0"/>
                  <a:t>、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&lt;90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内積が正（＋）の時は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よりも小さく、</a:t>
                </a:r>
                <a:endParaRPr lang="en-US" altLang="ja-JP" sz="2400" dirty="0"/>
              </a:p>
              <a:p>
                <a:r>
                  <a:rPr lang="ja-JP" altLang="en-US" sz="2400" dirty="0"/>
                  <a:t>内積が負（－）の時は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よりも大きいとチェックできます。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104322" cy="3785652"/>
              </a:xfrm>
              <a:prstGeom prst="rect">
                <a:avLst/>
              </a:prstGeom>
              <a:blipFill>
                <a:blip r:embed="rId2"/>
                <a:stretch>
                  <a:fillRect l="-823" t="-1288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05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ベクトルのなす角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319189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4, −7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=[−1, 5]</m:t>
                    </m:r>
                  </m:oMath>
                </a14:m>
                <a:r>
                  <a:rPr lang="ja-JP" altLang="en-US" sz="2400" b="0" dirty="0"/>
                  <a:t>としたとき、</a:t>
                </a:r>
                <a:endParaRPr lang="en-US" altLang="ja-JP" sz="2400" b="0" dirty="0"/>
              </a:p>
              <a:p>
                <a:r>
                  <a:rPr lang="ja-JP" altLang="en-US" sz="2400" b="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b="0" dirty="0"/>
                  <a:t>のなす角は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b="0" dirty="0"/>
                  <a:t>よりも大きいか小さいか、または垂直か答えなさい。</a:t>
                </a:r>
                <a:endParaRPr lang="en-US" altLang="ja-JP" sz="2400" b="0" dirty="0"/>
              </a:p>
              <a:p>
                <a:endParaRPr lang="en-US" altLang="ja-JP" sz="2400" dirty="0"/>
              </a:p>
              <a:p>
                <a:r>
                  <a:rPr lang="ja-JP" altLang="en-US" sz="2400" b="0" dirty="0"/>
                  <a:t>■解答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=4×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−7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5=−4+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−35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=−39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ja-JP" altLang="en-US" sz="2400" b="0" dirty="0"/>
                  <a:t>なので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𝟗𝟎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よりも大きい</a:t>
                </a:r>
                <a:endParaRPr lang="en-US" altLang="ja-JP" sz="2400" b="1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319189" cy="2308324"/>
              </a:xfrm>
              <a:prstGeom prst="rect">
                <a:avLst/>
              </a:prstGeom>
              <a:blipFill>
                <a:blip r:embed="rId2"/>
                <a:stretch>
                  <a:fillRect l="-808" t="-2116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9384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ベクトルのなす角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725739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0" dirty="0"/>
                  <a:t>次のベクトル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b="0" dirty="0"/>
                  <a:t>のなす角は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b="0" dirty="0"/>
                  <a:t>よりも大きいか小さいか、</a:t>
                </a:r>
                <a:endParaRPr lang="en-US" altLang="ja-JP" sz="2400" b="0" dirty="0"/>
              </a:p>
              <a:p>
                <a:r>
                  <a:rPr lang="ja-JP" altLang="en-US" sz="2400" b="0" dirty="0"/>
                  <a:t>または垂直か答えなさい。</a:t>
                </a:r>
                <a:endParaRPr lang="en-US" altLang="ja-JP" sz="2400" b="0" dirty="0"/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20, 0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0, −30</m:t>
                        </m:r>
                      </m:e>
                    </m:d>
                  </m:oMath>
                </a14:m>
                <a:endParaRPr lang="en-US" altLang="ja-JP" sz="2400" b="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10, 20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=[−5, 2]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−20, −30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=[−20, 50]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ベクトルのイメージができる方は計算しなくても答えられたり。。。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725739" cy="3046988"/>
              </a:xfrm>
              <a:prstGeom prst="rect">
                <a:avLst/>
              </a:prstGeom>
              <a:blipFill>
                <a:blip r:embed="rId2"/>
                <a:stretch>
                  <a:fillRect l="-1065" t="-1603" b="-38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4355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ベクトルのなす角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033516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0" dirty="0"/>
                  <a:t>２つのベクトルのなす角を使った内積の計算があります。</a:t>
                </a:r>
                <a:endParaRPr lang="en-US" altLang="ja-JP" sz="2400" b="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■２つのベクトルのなす角を使った内積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=||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||||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m:rPr>
                        <m:sty m:val="p"/>
                      </m:rPr>
                      <a:rPr lang="en-US" altLang="ja-JP" sz="2400" i="1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・・・ベクトル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の長さ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の長さ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・・・ベクトル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のなす角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カメラの画角やキャラクターの視野角のプログラムに使ったりします。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（詳しくは実習授業で）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033516" cy="4154984"/>
              </a:xfrm>
              <a:prstGeom prst="rect">
                <a:avLst/>
              </a:prstGeom>
              <a:blipFill>
                <a:blip r:embed="rId2"/>
                <a:stretch>
                  <a:fillRect l="-911" t="-1175" b="-24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644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1802</TotalTime>
  <Words>464</Words>
  <Application>Microsoft Office PowerPoint</Application>
  <PresentationFormat>ワイド画面</PresentationFormat>
  <Paragraphs>52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135</cp:revision>
  <dcterms:created xsi:type="dcterms:W3CDTF">2024-08-27T02:15:54Z</dcterms:created>
  <dcterms:modified xsi:type="dcterms:W3CDTF">2024-10-11T02:50:28Z</dcterms:modified>
</cp:coreProperties>
</file>