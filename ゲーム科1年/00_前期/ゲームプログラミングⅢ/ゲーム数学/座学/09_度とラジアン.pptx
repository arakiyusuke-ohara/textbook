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角</a:t>
            </a:r>
            <a:r>
              <a:rPr kumimoji="1" lang="ja-JP" altLang="en-US" sz="2400" dirty="0"/>
              <a:t>について学びます。</a:t>
            </a:r>
            <a:endParaRPr kumimoji="1" lang="en-US" altLang="ja-JP" sz="2400" dirty="0"/>
          </a:p>
          <a:p>
            <a:r>
              <a:rPr lang="ja-JP" altLang="en-US" sz="2400" dirty="0"/>
              <a:t>角とは２つの交わる直線からできるものになります。</a:t>
            </a:r>
            <a:endParaRPr kumimoji="1" lang="en-US" altLang="ja-JP" sz="2400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0A45448-AE32-45B9-92C9-19EF505C9100}"/>
              </a:ext>
            </a:extLst>
          </p:cNvPr>
          <p:cNvGrpSpPr/>
          <p:nvPr/>
        </p:nvGrpSpPr>
        <p:grpSpPr>
          <a:xfrm>
            <a:off x="567542" y="2648521"/>
            <a:ext cx="3204595" cy="3204594"/>
            <a:chOff x="567541" y="2348917"/>
            <a:chExt cx="3204595" cy="3204594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7C90182-E5B5-447C-89CE-EFFFD76D1006}"/>
                </a:ext>
              </a:extLst>
            </p:cNvPr>
            <p:cNvCxnSpPr/>
            <p:nvPr/>
          </p:nvCxnSpPr>
          <p:spPr>
            <a:xfrm flipH="1">
              <a:off x="567541" y="2348917"/>
              <a:ext cx="2416030" cy="27348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BB15B343-1005-4FC0-93B1-0A7CE954AE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542" y="5083728"/>
              <a:ext cx="32045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BF21793A-14D2-41D1-83C0-3F4DFEC39ADB}"/>
                </a:ext>
              </a:extLst>
            </p:cNvPr>
            <p:cNvSpPr/>
            <p:nvPr/>
          </p:nvSpPr>
          <p:spPr>
            <a:xfrm>
              <a:off x="696285" y="4613944"/>
              <a:ext cx="587229" cy="939567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1D3D082-0467-462E-B3FC-35304FD10F37}"/>
                </a:ext>
              </a:extLst>
            </p:cNvPr>
            <p:cNvSpPr txBox="1"/>
            <p:nvPr/>
          </p:nvSpPr>
          <p:spPr>
            <a:xfrm>
              <a:off x="757515" y="468536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角</a:t>
              </a:r>
              <a:endParaRPr kumimoji="1"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デカルト座標系</a:t>
            </a:r>
            <a:r>
              <a:rPr kumimoji="1" lang="ja-JP" altLang="en-US" sz="2400" dirty="0"/>
              <a:t>での角は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反時計回りに回転するほどプラス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  <a:p>
            <a:r>
              <a:rPr lang="ja-JP" altLang="en-US" sz="2400" dirty="0"/>
              <a:t>数学の授業ではデカルト座標系で定義していきます。</a:t>
            </a:r>
            <a:endParaRPr kumimoji="1" lang="en-US" altLang="ja-JP" sz="2400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D0A45448-AE32-45B9-92C9-19EF505C9100}"/>
              </a:ext>
            </a:extLst>
          </p:cNvPr>
          <p:cNvGrpSpPr/>
          <p:nvPr/>
        </p:nvGrpSpPr>
        <p:grpSpPr>
          <a:xfrm>
            <a:off x="567542" y="2138755"/>
            <a:ext cx="3204595" cy="3204594"/>
            <a:chOff x="567541" y="2348917"/>
            <a:chExt cx="3204595" cy="3204594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47C90182-E5B5-447C-89CE-EFFFD76D1006}"/>
                </a:ext>
              </a:extLst>
            </p:cNvPr>
            <p:cNvCxnSpPr/>
            <p:nvPr/>
          </p:nvCxnSpPr>
          <p:spPr>
            <a:xfrm flipH="1">
              <a:off x="567541" y="2348917"/>
              <a:ext cx="2416030" cy="27348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BB15B343-1005-4FC0-93B1-0A7CE954AE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542" y="5083728"/>
              <a:ext cx="32045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BF21793A-14D2-41D1-83C0-3F4DFEC39ADB}"/>
                </a:ext>
              </a:extLst>
            </p:cNvPr>
            <p:cNvSpPr/>
            <p:nvPr/>
          </p:nvSpPr>
          <p:spPr>
            <a:xfrm>
              <a:off x="696285" y="4613944"/>
              <a:ext cx="587229" cy="939567"/>
            </a:xfrm>
            <a:prstGeom prst="arc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F5A688D-17FE-4761-A740-02485EE45FBC}"/>
                  </a:ext>
                </a:extLst>
              </p:cNvPr>
              <p:cNvSpPr txBox="1"/>
              <p:nvPr/>
            </p:nvSpPr>
            <p:spPr>
              <a:xfrm>
                <a:off x="1204268" y="4281324"/>
                <a:ext cx="7280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ja-JP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F5A688D-17FE-4761-A740-02485EE45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268" y="4281324"/>
                <a:ext cx="728083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CB74957-935C-4110-A001-0CC4BD0F9342}"/>
              </a:ext>
            </a:extLst>
          </p:cNvPr>
          <p:cNvSpPr txBox="1"/>
          <p:nvPr/>
        </p:nvSpPr>
        <p:spPr>
          <a:xfrm>
            <a:off x="567542" y="5713686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ゲーム画面は</a:t>
            </a:r>
            <a:r>
              <a:rPr lang="ja-JP" altLang="en-US" sz="2400" b="1" dirty="0">
                <a:solidFill>
                  <a:srgbClr val="FF0000"/>
                </a:solidFill>
              </a:rPr>
              <a:t>スクリーン座標系</a:t>
            </a:r>
            <a:r>
              <a:rPr lang="ja-JP" altLang="en-US" sz="2400" dirty="0"/>
              <a:t>なので、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時計回りがプラス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610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721E81C-21AF-4C88-A8C7-F3E479AAAF2C}"/>
              </a:ext>
            </a:extLst>
          </p:cNvPr>
          <p:cNvSpPr/>
          <p:nvPr/>
        </p:nvSpPr>
        <p:spPr>
          <a:xfrm>
            <a:off x="397934" y="3056467"/>
            <a:ext cx="4224866" cy="1295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572399" cy="4285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プログラミングの角度の単位は度（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）ではありません。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プログラミングの角度の単位はラジアン（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p>
                    </m:sSup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まずは１回転の値の範囲から見ていきましょう。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■度とラジアンの値の範囲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dirty="0"/>
                  <a:t>度</a:t>
                </a:r>
                <a:r>
                  <a:rPr kumimoji="1" lang="en-US" altLang="ja-JP" sz="2400" dirty="0"/>
                  <a:t>		</a:t>
                </a:r>
                <a:r>
                  <a:rPr kumimoji="1" lang="ja-JP" altLang="en-US" sz="2400" dirty="0"/>
                  <a:t>・・・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～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360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kumimoji="1" lang="en-US" altLang="ja-JP" sz="2400" dirty="0"/>
              </a:p>
              <a:p>
                <a:r>
                  <a:rPr kumimoji="1" lang="ja-JP" altLang="en-US" sz="2400" dirty="0"/>
                  <a:t>ラジアン</a:t>
                </a:r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～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普段は度を使用しているので、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ゲームを作るときは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度からラジアンに変換</a:t>
                </a:r>
                <a:r>
                  <a:rPr lang="ja-JP" altLang="en-US" sz="2400" dirty="0"/>
                  <a:t>できるようにならなければいけません。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572399" cy="4285019"/>
              </a:xfrm>
              <a:prstGeom prst="rect">
                <a:avLst/>
              </a:prstGeom>
              <a:blipFill>
                <a:blip r:embed="rId2"/>
                <a:stretch>
                  <a:fillRect l="-790" b="-24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82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A894803-2239-4F8B-9494-F47D1E7EDD2D}"/>
              </a:ext>
            </a:extLst>
          </p:cNvPr>
          <p:cNvSpPr/>
          <p:nvPr/>
        </p:nvSpPr>
        <p:spPr>
          <a:xfrm>
            <a:off x="385609" y="1752600"/>
            <a:ext cx="7962523" cy="1295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085868" cy="2535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度からラジアンへの変換は以下のように計算します。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■度からラジアンへの変換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度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で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表した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180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ラジアンで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表した角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つまり、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180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で割って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π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をつければラジアンとなります。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085868" cy="2535694"/>
              </a:xfrm>
              <a:prstGeom prst="rect">
                <a:avLst/>
              </a:prstGeom>
              <a:blipFill>
                <a:blip r:embed="rId2"/>
                <a:stretch>
                  <a:fillRect l="-1130" t="-1923" r="-452" b="-45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0772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109091" cy="2896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ja-JP" altLang="en-US" sz="2400" dirty="0"/>
                  <a:t>をラジアンに変換しなさい。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変換の公式より、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°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120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°</m:t>
                            </m:r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180°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p>
                            <m:r>
                              <a:rPr lang="en-US" altLang="ja-JP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p>
                        </m:sSup>
                      </m:num>
                      <m:den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kumimoji="1" lang="en-US" altLang="ja-JP" sz="2400" b="1" dirty="0"/>
                  <a:t> </a:t>
                </a:r>
              </a:p>
              <a:p>
                <a:endParaRPr lang="en-US" altLang="ja-JP" sz="2400" b="1" dirty="0"/>
              </a:p>
              <a:p>
                <a:r>
                  <a:rPr lang="ja-JP" altLang="en-US" sz="2400" dirty="0"/>
                  <a:t>公式を使えば簡単に計算できます。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109091" cy="2896370"/>
              </a:xfrm>
              <a:prstGeom prst="rect">
                <a:avLst/>
              </a:prstGeom>
              <a:blipFill>
                <a:blip r:embed="rId2"/>
                <a:stretch>
                  <a:fillRect l="-1790" t="-1684" r="-955" b="-3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98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70EE649-0E55-4665-B2F9-08B70E7311BB}"/>
              </a:ext>
            </a:extLst>
          </p:cNvPr>
          <p:cNvSpPr/>
          <p:nvPr/>
        </p:nvSpPr>
        <p:spPr>
          <a:xfrm>
            <a:off x="419476" y="1814807"/>
            <a:ext cx="7962523" cy="1295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33665" cy="2492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0" i="1" smtClean="0">
                        <a:latin typeface="Cambria Math" panose="02040503050406030204" pitchFamily="18" charset="0"/>
                      </a:rPr>
                      <m:t>ラジアンから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度</m:t>
                    </m:r>
                  </m:oMath>
                </a14:m>
                <a:r>
                  <a:rPr lang="ja-JP" altLang="en-US" sz="2400" dirty="0"/>
                  <a:t>への変換も知っておきましょう。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■ラジアンから度への変換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ラジアン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で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表した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180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°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度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で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表した角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180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で掛けて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π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を外せば度になります。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33665" cy="2492157"/>
              </a:xfrm>
              <a:prstGeom prst="rect">
                <a:avLst/>
              </a:prstGeom>
              <a:blipFill>
                <a:blip r:embed="rId2"/>
                <a:stretch>
                  <a:fillRect l="-1214" t="-1716" b="-49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178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31249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を度に変換しなさい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:r>
                  <a:rPr lang="ja-JP" altLang="en-US" sz="2400" dirty="0"/>
                  <a:t>変換の公式より、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ja-JP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400" i="1" smtClean="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°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=216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公式が分かっていれば簡単に計算できます。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3124958"/>
              </a:xfrm>
              <a:prstGeom prst="rect">
                <a:avLst/>
              </a:prstGeom>
              <a:blipFill>
                <a:blip r:embed="rId2"/>
                <a:stretch>
                  <a:fillRect l="-1442" r="-577" b="-37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8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度とラジアン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697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次の</m:t>
                    </m:r>
                  </m:oMath>
                </a14:m>
                <a:r>
                  <a:rPr lang="ja-JP" altLang="en-US" sz="2400" dirty="0"/>
                  <a:t>度はラジアンに、ラジアンは度に変換しなさい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>
                        <a:latin typeface="Cambria Math" panose="02040503050406030204" pitchFamily="18" charset="0"/>
                      </a:rPr>
                      <m:t>270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697487"/>
              </a:xfrm>
              <a:prstGeom prst="rect">
                <a:avLst/>
              </a:prstGeom>
              <a:blipFill>
                <a:blip r:embed="rId2"/>
                <a:stretch>
                  <a:fillRect l="-1426" t="-1155" r="-336" b="-16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2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365</Words>
  <Application>Microsoft Office PowerPoint</Application>
  <PresentationFormat>ワイド画面</PresentationFormat>
  <Paragraphs>61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79</cp:revision>
  <dcterms:created xsi:type="dcterms:W3CDTF">2024-08-27T02:15:54Z</dcterms:created>
  <dcterms:modified xsi:type="dcterms:W3CDTF">2025-06-24T05:03:02Z</dcterms:modified>
</cp:coreProperties>
</file>