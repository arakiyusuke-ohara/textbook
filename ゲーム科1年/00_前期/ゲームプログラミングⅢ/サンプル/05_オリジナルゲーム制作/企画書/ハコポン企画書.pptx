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51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22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10268D-74CB-414A-8B81-EE378D92FD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62BB04D-E9E5-44D2-AA80-7C03CF9942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A183CA1-80D1-4A20-B84A-B7E4D66A1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3C927-79DA-47DC-B759-D3ADBF797F3D}" type="datetimeFigureOut">
              <a:rPr kumimoji="1" lang="ja-JP" altLang="en-US" smtClean="0"/>
              <a:t>2026/1/28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73CF7DB-A18B-4943-88DB-EC82A13CE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74E4CBC-1209-4E6E-8C7B-BADD35E96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2008C-8708-4B75-A275-9C15836BE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676133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6F74BE4-940D-4079-BCCA-DF01C72F6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7136420-1DF8-44E3-8D2A-D346E056CC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E27C241-5E32-44DF-AB69-11A994040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3C927-79DA-47DC-B759-D3ADBF797F3D}" type="datetimeFigureOut">
              <a:rPr kumimoji="1" lang="ja-JP" altLang="en-US" smtClean="0"/>
              <a:t>2026/1/28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292FC97-B913-4839-820B-05F7FBA10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DDD6FF3-58FC-4B2C-BAE2-58DAE4F6B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2008C-8708-4B75-A275-9C15836BE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437606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C572B55-42AE-408B-9EFE-CD5174865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E15DE06-3E3F-45F3-80EC-CEC393F60E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322BEAD-8AF2-4E44-9A53-A3D0DC8F2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3C927-79DA-47DC-B759-D3ADBF797F3D}" type="datetimeFigureOut">
              <a:rPr kumimoji="1" lang="ja-JP" altLang="en-US" smtClean="0"/>
              <a:t>2026/1/28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E01DCA1-DE76-4CAF-9570-F99CF9D9F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03E97D1-1B81-43B3-83D2-6AE2F9725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2008C-8708-4B75-A275-9C15836BE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874693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C4B108B-380C-4348-AA02-571A1DCBC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3264F8C-739A-43E3-982E-95D08F2363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90ECE98-3B5D-4776-80D5-DA1DB77F21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9E8A7E3-48B1-446C-9277-476DEF718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3C927-79DA-47DC-B759-D3ADBF797F3D}" type="datetimeFigureOut">
              <a:rPr kumimoji="1" lang="ja-JP" altLang="en-US" smtClean="0"/>
              <a:t>2026/1/28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1E5ABB5-C7B1-426D-8559-9DAA7D6E0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10F01C1-BFC0-4DD5-948C-5EAECC27E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2008C-8708-4B75-A275-9C15836BE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375059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FC2D960-C605-4C34-82EA-90F4C26ED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E89974C-4BA5-4B66-AF3D-CCB74B6CB0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27CCD17-1092-46BC-989F-47D3918F97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6152836E-721F-4F69-AF9A-8EBBC7C43A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9C757E73-2609-4535-9147-D1DA34CD80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44C84BAF-1CBD-434E-8A8B-F11D51F34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3C927-79DA-47DC-B759-D3ADBF797F3D}" type="datetimeFigureOut">
              <a:rPr kumimoji="1" lang="ja-JP" altLang="en-US" smtClean="0"/>
              <a:t>2026/1/28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E457A9D1-A52A-4480-AD4D-675F4F0F5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4AD1817F-78B5-4F3A-B340-FEC0DF5FD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2008C-8708-4B75-A275-9C15836BE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890456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3A71CFD-950C-4702-BF56-B1667DD5F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51BBA62-82E1-4464-8D0F-8B532F671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3C927-79DA-47DC-B759-D3ADBF797F3D}" type="datetimeFigureOut">
              <a:rPr kumimoji="1" lang="ja-JP" altLang="en-US" smtClean="0"/>
              <a:t>2026/1/28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AFC4D2-FD0B-404B-8759-FF506A819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92C30FA-38F8-48B8-A11B-76714F95B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2008C-8708-4B75-A275-9C15836BE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920107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66B1BA56-C568-45C0-AA42-27542CD37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3C927-79DA-47DC-B759-D3ADBF797F3D}" type="datetimeFigureOut">
              <a:rPr kumimoji="1" lang="ja-JP" altLang="en-US" smtClean="0"/>
              <a:t>2026/1/28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A951B9D-D5A6-4D99-A8FB-41F47A970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B1B699E-18DA-40AF-B499-97A6C6996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2008C-8708-4B75-A275-9C15836BE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84648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3197184-B0D6-4EEE-9086-0094CF376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5494B41-EE1E-444B-A31D-DF8387354E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25D8683-9A8F-4863-80E9-3502A9D465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E2038D1-47DE-4951-8EA9-972E60324D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3C927-79DA-47DC-B759-D3ADBF797F3D}" type="datetimeFigureOut">
              <a:rPr kumimoji="1" lang="ja-JP" altLang="en-US" smtClean="0"/>
              <a:t>2026/1/28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A29BF0F-0CA0-4B99-9AC7-AA42E1252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0A6AA78-6A6A-4440-8195-1CB1E7E9B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2008C-8708-4B75-A275-9C15836BE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974886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4D13703-F346-4539-B1B6-ED0CDC2D7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0A1CA911-BDA9-440F-9771-20ED61B793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FF4A5BB-2913-4FF4-BC28-49483F8E34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B83140A-DFB5-49B1-A6FD-6984D583A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3C927-79DA-47DC-B759-D3ADBF797F3D}" type="datetimeFigureOut">
              <a:rPr kumimoji="1" lang="ja-JP" altLang="en-US" smtClean="0"/>
              <a:t>2026/1/28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8EE96E8-61C7-4A4F-811A-8AB9BB8CE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C33BD9E-ABC6-4480-87FA-012123E7D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2008C-8708-4B75-A275-9C15836BE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905764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76869B2-6753-4F67-871A-988BA46B3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8C696B2-02EE-4CEE-BF52-7E2A62FEBF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04013E6-D163-4C0C-9A29-F81708D1E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3C927-79DA-47DC-B759-D3ADBF797F3D}" type="datetimeFigureOut">
              <a:rPr kumimoji="1" lang="ja-JP" altLang="en-US" smtClean="0"/>
              <a:t>2026/1/28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03E5F35-A5F1-497F-9FA6-062C770A9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034CD61-926E-4F43-8F33-23E8C8A35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2008C-8708-4B75-A275-9C15836BE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487073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694DB330-F5F8-4312-B474-812CCBCEE2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576E25B-EBD4-43F8-AD78-EB52C67AC5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72753D3-FF98-47AF-887E-7E7C6F25F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3C927-79DA-47DC-B759-D3ADBF797F3D}" type="datetimeFigureOut">
              <a:rPr kumimoji="1" lang="ja-JP" altLang="en-US" smtClean="0"/>
              <a:t>2026/1/28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08A3779-636E-4D41-AB8B-42508B342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34355E0-DB3E-4008-A2F2-5F08B05A7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2008C-8708-4B75-A275-9C15836BE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19782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DED0B602-4E04-4BB1-9C0A-44CAA2447E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965FC4F-7F79-4117-A4CB-7F0B958C03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E66B16A-A01C-4F3D-9D8C-A0598AEF31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73C927-79DA-47DC-B759-D3ADBF797F3D}" type="datetimeFigureOut">
              <a:rPr kumimoji="1" lang="ja-JP" altLang="en-US" smtClean="0"/>
              <a:t>2026/1/28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A1CE0F9-B4FA-40A3-8ECA-64AFFCC1FB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EEC7023-2F0B-4D9D-A3C2-17052E585F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62008C-8708-4B75-A275-9C15836BE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444886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560138F-8B2B-4498-B4D4-C00A3D6625D8}"/>
              </a:ext>
            </a:extLst>
          </p:cNvPr>
          <p:cNvSpPr txBox="1"/>
          <p:nvPr/>
        </p:nvSpPr>
        <p:spPr>
          <a:xfrm>
            <a:off x="715434" y="863600"/>
            <a:ext cx="1076113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8000" dirty="0"/>
              <a:t>HAKO PON</a:t>
            </a:r>
            <a:endParaRPr lang="en-US" altLang="ja-JP" sz="8000" dirty="0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C916B4F-72B1-426E-AB19-0FE9F23657A7}"/>
              </a:ext>
            </a:extLst>
          </p:cNvPr>
          <p:cNvSpPr txBox="1"/>
          <p:nvPr/>
        </p:nvSpPr>
        <p:spPr>
          <a:xfrm>
            <a:off x="1185334" y="3763021"/>
            <a:ext cx="982133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dirty="0">
                <a:latin typeface="HGPｺﾞｼｯｸE" panose="020B0900000000000000" pitchFamily="50" charset="-128"/>
                <a:ea typeface="HGPｺﾞｼｯｸE" panose="020B0900000000000000" pitchFamily="50" charset="-128"/>
              </a:rPr>
              <a:t>ジャンル</a:t>
            </a:r>
            <a:r>
              <a:rPr lang="ja-JP" altLang="en-US" sz="2800" dirty="0">
                <a:latin typeface="HGPｺﾞｼｯｸE" panose="020B0900000000000000" pitchFamily="50" charset="-128"/>
                <a:ea typeface="HGPｺﾞｼｯｸE" panose="020B0900000000000000" pitchFamily="50" charset="-128"/>
              </a:rPr>
              <a:t>：</a:t>
            </a:r>
            <a:r>
              <a:rPr lang="en-US" altLang="ja-JP" sz="2800" dirty="0">
                <a:latin typeface="HGPｺﾞｼｯｸE" panose="020B0900000000000000" pitchFamily="50" charset="-128"/>
                <a:ea typeface="HGPｺﾞｼｯｸE" panose="020B0900000000000000" pitchFamily="50" charset="-128"/>
              </a:rPr>
              <a:t>			</a:t>
            </a:r>
            <a:r>
              <a:rPr lang="ja-JP" altLang="en-US" sz="2800" dirty="0">
                <a:latin typeface="HGPｺﾞｼｯｸE" panose="020B0900000000000000" pitchFamily="50" charset="-128"/>
                <a:ea typeface="HGPｺﾞｼｯｸE" panose="020B0900000000000000" pitchFamily="50" charset="-128"/>
              </a:rPr>
              <a:t>ハコをポンと投げるアクションゲーム</a:t>
            </a:r>
            <a:endParaRPr lang="en-US" altLang="ja-JP" sz="2800" dirty="0">
              <a:latin typeface="HGPｺﾞｼｯｸE" panose="020B0900000000000000" pitchFamily="50" charset="-128"/>
              <a:ea typeface="HGPｺﾞｼｯｸE" panose="020B0900000000000000" pitchFamily="50" charset="-128"/>
            </a:endParaRPr>
          </a:p>
          <a:p>
            <a:r>
              <a:rPr kumimoji="1" lang="ja-JP" altLang="en-US" sz="2800" dirty="0">
                <a:latin typeface="HGPｺﾞｼｯｸE" panose="020B0900000000000000" pitchFamily="50" charset="-128"/>
                <a:ea typeface="HGPｺﾞｼｯｸE" panose="020B0900000000000000" pitchFamily="50" charset="-128"/>
              </a:rPr>
              <a:t>プラットフォーム：</a:t>
            </a:r>
            <a:r>
              <a:rPr kumimoji="1" lang="en-US" altLang="ja-JP" sz="2800" dirty="0">
                <a:latin typeface="HGPｺﾞｼｯｸE" panose="020B0900000000000000" pitchFamily="50" charset="-128"/>
                <a:ea typeface="HGPｺﾞｼｯｸE" panose="020B0900000000000000" pitchFamily="50" charset="-128"/>
              </a:rPr>
              <a:t>		PC</a:t>
            </a:r>
            <a:r>
              <a:rPr kumimoji="1" lang="ja-JP" altLang="en-US" sz="2800" dirty="0">
                <a:latin typeface="HGPｺﾞｼｯｸE" panose="020B0900000000000000" pitchFamily="50" charset="-128"/>
                <a:ea typeface="HGPｺﾞｼｯｸE" panose="020B0900000000000000" pitchFamily="50" charset="-128"/>
              </a:rPr>
              <a:t>　</a:t>
            </a:r>
            <a:r>
              <a:rPr kumimoji="1" lang="en-US" altLang="ja-JP" sz="2800" dirty="0">
                <a:latin typeface="HGPｺﾞｼｯｸE" panose="020B0900000000000000" pitchFamily="50" charset="-128"/>
                <a:ea typeface="HGPｺﾞｼｯｸE" panose="020B0900000000000000" pitchFamily="50" charset="-128"/>
              </a:rPr>
              <a:t>PS5</a:t>
            </a:r>
            <a:r>
              <a:rPr kumimoji="1" lang="ja-JP" altLang="en-US" sz="2800" dirty="0">
                <a:latin typeface="HGPｺﾞｼｯｸE" panose="020B0900000000000000" pitchFamily="50" charset="-128"/>
                <a:ea typeface="HGPｺﾞｼｯｸE" panose="020B0900000000000000" pitchFamily="50" charset="-128"/>
              </a:rPr>
              <a:t>　</a:t>
            </a:r>
            <a:r>
              <a:rPr kumimoji="1" lang="en-US" altLang="ja-JP" sz="2800" dirty="0">
                <a:latin typeface="HGPｺﾞｼｯｸE" panose="020B0900000000000000" pitchFamily="50" charset="-128"/>
                <a:ea typeface="HGPｺﾞｼｯｸE" panose="020B0900000000000000" pitchFamily="50" charset="-128"/>
              </a:rPr>
              <a:t>Switch</a:t>
            </a:r>
          </a:p>
          <a:p>
            <a:r>
              <a:rPr lang="ja-JP" altLang="en-US" sz="2800" dirty="0">
                <a:latin typeface="HGPｺﾞｼｯｸE" panose="020B0900000000000000" pitchFamily="50" charset="-128"/>
                <a:ea typeface="HGPｺﾞｼｯｸE" panose="020B0900000000000000" pitchFamily="50" charset="-128"/>
              </a:rPr>
              <a:t>ターゲット：</a:t>
            </a:r>
            <a:r>
              <a:rPr lang="en-US" altLang="ja-JP" sz="2800" dirty="0">
                <a:latin typeface="HGPｺﾞｼｯｸE" panose="020B0900000000000000" pitchFamily="50" charset="-128"/>
                <a:ea typeface="HGPｺﾞｼｯｸE" panose="020B0900000000000000" pitchFamily="50" charset="-128"/>
              </a:rPr>
              <a:t>			</a:t>
            </a:r>
            <a:r>
              <a:rPr lang="ja-JP" altLang="en-US" sz="2800" dirty="0">
                <a:latin typeface="HGPｺﾞｼｯｸE" panose="020B0900000000000000" pitchFamily="50" charset="-128"/>
                <a:ea typeface="HGPｺﾞｼｯｸE" panose="020B0900000000000000" pitchFamily="50" charset="-128"/>
              </a:rPr>
              <a:t>全年齢</a:t>
            </a:r>
            <a:endParaRPr lang="en-US" altLang="ja-JP" sz="2800" dirty="0">
              <a:latin typeface="HGPｺﾞｼｯｸE" panose="020B0900000000000000" pitchFamily="50" charset="-128"/>
              <a:ea typeface="HGPｺﾞｼｯｸE" panose="020B0900000000000000" pitchFamily="50" charset="-128"/>
            </a:endParaRPr>
          </a:p>
          <a:p>
            <a:r>
              <a:rPr lang="ja-JP" altLang="en-US" sz="2800" dirty="0">
                <a:latin typeface="HGPｺﾞｼｯｸE" panose="020B0900000000000000" pitchFamily="50" charset="-128"/>
                <a:ea typeface="HGPｺﾞｼｯｸE" panose="020B0900000000000000" pitchFamily="50" charset="-128"/>
              </a:rPr>
              <a:t>コンセプト：</a:t>
            </a:r>
            <a:r>
              <a:rPr lang="en-US" altLang="ja-JP" sz="2800" dirty="0">
                <a:latin typeface="HGPｺﾞｼｯｸE" panose="020B0900000000000000" pitchFamily="50" charset="-128"/>
                <a:ea typeface="HGPｺﾞｼｯｸE" panose="020B0900000000000000" pitchFamily="50" charset="-128"/>
              </a:rPr>
              <a:t>			</a:t>
            </a:r>
            <a:r>
              <a:rPr lang="ja-JP" altLang="en-US" sz="2800" dirty="0">
                <a:latin typeface="HGPｺﾞｼｯｸE" panose="020B0900000000000000" pitchFamily="50" charset="-128"/>
                <a:ea typeface="HGPｺﾞｼｯｸE" panose="020B0900000000000000" pitchFamily="50" charset="-128"/>
              </a:rPr>
              <a:t>持って楽しい、投げて楽しい</a:t>
            </a:r>
            <a:endParaRPr lang="en-US" altLang="ja-JP" sz="2800" dirty="0">
              <a:latin typeface="HGPｺﾞｼｯｸE" panose="020B0900000000000000" pitchFamily="50" charset="-128"/>
              <a:ea typeface="HGPｺﾞｼｯｸE" panose="020B09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807899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F2F3BE1-14DE-4E7D-8F41-158B78F0606D}"/>
              </a:ext>
            </a:extLst>
          </p:cNvPr>
          <p:cNvSpPr txBox="1"/>
          <p:nvPr/>
        </p:nvSpPr>
        <p:spPr>
          <a:xfrm>
            <a:off x="922867" y="939800"/>
            <a:ext cx="9821333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HGPｺﾞｼｯｸE" panose="020B0900000000000000" pitchFamily="50" charset="-128"/>
                <a:ea typeface="HGPｺﾞｼｯｸE" panose="020B0900000000000000" pitchFamily="50" charset="-128"/>
              </a:rPr>
              <a:t>ハコポンとは</a:t>
            </a:r>
            <a:endParaRPr kumimoji="1" lang="en-US" altLang="ja-JP" dirty="0">
              <a:latin typeface="HGPｺﾞｼｯｸE" panose="020B0900000000000000" pitchFamily="50" charset="-128"/>
              <a:ea typeface="HGPｺﾞｼｯｸE" panose="020B0900000000000000" pitchFamily="50" charset="-128"/>
            </a:endParaRPr>
          </a:p>
          <a:p>
            <a:r>
              <a:rPr lang="ja-JP" altLang="en-US" dirty="0">
                <a:latin typeface="HGPｺﾞｼｯｸE" panose="020B0900000000000000" pitchFamily="50" charset="-128"/>
                <a:ea typeface="HGPｺﾞｼｯｸE" panose="020B0900000000000000" pitchFamily="50" charset="-128"/>
              </a:rPr>
              <a:t>ハコを</a:t>
            </a:r>
            <a:r>
              <a:rPr lang="ja-JP" altLang="en-US" sz="3200" dirty="0">
                <a:solidFill>
                  <a:srgbClr val="FF0000"/>
                </a:solidFill>
                <a:latin typeface="HGPｺﾞｼｯｸE" panose="020B0900000000000000" pitchFamily="50" charset="-128"/>
                <a:ea typeface="HGPｺﾞｼｯｸE" panose="020B0900000000000000" pitchFamily="50" charset="-128"/>
              </a:rPr>
              <a:t>持って楽しい、投げて楽しい</a:t>
            </a:r>
            <a:endParaRPr lang="en-US" altLang="ja-JP" sz="3200" dirty="0">
              <a:solidFill>
                <a:srgbClr val="FF0000"/>
              </a:solidFill>
              <a:latin typeface="HGPｺﾞｼｯｸE" panose="020B0900000000000000" pitchFamily="50" charset="-128"/>
              <a:ea typeface="HGPｺﾞｼｯｸE" panose="020B0900000000000000" pitchFamily="50" charset="-128"/>
            </a:endParaRPr>
          </a:p>
          <a:p>
            <a:r>
              <a:rPr lang="ja-JP" altLang="en-US" dirty="0">
                <a:latin typeface="HGPｺﾞｼｯｸE" panose="020B0900000000000000" pitchFamily="50" charset="-128"/>
                <a:ea typeface="HGPｺﾞｼｯｸE" panose="020B0900000000000000" pitchFamily="50" charset="-128"/>
              </a:rPr>
              <a:t>簡単アクションゲームである</a:t>
            </a:r>
            <a:endParaRPr lang="en-US" altLang="ja-JP" dirty="0">
              <a:latin typeface="HGPｺﾞｼｯｸE" panose="020B0900000000000000" pitchFamily="50" charset="-128"/>
              <a:ea typeface="HGPｺﾞｼｯｸE" panose="020B0900000000000000" pitchFamily="50" charset="-128"/>
            </a:endParaRP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61D742EC-883B-4A5B-81A5-36AA40754F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867" y="3926558"/>
            <a:ext cx="2411085" cy="1705739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62B1E64F-3BF1-4CC4-9305-9984C903BB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5053" y="3532977"/>
            <a:ext cx="2548013" cy="2200557"/>
          </a:xfrm>
          <a:prstGeom prst="rect">
            <a:avLst/>
          </a:prstGeom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873CFD94-B791-47ED-9314-DB6470819385}"/>
              </a:ext>
            </a:extLst>
          </p:cNvPr>
          <p:cNvSpPr txBox="1"/>
          <p:nvPr/>
        </p:nvSpPr>
        <p:spPr>
          <a:xfrm>
            <a:off x="1694606" y="5733534"/>
            <a:ext cx="867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HGPｺﾞｼｯｸE" panose="020B0900000000000000" pitchFamily="50" charset="-128"/>
                <a:ea typeface="HGPｺﾞｼｯｸE" panose="020B0900000000000000" pitchFamily="50" charset="-128"/>
              </a:rPr>
              <a:t>持って</a:t>
            </a:r>
            <a:endParaRPr lang="en-US" altLang="ja-JP" dirty="0">
              <a:latin typeface="HGPｺﾞｼｯｸE" panose="020B0900000000000000" pitchFamily="50" charset="-128"/>
              <a:ea typeface="HGPｺﾞｼｯｸE" panose="020B0900000000000000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69A4DD54-F13A-4F06-A9C0-39D29D3DD7B9}"/>
              </a:ext>
            </a:extLst>
          </p:cNvPr>
          <p:cNvSpPr txBox="1"/>
          <p:nvPr/>
        </p:nvSpPr>
        <p:spPr>
          <a:xfrm>
            <a:off x="5895256" y="5733534"/>
            <a:ext cx="867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HGPｺﾞｼｯｸE" panose="020B0900000000000000" pitchFamily="50" charset="-128"/>
                <a:ea typeface="HGPｺﾞｼｯｸE" panose="020B0900000000000000" pitchFamily="50" charset="-128"/>
              </a:rPr>
              <a:t>投げる</a:t>
            </a:r>
            <a:endParaRPr lang="en-US" altLang="ja-JP" dirty="0">
              <a:latin typeface="HGPｺﾞｼｯｸE" panose="020B0900000000000000" pitchFamily="50" charset="-128"/>
              <a:ea typeface="HGPｺﾞｼｯｸE" panose="020B09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465461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F2F3BE1-14DE-4E7D-8F41-158B78F0606D}"/>
              </a:ext>
            </a:extLst>
          </p:cNvPr>
          <p:cNvSpPr txBox="1"/>
          <p:nvPr/>
        </p:nvSpPr>
        <p:spPr>
          <a:xfrm>
            <a:off x="922867" y="939800"/>
            <a:ext cx="98213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200" dirty="0">
                <a:latin typeface="HGPｺﾞｼｯｸE" panose="020B0900000000000000" pitchFamily="50" charset="-128"/>
                <a:ea typeface="HGPｺﾞｼｯｸE" panose="020B0900000000000000" pitchFamily="50" charset="-128"/>
              </a:rPr>
              <a:t>ハコを持って、投げてゴールを目指す！</a:t>
            </a:r>
            <a:endParaRPr lang="en-US" altLang="ja-JP" sz="3200" dirty="0">
              <a:latin typeface="HGPｺﾞｼｯｸE" panose="020B0900000000000000" pitchFamily="50" charset="-128"/>
              <a:ea typeface="HGPｺﾞｼｯｸE" panose="020B0900000000000000" pitchFamily="50" charset="-128"/>
            </a:endParaRP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5552A7C6-AB90-466F-8FB1-51F354DEEA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644" y="2302934"/>
            <a:ext cx="5328356" cy="2997200"/>
          </a:xfrm>
          <a:prstGeom prst="rect">
            <a:avLst/>
          </a:prstGeom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30032417-A157-4AD2-8016-FBC2E9FB04C1}"/>
              </a:ext>
            </a:extLst>
          </p:cNvPr>
          <p:cNvSpPr txBox="1"/>
          <p:nvPr/>
        </p:nvSpPr>
        <p:spPr>
          <a:xfrm>
            <a:off x="1959076" y="5403334"/>
            <a:ext cx="16985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HGPｺﾞｼｯｸE" panose="020B0900000000000000" pitchFamily="50" charset="-128"/>
                <a:ea typeface="HGPｺﾞｼｯｸE" panose="020B0900000000000000" pitchFamily="50" charset="-128"/>
              </a:rPr>
              <a:t>足場を作ったり</a:t>
            </a:r>
            <a:endParaRPr lang="en-US" altLang="ja-JP" dirty="0">
              <a:latin typeface="HGPｺﾞｼｯｸE" panose="020B0900000000000000" pitchFamily="50" charset="-128"/>
              <a:ea typeface="HGPｺﾞｼｯｸE" panose="020B0900000000000000" pitchFamily="50" charset="-128"/>
            </a:endParaRP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8A240FC5-D825-4592-9AC7-E831D0E8AC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3533" y="1557866"/>
            <a:ext cx="6697133" cy="3767137"/>
          </a:xfrm>
          <a:prstGeom prst="rect">
            <a:avLst/>
          </a:prstGeom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C628CABA-5586-4D85-AB41-066E8AC642A0}"/>
              </a:ext>
            </a:extLst>
          </p:cNvPr>
          <p:cNvSpPr txBox="1"/>
          <p:nvPr/>
        </p:nvSpPr>
        <p:spPr>
          <a:xfrm>
            <a:off x="7589408" y="5300134"/>
            <a:ext cx="2028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HGPｺﾞｼｯｸE" panose="020B0900000000000000" pitchFamily="50" charset="-128"/>
                <a:ea typeface="HGPｺﾞｼｯｸE" panose="020B0900000000000000" pitchFamily="50" charset="-128"/>
              </a:rPr>
              <a:t>敵をやっつけたり</a:t>
            </a:r>
            <a:endParaRPr lang="en-US" altLang="ja-JP" dirty="0">
              <a:latin typeface="HGPｺﾞｼｯｸE" panose="020B0900000000000000" pitchFamily="50" charset="-128"/>
              <a:ea typeface="HGPｺﾞｼｯｸE" panose="020B09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184379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F2F3BE1-14DE-4E7D-8F41-158B78F0606D}"/>
              </a:ext>
            </a:extLst>
          </p:cNvPr>
          <p:cNvSpPr txBox="1"/>
          <p:nvPr/>
        </p:nvSpPr>
        <p:spPr>
          <a:xfrm>
            <a:off x="922867" y="939800"/>
            <a:ext cx="98213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200" dirty="0">
                <a:latin typeface="HGPｺﾞｼｯｸE" panose="020B0900000000000000" pitchFamily="50" charset="-128"/>
                <a:ea typeface="HGPｺﾞｼｯｸE" panose="020B0900000000000000" pitchFamily="50" charset="-128"/>
              </a:rPr>
              <a:t>持って楽しいハコとは？</a:t>
            </a:r>
            <a:endParaRPr lang="en-US" altLang="ja-JP" sz="3200" dirty="0">
              <a:latin typeface="HGPｺﾞｼｯｸE" panose="020B0900000000000000" pitchFamily="50" charset="-128"/>
              <a:ea typeface="HGPｺﾞｼｯｸE" panose="020B0900000000000000" pitchFamily="50" charset="-128"/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5FE461A2-C359-4824-9C90-79D20F99A6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867" y="2387600"/>
            <a:ext cx="1979828" cy="2465546"/>
          </a:xfrm>
          <a:prstGeom prst="rect">
            <a:avLst/>
          </a:prstGeo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22AB14ED-E06C-4060-AB54-E6C4C78DDBA5}"/>
              </a:ext>
            </a:extLst>
          </p:cNvPr>
          <p:cNvSpPr txBox="1"/>
          <p:nvPr/>
        </p:nvSpPr>
        <p:spPr>
          <a:xfrm>
            <a:off x="674052" y="5013867"/>
            <a:ext cx="24774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HGPｺﾞｼｯｸE" panose="020B0900000000000000" pitchFamily="50" charset="-128"/>
                <a:ea typeface="HGPｺﾞｼｯｸE" panose="020B0900000000000000" pitchFamily="50" charset="-128"/>
              </a:rPr>
              <a:t>天井にくっつく吸盤ハコ</a:t>
            </a:r>
            <a:endParaRPr lang="en-US" altLang="ja-JP" dirty="0">
              <a:latin typeface="HGPｺﾞｼｯｸE" panose="020B0900000000000000" pitchFamily="50" charset="-128"/>
              <a:ea typeface="HGPｺﾞｼｯｸE" panose="020B0900000000000000" pitchFamily="50" charset="-128"/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2A51713B-1765-4E97-847B-96F842F9B9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3639" y="2406110"/>
            <a:ext cx="3904721" cy="2447036"/>
          </a:xfrm>
          <a:prstGeom prst="rect">
            <a:avLst/>
          </a:prstGeom>
        </p:spPr>
      </p:pic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8787E0A1-C6F4-4C64-8AEB-A3C080F711AB}"/>
              </a:ext>
            </a:extLst>
          </p:cNvPr>
          <p:cNvSpPr txBox="1"/>
          <p:nvPr/>
        </p:nvSpPr>
        <p:spPr>
          <a:xfrm>
            <a:off x="4430658" y="5003799"/>
            <a:ext cx="33306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HGPｺﾞｼｯｸE" panose="020B0900000000000000" pitchFamily="50" charset="-128"/>
                <a:ea typeface="HGPｺﾞｼｯｸE" panose="020B0900000000000000" pitchFamily="50" charset="-128"/>
              </a:rPr>
              <a:t>飛んでいけるジェットパックハコ</a:t>
            </a:r>
            <a:endParaRPr lang="en-US" altLang="ja-JP" dirty="0">
              <a:latin typeface="HGPｺﾞｼｯｸE" panose="020B0900000000000000" pitchFamily="50" charset="-128"/>
              <a:ea typeface="HGPｺﾞｼｯｸE" panose="020B0900000000000000" pitchFamily="50" charset="-128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6D1770D7-9A4B-4B1B-85AD-2628EF743A95}"/>
              </a:ext>
            </a:extLst>
          </p:cNvPr>
          <p:cNvSpPr txBox="1"/>
          <p:nvPr/>
        </p:nvSpPr>
        <p:spPr>
          <a:xfrm>
            <a:off x="8187267" y="5003799"/>
            <a:ext cx="33306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HGPｺﾞｼｯｸE" panose="020B0900000000000000" pitchFamily="50" charset="-128"/>
                <a:ea typeface="HGPｺﾞｼｯｸE" panose="020B0900000000000000" pitchFamily="50" charset="-128"/>
              </a:rPr>
              <a:t>などなど</a:t>
            </a:r>
            <a:endParaRPr lang="en-US" altLang="ja-JP" dirty="0">
              <a:latin typeface="HGPｺﾞｼｯｸE" panose="020B0900000000000000" pitchFamily="50" charset="-128"/>
              <a:ea typeface="HGPｺﾞｼｯｸE" panose="020B0900000000000000" pitchFamily="50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D61AA729-A0C1-47C3-88BF-0D00E45DE5A4}"/>
              </a:ext>
            </a:extLst>
          </p:cNvPr>
          <p:cNvSpPr txBox="1"/>
          <p:nvPr/>
        </p:nvSpPr>
        <p:spPr>
          <a:xfrm>
            <a:off x="674052" y="5918200"/>
            <a:ext cx="99939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>
                <a:latin typeface="HGPｺﾞｼｯｸE" panose="020B0900000000000000" pitchFamily="50" charset="-128"/>
                <a:ea typeface="HGPｺﾞｼｯｸE" panose="020B0900000000000000" pitchFamily="50" charset="-128"/>
              </a:rPr>
              <a:t>簡単操作でも</a:t>
            </a:r>
            <a:r>
              <a:rPr lang="ja-JP" altLang="en-US" sz="2800" dirty="0">
                <a:solidFill>
                  <a:srgbClr val="FF0000"/>
                </a:solidFill>
                <a:latin typeface="HGPｺﾞｼｯｸE" panose="020B0900000000000000" pitchFamily="50" charset="-128"/>
                <a:ea typeface="HGPｺﾞｼｯｸE" panose="020B0900000000000000" pitchFamily="50" charset="-128"/>
              </a:rPr>
              <a:t>ハコのバリエーションで奥深さを出す！</a:t>
            </a:r>
            <a:endParaRPr lang="en-US" altLang="ja-JP" sz="2800" dirty="0">
              <a:solidFill>
                <a:srgbClr val="FF0000"/>
              </a:solidFill>
              <a:latin typeface="HGPｺﾞｼｯｸE" panose="020B0900000000000000" pitchFamily="50" charset="-128"/>
              <a:ea typeface="HGPｺﾞｼｯｸE" panose="020B09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717924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F2F3BE1-14DE-4E7D-8F41-158B78F0606D}"/>
              </a:ext>
            </a:extLst>
          </p:cNvPr>
          <p:cNvSpPr txBox="1"/>
          <p:nvPr/>
        </p:nvSpPr>
        <p:spPr>
          <a:xfrm>
            <a:off x="922867" y="939800"/>
            <a:ext cx="98213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200" dirty="0">
                <a:latin typeface="HGPｺﾞｼｯｸE" panose="020B0900000000000000" pitchFamily="50" charset="-128"/>
                <a:ea typeface="HGPｺﾞｼｯｸE" panose="020B0900000000000000" pitchFamily="50" charset="-128"/>
              </a:rPr>
              <a:t>投げて楽しいハコとは？</a:t>
            </a:r>
            <a:endParaRPr lang="en-US" altLang="ja-JP" sz="3200" dirty="0">
              <a:latin typeface="HGPｺﾞｼｯｸE" panose="020B0900000000000000" pitchFamily="50" charset="-128"/>
              <a:ea typeface="HGPｺﾞｼｯｸE" panose="020B0900000000000000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22AB14ED-E06C-4060-AB54-E6C4C78DDBA5}"/>
              </a:ext>
            </a:extLst>
          </p:cNvPr>
          <p:cNvSpPr txBox="1"/>
          <p:nvPr/>
        </p:nvSpPr>
        <p:spPr>
          <a:xfrm>
            <a:off x="2003319" y="4994712"/>
            <a:ext cx="24774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HGPｺﾞｼｯｸE" panose="020B0900000000000000" pitchFamily="50" charset="-128"/>
                <a:ea typeface="HGPｺﾞｼｯｸE" panose="020B0900000000000000" pitchFamily="50" charset="-128"/>
              </a:rPr>
              <a:t>バクダンハコ</a:t>
            </a:r>
            <a:endParaRPr lang="en-US" altLang="ja-JP" dirty="0">
              <a:latin typeface="HGPｺﾞｼｯｸE" panose="020B0900000000000000" pitchFamily="50" charset="-128"/>
              <a:ea typeface="HGPｺﾞｼｯｸE" panose="020B0900000000000000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D26F8332-D899-4E83-8E0A-4BB8742560FA}"/>
              </a:ext>
            </a:extLst>
          </p:cNvPr>
          <p:cNvSpPr txBox="1"/>
          <p:nvPr/>
        </p:nvSpPr>
        <p:spPr>
          <a:xfrm>
            <a:off x="674052" y="5918200"/>
            <a:ext cx="99939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>
                <a:latin typeface="HGPｺﾞｼｯｸE" panose="020B0900000000000000" pitchFamily="50" charset="-128"/>
                <a:ea typeface="HGPｺﾞｼｯｸE" panose="020B0900000000000000" pitchFamily="50" charset="-128"/>
              </a:rPr>
              <a:t>簡単操作でも</a:t>
            </a:r>
            <a:r>
              <a:rPr lang="ja-JP" altLang="en-US" sz="2800" dirty="0">
                <a:solidFill>
                  <a:srgbClr val="FF0000"/>
                </a:solidFill>
                <a:latin typeface="HGPｺﾞｼｯｸE" panose="020B0900000000000000" pitchFamily="50" charset="-128"/>
                <a:ea typeface="HGPｺﾞｼｯｸE" panose="020B0900000000000000" pitchFamily="50" charset="-128"/>
              </a:rPr>
              <a:t>ハコのバリエーションで奥深さを出す！！</a:t>
            </a:r>
            <a:endParaRPr lang="en-US" altLang="ja-JP" sz="2800" dirty="0">
              <a:solidFill>
                <a:srgbClr val="FF0000"/>
              </a:solidFill>
              <a:latin typeface="HGPｺﾞｼｯｸE" panose="020B0900000000000000" pitchFamily="50" charset="-128"/>
              <a:ea typeface="HGPｺﾞｼｯｸE" panose="020B0900000000000000" pitchFamily="50" charset="-128"/>
            </a:endParaRP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5A4C5579-5C45-4BB8-9ECB-A399977ABC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052" y="3148401"/>
            <a:ext cx="5283200" cy="1661487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6658E4B6-710A-4C93-A593-4ADF64927D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3533" y="823675"/>
            <a:ext cx="7415176" cy="4171037"/>
          </a:xfrm>
          <a:prstGeom prst="rect">
            <a:avLst/>
          </a:prstGeom>
        </p:spPr>
      </p:pic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78981085-F7A1-44E6-94B0-6096115BBF19}"/>
              </a:ext>
            </a:extLst>
          </p:cNvPr>
          <p:cNvSpPr txBox="1"/>
          <p:nvPr/>
        </p:nvSpPr>
        <p:spPr>
          <a:xfrm>
            <a:off x="8539102" y="4994712"/>
            <a:ext cx="24774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HGPｺﾞｼｯｸE" panose="020B0900000000000000" pitchFamily="50" charset="-128"/>
                <a:ea typeface="HGPｺﾞｼｯｸE" panose="020B0900000000000000" pitchFamily="50" charset="-128"/>
              </a:rPr>
              <a:t>カミナリハコ</a:t>
            </a:r>
            <a:endParaRPr lang="en-US" altLang="ja-JP" dirty="0">
              <a:latin typeface="HGPｺﾞｼｯｸE" panose="020B0900000000000000" pitchFamily="50" charset="-128"/>
              <a:ea typeface="HGPｺﾞｼｯｸE" panose="020B0900000000000000" pitchFamily="50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8027B65C-5D18-495C-9661-AE8CE0C2C801}"/>
              </a:ext>
            </a:extLst>
          </p:cNvPr>
          <p:cNvSpPr txBox="1"/>
          <p:nvPr/>
        </p:nvSpPr>
        <p:spPr>
          <a:xfrm>
            <a:off x="10145833" y="5437293"/>
            <a:ext cx="24774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HGPｺﾞｼｯｸE" panose="020B0900000000000000" pitchFamily="50" charset="-128"/>
                <a:ea typeface="HGPｺﾞｼｯｸE" panose="020B0900000000000000" pitchFamily="50" charset="-128"/>
              </a:rPr>
              <a:t>などなど</a:t>
            </a:r>
            <a:endParaRPr lang="en-US" altLang="ja-JP" dirty="0">
              <a:latin typeface="HGPｺﾞｼｯｸE" panose="020B0900000000000000" pitchFamily="50" charset="-128"/>
              <a:ea typeface="HGPｺﾞｼｯｸE" panose="020B09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29957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</TotalTime>
  <Words>116</Words>
  <Application>Microsoft Office PowerPoint</Application>
  <PresentationFormat>ワイド画面</PresentationFormat>
  <Paragraphs>23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0" baseType="lpstr">
      <vt:lpstr>HGPｺﾞｼｯｸE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情報北九州校 倉掛</dc:creator>
  <cp:lastModifiedBy>情報北九州校 倉掛</cp:lastModifiedBy>
  <cp:revision>22</cp:revision>
  <dcterms:created xsi:type="dcterms:W3CDTF">2026-01-26T01:13:53Z</dcterms:created>
  <dcterms:modified xsi:type="dcterms:W3CDTF">2026-01-28T02:23:09Z</dcterms:modified>
</cp:coreProperties>
</file>