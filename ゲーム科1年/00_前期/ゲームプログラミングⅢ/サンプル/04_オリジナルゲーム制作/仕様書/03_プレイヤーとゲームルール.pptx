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ゲームルール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随時追加</a:t>
            </a:r>
            <a:endParaRPr kumimoji="1" lang="en-US" altLang="ja-JP" dirty="0"/>
          </a:p>
          <a:p>
            <a:r>
              <a:rPr kumimoji="1" lang="ja-JP" altLang="en-US" dirty="0"/>
              <a:t>・ハコポンが同時に持てる箱は１つまで</a:t>
            </a:r>
            <a:endParaRPr kumimoji="1" lang="en-US" altLang="ja-JP" dirty="0"/>
          </a:p>
          <a:p>
            <a:r>
              <a:rPr kumimoji="1" lang="ja-JP" altLang="en-US" dirty="0"/>
              <a:t>・ハコポンの</a:t>
            </a:r>
            <a:r>
              <a:rPr lang="ja-JP" altLang="en-US" dirty="0"/>
              <a:t>最大</a:t>
            </a:r>
            <a:r>
              <a:rPr lang="en-US" altLang="ja-JP" dirty="0"/>
              <a:t>HP</a:t>
            </a:r>
            <a:r>
              <a:rPr lang="ja-JP" altLang="en-US" dirty="0"/>
              <a:t>は３で固定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になったらコース最初、もしくはチェックポイントからやり直し</a:t>
            </a:r>
            <a:endParaRPr kumimoji="1" lang="en-US" altLang="ja-JP" dirty="0"/>
          </a:p>
          <a:p>
            <a:r>
              <a:rPr lang="ja-JP" altLang="en-US" dirty="0"/>
              <a:t>・ゴールにたどり着いたら次のコースへ</a:t>
            </a:r>
            <a:endParaRPr lang="en-US" altLang="ja-JP" dirty="0"/>
          </a:p>
          <a:p>
            <a:r>
              <a:rPr kumimoji="1" lang="ja-JP" altLang="en-US" dirty="0"/>
              <a:t>・持っている箱が、ほかの箱に当たったら、投げ当てた時と同じ挙動をする</a:t>
            </a:r>
            <a:endParaRPr kumimoji="1" lang="en-US" altLang="ja-JP" dirty="0"/>
          </a:p>
          <a:p>
            <a:r>
              <a:rPr lang="ja-JP" altLang="en-US" dirty="0"/>
              <a:t>・置くときに目の前に置くスペースがない場合はハコポンが押し出される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基本操作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0C9327B0-3092-451A-9D4E-CBDD3FE6D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444453"/>
              </p:ext>
            </p:extLst>
          </p:nvPr>
        </p:nvGraphicFramePr>
        <p:xfrm>
          <a:off x="491064" y="1454573"/>
          <a:ext cx="10938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9">
                  <a:extLst>
                    <a:ext uri="{9D8B030D-6E8A-4147-A177-3AD203B41FA5}">
                      <a16:colId xmlns:a16="http://schemas.microsoft.com/office/drawing/2014/main" val="151447466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301854711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3006652804"/>
                    </a:ext>
                  </a:extLst>
                </a:gridCol>
              </a:tblGrid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5221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十字キー、左スティック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09912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ジャンプ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19700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持ち上げ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投げ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置く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22203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押す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0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73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持ち上げ</a:t>
            </a:r>
            <a:r>
              <a:rPr kumimoji="1" lang="en-US" altLang="ja-JP" u="sng" dirty="0"/>
              <a:t>/</a:t>
            </a:r>
            <a:r>
              <a:rPr kumimoji="1" lang="ja-JP" altLang="en-US" u="sng" dirty="0"/>
              <a:t>投げ</a:t>
            </a:r>
            <a:r>
              <a:rPr kumimoji="1" lang="en-US" altLang="ja-JP" u="sng" dirty="0"/>
              <a:t>/</a:t>
            </a:r>
            <a:r>
              <a:rPr lang="ja-JP" altLang="en-US" u="sng" dirty="0"/>
              <a:t>置くボタンについて</a:t>
            </a:r>
            <a:endParaRPr kumimoji="1" lang="ja-JP" altLang="en-US" u="sng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06479A-103F-437D-82C9-525178225C9B}"/>
              </a:ext>
            </a:extLst>
          </p:cNvPr>
          <p:cNvSpPr txBox="1"/>
          <p:nvPr/>
        </p:nvSpPr>
        <p:spPr>
          <a:xfrm>
            <a:off x="618067" y="863600"/>
            <a:ext cx="107611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・ハコポンが何も持っていなければ、目の前の箱を持ち上げる</a:t>
            </a:r>
            <a:endParaRPr kumimoji="1" lang="en-US" altLang="ja-JP" dirty="0"/>
          </a:p>
          <a:p>
            <a:r>
              <a:rPr lang="ja-JP" altLang="en-US" dirty="0"/>
              <a:t>　・目の前に何もなければアニメーションだけする</a:t>
            </a:r>
            <a:endParaRPr lang="en-US" altLang="ja-JP" dirty="0"/>
          </a:p>
          <a:p>
            <a:r>
              <a:rPr lang="ja-JP" altLang="en-US" dirty="0"/>
              <a:t>・箱を持っているときにボタン長押し（</a:t>
            </a:r>
            <a:r>
              <a:rPr lang="en-US" altLang="ja-JP" dirty="0"/>
              <a:t>4f</a:t>
            </a:r>
            <a:r>
              <a:rPr lang="ja-JP" altLang="en-US" dirty="0"/>
              <a:t>以上）で投げる</a:t>
            </a:r>
            <a:endParaRPr lang="en-US" altLang="ja-JP" dirty="0"/>
          </a:p>
          <a:p>
            <a:r>
              <a:rPr lang="ja-JP" altLang="en-US" dirty="0"/>
              <a:t>・箱を持っているときにボタン短押し（</a:t>
            </a:r>
            <a:r>
              <a:rPr lang="en-US" altLang="ja-JP" dirty="0"/>
              <a:t>3f</a:t>
            </a:r>
            <a:r>
              <a:rPr lang="ja-JP" altLang="en-US" dirty="0"/>
              <a:t>以下）で投げる</a:t>
            </a:r>
            <a:endParaRPr lang="en-US" altLang="ja-JP" dirty="0"/>
          </a:p>
          <a:p>
            <a:r>
              <a:rPr lang="ja-JP" altLang="en-US" dirty="0"/>
              <a:t>長押し判定時間は要調整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2472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180</Words>
  <Application>Microsoft Office PowerPoint</Application>
  <PresentationFormat>ワイド画面</PresentationFormat>
  <Paragraphs>30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11</cp:revision>
  <dcterms:created xsi:type="dcterms:W3CDTF">2026-01-26T01:13:53Z</dcterms:created>
  <dcterms:modified xsi:type="dcterms:W3CDTF">2026-01-26T02:32:26Z</dcterms:modified>
</cp:coreProperties>
</file>