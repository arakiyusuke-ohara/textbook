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箱について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随時追加</a:t>
            </a:r>
            <a:endParaRPr lang="en-US" altLang="ja-JP" dirty="0"/>
          </a:p>
          <a:p>
            <a:r>
              <a:rPr lang="ja-JP" altLang="en-US" dirty="0"/>
              <a:t>・箱ごとに以下の設定ができるようにする</a:t>
            </a:r>
            <a:endParaRPr lang="en-US" altLang="ja-JP" dirty="0"/>
          </a:p>
          <a:p>
            <a:r>
              <a:rPr kumimoji="1" lang="ja-JP" altLang="en-US" dirty="0"/>
              <a:t>　・</a:t>
            </a:r>
            <a:r>
              <a:rPr kumimoji="1" lang="en-US" altLang="ja-JP" dirty="0"/>
              <a:t>HP</a:t>
            </a:r>
            <a:r>
              <a:rPr kumimoji="1" lang="ja-JP" altLang="en-US" dirty="0"/>
              <a:t>（</a:t>
            </a:r>
            <a:r>
              <a:rPr kumimoji="1" lang="en-US" altLang="ja-JP" dirty="0"/>
              <a:t>int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lang="ja-JP" altLang="en-US" dirty="0"/>
              <a:t>　・ぶつけた時のダメージ値</a:t>
            </a:r>
            <a:r>
              <a:rPr lang="en-US" altLang="ja-JP" dirty="0"/>
              <a:t>(int)</a:t>
            </a:r>
          </a:p>
          <a:p>
            <a:r>
              <a:rPr kumimoji="1" lang="ja-JP" altLang="en-US" dirty="0"/>
              <a:t>　・成分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enum</a:t>
            </a:r>
            <a:r>
              <a:rPr kumimoji="1" lang="en-US" altLang="ja-JP" dirty="0"/>
              <a:t>){NORMAL, METAL</a:t>
            </a:r>
            <a:r>
              <a:rPr lang="ja-JP" altLang="en-US" dirty="0"/>
              <a:t>・・・</a:t>
            </a:r>
            <a:r>
              <a:rPr kumimoji="1" lang="en-US" altLang="ja-JP" dirty="0"/>
              <a:t>}</a:t>
            </a:r>
          </a:p>
          <a:p>
            <a:r>
              <a:rPr lang="ja-JP" altLang="en-US" dirty="0"/>
              <a:t>　・壊れ方</a:t>
            </a:r>
            <a:r>
              <a:rPr lang="en-US" altLang="ja-JP" dirty="0"/>
              <a:t>(</a:t>
            </a:r>
            <a:r>
              <a:rPr lang="en-US" altLang="ja-JP" dirty="0" err="1"/>
              <a:t>enum</a:t>
            </a:r>
            <a:r>
              <a:rPr lang="en-US" altLang="ja-JP" dirty="0"/>
              <a:t>){NORMAL, BOMB</a:t>
            </a:r>
            <a:r>
              <a:rPr lang="ja-JP" altLang="en-US" dirty="0"/>
              <a:t>・・・</a:t>
            </a:r>
            <a:r>
              <a:rPr lang="en-US" altLang="ja-JP" dirty="0"/>
              <a:t>}</a:t>
            </a:r>
          </a:p>
          <a:p>
            <a:r>
              <a:rPr kumimoji="1" lang="ja-JP" altLang="en-US" dirty="0"/>
              <a:t>　・壊れた時の音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enum</a:t>
            </a:r>
            <a:r>
              <a:rPr kumimoji="1" lang="en-US" altLang="ja-JP" dirty="0"/>
              <a:t>){SE_BREAK_WOODBOX, </a:t>
            </a:r>
            <a:r>
              <a:rPr kumimoji="1" lang="ja-JP" altLang="en-US" dirty="0"/>
              <a:t>・・・</a:t>
            </a:r>
            <a:r>
              <a:rPr kumimoji="1" lang="en-US" altLang="ja-JP" dirty="0"/>
              <a:t>}</a:t>
            </a:r>
          </a:p>
          <a:p>
            <a:r>
              <a:rPr lang="ja-JP" altLang="en-US" dirty="0"/>
              <a:t>　・壊れた時のエフェクト</a:t>
            </a:r>
            <a:r>
              <a:rPr lang="en-US" altLang="ja-JP" dirty="0"/>
              <a:t>(</a:t>
            </a:r>
            <a:r>
              <a:rPr lang="en-US" altLang="ja-JP" dirty="0" err="1"/>
              <a:t>enum</a:t>
            </a:r>
            <a:r>
              <a:rPr lang="en-US" altLang="ja-JP" dirty="0"/>
              <a:t>){EFFECT_BREAK_WOODBOX, </a:t>
            </a:r>
            <a:r>
              <a:rPr lang="ja-JP" altLang="en-US" dirty="0"/>
              <a:t>・・・</a:t>
            </a:r>
            <a:r>
              <a:rPr lang="en-US" altLang="ja-JP" dirty="0"/>
              <a:t>}</a:t>
            </a:r>
          </a:p>
          <a:p>
            <a:endParaRPr kumimoji="1" lang="en-US" altLang="ja-JP" dirty="0"/>
          </a:p>
          <a:p>
            <a:r>
              <a:rPr lang="ja-JP" altLang="en-US" dirty="0"/>
              <a:t>・投げたり、押したりした際の挙動は一部の例外（ジェットパック箱など）を除き、統一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箱について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随時追加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HP</a:t>
            </a:r>
            <a:r>
              <a:rPr lang="ja-JP" altLang="en-US" dirty="0"/>
              <a:t>が</a:t>
            </a:r>
            <a:r>
              <a:rPr lang="en-US" altLang="ja-JP" dirty="0"/>
              <a:t>0</a:t>
            </a:r>
            <a:r>
              <a:rPr lang="ja-JP" altLang="en-US" dirty="0"/>
              <a:t>になった箱は壊れる</a:t>
            </a:r>
            <a:endParaRPr lang="en-US" altLang="ja-JP" dirty="0"/>
          </a:p>
          <a:p>
            <a:r>
              <a:rPr lang="ja-JP" altLang="en-US" dirty="0"/>
              <a:t>・箱にダメージが入るタイミング一覧</a:t>
            </a:r>
            <a:endParaRPr lang="en-US" altLang="ja-JP" dirty="0"/>
          </a:p>
          <a:p>
            <a:r>
              <a:rPr lang="ja-JP" altLang="en-US" dirty="0"/>
              <a:t>　・投げられた後に地形に接触したとき</a:t>
            </a:r>
            <a:endParaRPr lang="en-US" altLang="ja-JP" dirty="0"/>
          </a:p>
          <a:p>
            <a:r>
              <a:rPr lang="ja-JP" altLang="en-US" dirty="0"/>
              <a:t>　・押されて地形に接触したとき</a:t>
            </a:r>
            <a:endParaRPr lang="en-US" altLang="ja-JP" dirty="0"/>
          </a:p>
          <a:p>
            <a:r>
              <a:rPr lang="ja-JP" altLang="en-US" dirty="0"/>
              <a:t>　・投げられた後に投げたキャラクター以外のキャラクターに接触したとき</a:t>
            </a:r>
            <a:endParaRPr lang="en-US" altLang="ja-JP" dirty="0"/>
          </a:p>
          <a:p>
            <a:r>
              <a:rPr lang="ja-JP" altLang="en-US" dirty="0"/>
              <a:t>　・押された後に押したキャラクター以外のキャラクターに接触したとき</a:t>
            </a:r>
            <a:endParaRPr lang="en-US" altLang="ja-JP" dirty="0"/>
          </a:p>
          <a:p>
            <a:r>
              <a:rPr lang="ja-JP" altLang="en-US" dirty="0"/>
              <a:t>　・つかまれているときに別の箱に接触したとき、されたとき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120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箱の成分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アイデアができ次第追加</a:t>
            </a:r>
            <a:endParaRPr lang="en-US" altLang="ja-JP" dirty="0"/>
          </a:p>
          <a:p>
            <a:endParaRPr kumimoji="1" lang="en-US" altLang="ja-JP" dirty="0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8F1E1779-BE7D-4768-ADA7-5F2474B8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73389"/>
              </p:ext>
            </p:extLst>
          </p:nvPr>
        </p:nvGraphicFramePr>
        <p:xfrm>
          <a:off x="618067" y="1303866"/>
          <a:ext cx="8128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90041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6522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成分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仕様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5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NORMAL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通常通りの操作が可能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39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METAL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持ったままジャンプできない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ダメージを受けず、壊せない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34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7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26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箱の壊れ方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※</a:t>
            </a:r>
            <a:r>
              <a:rPr lang="ja-JP" altLang="en-US" dirty="0"/>
              <a:t>アイデアができ次第追加</a:t>
            </a:r>
            <a:endParaRPr lang="en-US" altLang="ja-JP" dirty="0"/>
          </a:p>
          <a:p>
            <a:endParaRPr kumimoji="1" lang="en-US" altLang="ja-JP" dirty="0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8F1E1779-BE7D-4768-ADA7-5F2474B8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064027"/>
              </p:ext>
            </p:extLst>
          </p:nvPr>
        </p:nvGraphicFramePr>
        <p:xfrm>
          <a:off x="618067" y="13038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90041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6522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成分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仕様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5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NORMAL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普通に壊れる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39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BOMB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周囲１箱分にダメージ判定がでる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34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7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78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木箱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普通の箱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1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NORMAL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12836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鉄箱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重くてかたい箱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2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METAL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  <a:r>
              <a:rPr kumimoji="1" lang="ja-JP" altLang="en-US" dirty="0"/>
              <a:t>（壊れない）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691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バクダン箱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爆発する箱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1</a:t>
            </a:r>
            <a:r>
              <a:rPr kumimoji="1" lang="ja-JP" altLang="en-US" dirty="0"/>
              <a:t>（後で爆発のダメージが入る）</a:t>
            </a:r>
            <a:endParaRPr kumimoji="1" lang="en-US" altLang="ja-JP" dirty="0"/>
          </a:p>
          <a:p>
            <a:r>
              <a:rPr lang="ja-JP" altLang="en-US" dirty="0"/>
              <a:t>成分：</a:t>
            </a:r>
            <a:r>
              <a:rPr lang="en-US" altLang="ja-JP" dirty="0"/>
              <a:t>NORMAL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BOMB</a:t>
            </a:r>
          </a:p>
        </p:txBody>
      </p:sp>
    </p:spTree>
    <p:extLst>
      <p:ext uri="{BB962C8B-B14F-4D97-AF65-F5344CB8AC3E}">
        <p14:creationId xmlns:p14="http://schemas.microsoft.com/office/powerpoint/2010/main" val="223263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とげ箱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触っちゃダメなとげの箱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2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METAL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</a:p>
          <a:p>
            <a:endParaRPr lang="en-US" altLang="ja-JP" dirty="0"/>
          </a:p>
          <a:p>
            <a:r>
              <a:rPr kumimoji="1" lang="ja-JP" altLang="en-US" dirty="0"/>
              <a:t>触れたキャラクターにダメージを与える。</a:t>
            </a:r>
            <a:endParaRPr kumimoji="1" lang="en-US" altLang="ja-JP" dirty="0"/>
          </a:p>
          <a:p>
            <a:r>
              <a:rPr lang="ja-JP" altLang="en-US" dirty="0"/>
              <a:t>無敵状態であれば持ったり、押したりできる。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8214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ジェットパック箱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ジェットで飛んでいける箱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2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METAL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</a:p>
          <a:p>
            <a:endParaRPr lang="en-US" altLang="ja-JP" dirty="0"/>
          </a:p>
          <a:p>
            <a:r>
              <a:rPr kumimoji="1" lang="ja-JP" altLang="en-US" dirty="0"/>
              <a:t>持つとジェット噴射で飛ぶことができる箱。</a:t>
            </a:r>
            <a:endParaRPr kumimoji="1" lang="en-US" altLang="ja-JP" dirty="0"/>
          </a:p>
          <a:p>
            <a:r>
              <a:rPr lang="ja-JP" altLang="en-US" dirty="0"/>
              <a:t>飛んでいる最中は常に下降するが、ジャンプボタンで上昇できる。</a:t>
            </a:r>
            <a:endParaRPr lang="en-US" altLang="ja-JP" dirty="0"/>
          </a:p>
          <a:p>
            <a:r>
              <a:rPr kumimoji="1" lang="ja-JP" altLang="en-US" dirty="0"/>
              <a:t>投げると一直線に飛んでいく。何かに当たっても貫通する。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324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吸盤木箱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あらゆるものにくっつく木箱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1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NORMAL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</a:p>
          <a:p>
            <a:endParaRPr lang="en-US" altLang="ja-JP" dirty="0"/>
          </a:p>
          <a:p>
            <a:r>
              <a:rPr lang="ja-JP" altLang="en-US" dirty="0"/>
              <a:t>持ったまま天井にくっつくことができる。</a:t>
            </a:r>
            <a:endParaRPr lang="en-US" altLang="ja-JP" dirty="0"/>
          </a:p>
          <a:p>
            <a:r>
              <a:rPr lang="ja-JP" altLang="en-US" dirty="0"/>
              <a:t>上に乗るとくっつくことができる。</a:t>
            </a:r>
            <a:endParaRPr lang="en-US" altLang="ja-JP" dirty="0"/>
          </a:p>
          <a:p>
            <a:r>
              <a:rPr lang="ja-JP" altLang="en-US" dirty="0"/>
              <a:t>ジャンプボタンでくっつき解除。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1044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吸盤鉄箱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あらゆるものにくっつく鉄箱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HP</a:t>
            </a:r>
            <a:r>
              <a:rPr lang="ja-JP" altLang="en-US" dirty="0"/>
              <a:t>：</a:t>
            </a:r>
            <a:r>
              <a:rPr lang="en-US" altLang="ja-JP" dirty="0"/>
              <a:t>1</a:t>
            </a:r>
          </a:p>
          <a:p>
            <a:r>
              <a:rPr kumimoji="1" lang="ja-JP" altLang="en-US" dirty="0"/>
              <a:t>ぶつけた時のダメージ値：</a:t>
            </a:r>
            <a:r>
              <a:rPr kumimoji="1" lang="en-US" altLang="ja-JP" dirty="0"/>
              <a:t>2</a:t>
            </a:r>
          </a:p>
          <a:p>
            <a:r>
              <a:rPr lang="ja-JP" altLang="en-US" dirty="0"/>
              <a:t>成分：</a:t>
            </a:r>
            <a:r>
              <a:rPr lang="en-US" altLang="ja-JP" dirty="0"/>
              <a:t>METAL</a:t>
            </a:r>
          </a:p>
          <a:p>
            <a:r>
              <a:rPr kumimoji="1" lang="ja-JP" altLang="en-US" dirty="0"/>
              <a:t>壊れ方：</a:t>
            </a:r>
            <a:r>
              <a:rPr kumimoji="1" lang="en-US" altLang="ja-JP" dirty="0"/>
              <a:t>NORMAL</a:t>
            </a:r>
          </a:p>
          <a:p>
            <a:endParaRPr lang="en-US" altLang="ja-JP" dirty="0"/>
          </a:p>
          <a:p>
            <a:r>
              <a:rPr lang="ja-JP" altLang="en-US" dirty="0"/>
              <a:t>持ったまま天井にくっつくことができる。</a:t>
            </a:r>
            <a:endParaRPr lang="en-US" altLang="ja-JP" dirty="0"/>
          </a:p>
          <a:p>
            <a:r>
              <a:rPr lang="ja-JP" altLang="en-US" dirty="0"/>
              <a:t>上に乗るとくっつくことができる。</a:t>
            </a:r>
            <a:endParaRPr lang="en-US" altLang="ja-JP" dirty="0"/>
          </a:p>
          <a:p>
            <a:r>
              <a:rPr lang="ja-JP" altLang="en-US" dirty="0"/>
              <a:t>ジャンプボタンでくっつき解除。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6277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509</Words>
  <Application>Microsoft Office PowerPoint</Application>
  <PresentationFormat>ワイド画面</PresentationFormat>
  <Paragraphs>101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18</cp:revision>
  <dcterms:created xsi:type="dcterms:W3CDTF">2026-01-26T01:13:53Z</dcterms:created>
  <dcterms:modified xsi:type="dcterms:W3CDTF">2026-01-26T03:23:47Z</dcterms:modified>
</cp:coreProperties>
</file>