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0268D-74CB-414A-8B81-EE378D92F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2BB04D-E9E5-44D2-AA80-7C03CF994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83CA1-80D1-4A20-B84A-B7E4D66A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CF7DB-A18B-4943-88DB-EC82A13C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E4CBC-1209-4E6E-8C7B-BADD35E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61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74BE4-940D-4079-BCCA-DF01C72F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136420-1DF8-44E3-8D2A-D346E056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27C241-5E32-44DF-AB69-11A9940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92FC97-B913-4839-820B-05F7FBA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DD6FF3-58FC-4B2C-BAE2-58DAE4F6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76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2B55-42AE-408B-9EFE-CD517486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15DE06-3E3F-45F3-80EC-CEC393F6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2BEAD-8AF2-4E44-9A53-A3D0DC8F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1DCA1-DE76-4CAF-9570-F99CF9D9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E97D1-1B81-43B3-83D2-6AE2F972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B108B-380C-4348-AA02-571A1DCB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64F8C-739A-43E3-982E-95D08F23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0ECE98-3B5D-4776-80D5-DA1DB77F2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E8A7E3-48B1-446C-9277-476DEF71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E5ABB5-C7B1-426D-8559-9DAA7D6E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F01C1-BFC0-4DD5-948C-5EAECC27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0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2D960-C605-4C34-82EA-90F4C26E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89974C-4BA5-4B66-AF3D-CCB74B6C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7CCD17-1092-46BC-989F-47D3918F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52836E-721F-4F69-AF9A-8EBBC7C43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757E73-2609-4535-9147-D1DA34CD8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C84BAF-1CBD-434E-8A8B-F11D51F3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57A9D1-A52A-4480-AD4D-675F4F0F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D1817F-78B5-4F3A-B340-FEC0DF5F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4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71CFD-950C-4702-BF56-B1667DD5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1BBA62-82E1-4464-8D0F-8B532F67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AFC4D2-FD0B-404B-8759-FF506A81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2C30FA-38F8-48B8-A11B-76714F95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01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B1BA56-C568-45C0-AA42-27542CD3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51B9D-D5A6-4D99-A8FB-41F47A97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B699E-18DA-40AF-B499-97A6C699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4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97184-B0D6-4EEE-9086-0094CF37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94B41-EE1E-444B-A31D-DF838735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D8683-9A8F-4863-80E9-3502A9D46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2038D1-47DE-4951-8EA9-972E6032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29BF0F-0CA0-4B99-9AC7-AA42E125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6AA78-6A6A-4440-8195-1CB1E7E9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4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13703-F346-4539-B1B6-ED0CDC2D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1CA911-BDA9-440F-9771-20ED61B79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F4A5BB-2913-4FF4-BC28-49483F8E3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83140A-DFB5-49B1-A6FD-6984D583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EE96E8-61C7-4A4F-811A-8AB9BB8C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3BD9E-ABC6-4480-87FA-012123E7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869B2-6753-4F67-871A-988BA46B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696B2-02EE-4CEE-BF52-7E2A62FEB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013E6-D163-4C0C-9A29-F81708D1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E5F35-A5F1-497F-9FA6-062C770A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4CD61-926E-4F43-8F33-23E8C8A3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4DB330-F5F8-4312-B474-812CCBCE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76E25B-EBD4-43F8-AD78-EB52C67AC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2753D3-FF98-47AF-887E-7E7C6F25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8A3779-636E-4D41-AB8B-42508B34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355E0-DB3E-4008-A2F2-5F08B05A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7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D0B602-4E04-4BB1-9C0A-44CAA244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5FC4F-7F79-4117-A4CB-7F0B958C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6B16A-A01C-4F3D-9D8C-A0598AEF3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CE0F9-B4FA-40A3-8ECA-64AFFCC1F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C7023-2F0B-4D9D-A3C2-17052E585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4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敵について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※</a:t>
            </a:r>
            <a:r>
              <a:rPr lang="ja-JP" altLang="en-US" dirty="0"/>
              <a:t>随時追加</a:t>
            </a:r>
            <a:endParaRPr lang="en-US" altLang="ja-JP" dirty="0"/>
          </a:p>
          <a:p>
            <a:r>
              <a:rPr lang="ja-JP" altLang="en-US" dirty="0"/>
              <a:t>・以下の設定をできるようにする</a:t>
            </a:r>
            <a:endParaRPr lang="en-US" altLang="ja-JP" dirty="0"/>
          </a:p>
          <a:p>
            <a:r>
              <a:rPr lang="ja-JP" altLang="en-US" dirty="0"/>
              <a:t>　・</a:t>
            </a:r>
            <a:r>
              <a:rPr lang="en-US" altLang="ja-JP" dirty="0"/>
              <a:t>HP</a:t>
            </a:r>
            <a:r>
              <a:rPr lang="ja-JP" altLang="en-US" dirty="0"/>
              <a:t>（</a:t>
            </a:r>
            <a:r>
              <a:rPr lang="en-US" altLang="ja-JP" dirty="0"/>
              <a:t>int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ja-JP" altLang="en-US" dirty="0"/>
              <a:t>　・無敵かどうか（</a:t>
            </a:r>
            <a:r>
              <a:rPr lang="en-US" altLang="ja-JP" dirty="0"/>
              <a:t>bool</a:t>
            </a:r>
            <a:r>
              <a:rPr lang="ja-JP" altLang="en-US" dirty="0"/>
              <a:t>）倒せないお邪魔キャラも実装したい</a:t>
            </a:r>
            <a:endParaRPr lang="en-US" altLang="ja-JP" dirty="0"/>
          </a:p>
          <a:p>
            <a:r>
              <a:rPr lang="ja-JP" altLang="en-US" dirty="0"/>
              <a:t>　・キャラクターサイズ</a:t>
            </a:r>
            <a:r>
              <a:rPr lang="en-US" altLang="ja-JP" dirty="0"/>
              <a:t>(</a:t>
            </a:r>
            <a:r>
              <a:rPr lang="en-US" altLang="ja-JP" dirty="0" err="1"/>
              <a:t>enum</a:t>
            </a:r>
            <a:r>
              <a:rPr lang="en-US" altLang="ja-JP" dirty="0"/>
              <a:t>){ENEMY_SIZE_S, ENEMY_SIZE_M, ENEMY_SIZE_L, </a:t>
            </a:r>
            <a:r>
              <a:rPr lang="ja-JP" altLang="en-US" dirty="0"/>
              <a:t>・・・</a:t>
            </a:r>
            <a:r>
              <a:rPr lang="en-US" altLang="ja-JP" dirty="0"/>
              <a:t>}</a:t>
            </a:r>
          </a:p>
          <a:p>
            <a:endParaRPr lang="en-US" altLang="ja-JP" dirty="0"/>
          </a:p>
          <a:p>
            <a:r>
              <a:rPr lang="ja-JP" altLang="en-US" dirty="0"/>
              <a:t>・以下のタイミングでダメージを受ける</a:t>
            </a:r>
            <a:endParaRPr lang="en-US" altLang="ja-JP" dirty="0"/>
          </a:p>
          <a:p>
            <a:r>
              <a:rPr lang="ja-JP" altLang="en-US" dirty="0"/>
              <a:t>　・踏まれたとき</a:t>
            </a:r>
            <a:endParaRPr lang="en-US" altLang="ja-JP" dirty="0"/>
          </a:p>
          <a:p>
            <a:r>
              <a:rPr lang="ja-JP" altLang="en-US" dirty="0"/>
              <a:t>　・押された箱が当たった時</a:t>
            </a:r>
            <a:endParaRPr lang="en-US" altLang="ja-JP" dirty="0"/>
          </a:p>
          <a:p>
            <a:r>
              <a:rPr lang="ja-JP" altLang="en-US" dirty="0"/>
              <a:t>　・投げた箱が当たった時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・プレイヤー死亡→リスタート時は敵も復活させる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・サイズはやられ演出に使用する</a:t>
            </a:r>
            <a:endParaRPr lang="en-US" altLang="ja-JP" dirty="0"/>
          </a:p>
          <a:p>
            <a:r>
              <a:rPr lang="ja-JP" altLang="en-US" dirty="0"/>
              <a:t>　・</a:t>
            </a:r>
            <a:r>
              <a:rPr lang="en-US" altLang="ja-JP" dirty="0"/>
              <a:t>S</a:t>
            </a:r>
            <a:r>
              <a:rPr lang="ja-JP" altLang="en-US" dirty="0"/>
              <a:t>サイズ・・・小規模エフェクト</a:t>
            </a:r>
            <a:endParaRPr lang="en-US" altLang="ja-JP" dirty="0"/>
          </a:p>
          <a:p>
            <a:r>
              <a:rPr lang="ja-JP" altLang="en-US" dirty="0"/>
              <a:t>　・</a:t>
            </a:r>
            <a:r>
              <a:rPr lang="en-US" altLang="ja-JP" dirty="0"/>
              <a:t>M</a:t>
            </a:r>
            <a:r>
              <a:rPr lang="ja-JP" altLang="en-US" dirty="0"/>
              <a:t>サイズ・・・中規模エフェクト</a:t>
            </a:r>
            <a:endParaRPr lang="en-US" altLang="ja-JP" dirty="0"/>
          </a:p>
          <a:p>
            <a:r>
              <a:rPr lang="ja-JP" altLang="en-US" dirty="0"/>
              <a:t>　・</a:t>
            </a:r>
            <a:r>
              <a:rPr lang="en-US" altLang="ja-JP" dirty="0"/>
              <a:t>L</a:t>
            </a:r>
            <a:r>
              <a:rPr lang="ja-JP" altLang="en-US" dirty="0"/>
              <a:t>サイズ・・・大規模エフェクト＋画ぶれ</a:t>
            </a:r>
            <a:endParaRPr lang="en-US" altLang="ja-JP" dirty="0"/>
          </a:p>
          <a:p>
            <a:r>
              <a:rPr lang="ja-JP" altLang="en-US" dirty="0"/>
              <a:t>　・ほかにも使えそうなアイデアがあれば検討する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8078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雑魚</a:t>
            </a:r>
            <a:r>
              <a:rPr kumimoji="1" lang="en-US" altLang="ja-JP" u="sng" dirty="0"/>
              <a:t>A</a:t>
            </a:r>
            <a:r>
              <a:rPr kumimoji="1" lang="ja-JP" altLang="en-US" u="sng" dirty="0"/>
              <a:t>（仮名）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歩くだけの雑魚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■２</a:t>
            </a:r>
            <a:r>
              <a:rPr lang="en-US" altLang="ja-JP" dirty="0"/>
              <a:t>D</a:t>
            </a:r>
          </a:p>
          <a:p>
            <a:r>
              <a:rPr lang="ja-JP" altLang="en-US" dirty="0"/>
              <a:t>・地面に沿ってあるく</a:t>
            </a:r>
            <a:endParaRPr lang="en-US" altLang="ja-JP" dirty="0"/>
          </a:p>
          <a:p>
            <a:r>
              <a:rPr lang="ja-JP" altLang="en-US" dirty="0"/>
              <a:t>・壁や崖で折り返す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■３</a:t>
            </a:r>
            <a:r>
              <a:rPr lang="en-US" altLang="ja-JP" dirty="0"/>
              <a:t>D</a:t>
            </a:r>
          </a:p>
          <a:p>
            <a:r>
              <a:rPr lang="ja-JP" altLang="en-US" dirty="0"/>
              <a:t>・一定時間同じ向きに歩く</a:t>
            </a:r>
            <a:endParaRPr lang="en-US" altLang="ja-JP" dirty="0"/>
          </a:p>
          <a:p>
            <a:r>
              <a:rPr lang="ja-JP" altLang="en-US" dirty="0"/>
              <a:t>・一定時間後に逆向きに歩き出す</a:t>
            </a:r>
            <a:endParaRPr lang="en-US" altLang="ja-JP" dirty="0"/>
          </a:p>
          <a:p>
            <a:r>
              <a:rPr lang="ja-JP" altLang="en-US" dirty="0"/>
              <a:t>・壁に当たると逆向きに歩き出す</a:t>
            </a:r>
            <a:endParaRPr lang="en-US" altLang="ja-JP" dirty="0"/>
          </a:p>
          <a:p>
            <a:r>
              <a:rPr lang="ja-JP" altLang="en-US" dirty="0"/>
              <a:t>・崖はそのまま落ちていく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24338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726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雑魚</a:t>
            </a:r>
            <a:r>
              <a:rPr lang="en-US" altLang="ja-JP" u="sng" dirty="0"/>
              <a:t>B</a:t>
            </a:r>
            <a:r>
              <a:rPr kumimoji="1" lang="ja-JP" altLang="en-US" u="sng" dirty="0"/>
              <a:t>（仮名）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３</a:t>
            </a:r>
            <a:r>
              <a:rPr lang="en-US" altLang="ja-JP" dirty="0"/>
              <a:t>D</a:t>
            </a:r>
            <a:r>
              <a:rPr lang="ja-JP" altLang="en-US" dirty="0"/>
              <a:t>では追いかけてくる雑魚。雑魚</a:t>
            </a:r>
            <a:r>
              <a:rPr lang="en-US" altLang="ja-JP" dirty="0"/>
              <a:t>A</a:t>
            </a:r>
            <a:r>
              <a:rPr lang="ja-JP" altLang="en-US" dirty="0"/>
              <a:t>と見た目は同じで良い。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■２</a:t>
            </a:r>
            <a:r>
              <a:rPr lang="en-US" altLang="ja-JP" dirty="0"/>
              <a:t>D</a:t>
            </a:r>
          </a:p>
          <a:p>
            <a:r>
              <a:rPr lang="ja-JP" altLang="en-US" dirty="0"/>
              <a:t>・地面に沿ってあるく</a:t>
            </a:r>
            <a:endParaRPr lang="en-US" altLang="ja-JP" dirty="0"/>
          </a:p>
          <a:p>
            <a:r>
              <a:rPr lang="ja-JP" altLang="en-US" dirty="0"/>
              <a:t>・壁や崖で折り返す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■３</a:t>
            </a:r>
            <a:r>
              <a:rPr lang="en-US" altLang="ja-JP" dirty="0"/>
              <a:t>D</a:t>
            </a:r>
          </a:p>
          <a:p>
            <a:r>
              <a:rPr lang="ja-JP" altLang="en-US" dirty="0"/>
              <a:t>・一定時間同じ向きに歩く</a:t>
            </a:r>
            <a:endParaRPr lang="en-US" altLang="ja-JP" dirty="0"/>
          </a:p>
          <a:p>
            <a:r>
              <a:rPr lang="ja-JP" altLang="en-US" dirty="0"/>
              <a:t>・一定時間後に逆向きに歩き出す</a:t>
            </a:r>
            <a:endParaRPr lang="en-US" altLang="ja-JP" dirty="0"/>
          </a:p>
          <a:p>
            <a:r>
              <a:rPr lang="ja-JP" altLang="en-US" dirty="0"/>
              <a:t>・壁に当たると逆向きに歩き出す</a:t>
            </a:r>
            <a:endParaRPr lang="en-US" altLang="ja-JP" dirty="0"/>
          </a:p>
          <a:p>
            <a:r>
              <a:rPr lang="ja-JP" altLang="en-US" dirty="0"/>
              <a:t>・崖はそのまま落ちていく</a:t>
            </a:r>
            <a:endParaRPr lang="en-US" altLang="ja-JP" dirty="0"/>
          </a:p>
          <a:p>
            <a:r>
              <a:rPr lang="ja-JP" altLang="en-US" dirty="0"/>
              <a:t>・プレイヤーが視界に入ると追いかけてくる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8601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726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雑魚</a:t>
            </a:r>
            <a:r>
              <a:rPr kumimoji="1" lang="en-US" altLang="ja-JP" u="sng" dirty="0"/>
              <a:t>C</a:t>
            </a:r>
            <a:r>
              <a:rPr kumimoji="1" lang="ja-JP" altLang="en-US" u="sng" dirty="0"/>
              <a:t>（仮名）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飛び道具を打ってくる雑魚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■２</a:t>
            </a:r>
            <a:r>
              <a:rPr lang="en-US" altLang="ja-JP" dirty="0"/>
              <a:t>D</a:t>
            </a:r>
          </a:p>
          <a:p>
            <a:r>
              <a:rPr lang="ja-JP" altLang="en-US" dirty="0"/>
              <a:t>・正面に直線の弾丸を一定時間間隔で発射する</a:t>
            </a:r>
            <a:endParaRPr lang="en-US" altLang="ja-JP" dirty="0"/>
          </a:p>
          <a:p>
            <a:r>
              <a:rPr lang="ja-JP" altLang="en-US" dirty="0"/>
              <a:t>・動かない</a:t>
            </a:r>
            <a:endParaRPr lang="en-US" altLang="ja-JP" dirty="0"/>
          </a:p>
          <a:p>
            <a:r>
              <a:rPr lang="ja-JP" altLang="en-US" dirty="0"/>
              <a:t>・倒せない（無敵）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■３</a:t>
            </a:r>
            <a:r>
              <a:rPr lang="en-US" altLang="ja-JP" dirty="0"/>
              <a:t>D</a:t>
            </a:r>
          </a:p>
          <a:p>
            <a:r>
              <a:rPr lang="ja-JP" altLang="en-US" dirty="0"/>
              <a:t>・正面に直線の弾丸を一定時間間隔で発射する</a:t>
            </a:r>
            <a:endParaRPr lang="en-US" altLang="ja-JP" dirty="0"/>
          </a:p>
          <a:p>
            <a:r>
              <a:rPr lang="ja-JP" altLang="en-US" dirty="0"/>
              <a:t>・動かない</a:t>
            </a:r>
            <a:endParaRPr lang="en-US" altLang="ja-JP" dirty="0"/>
          </a:p>
          <a:p>
            <a:r>
              <a:rPr lang="ja-JP" altLang="en-US" dirty="0"/>
              <a:t>・倒せない（無敵）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76840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雑魚</a:t>
            </a:r>
            <a:r>
              <a:rPr lang="en-US" altLang="ja-JP" u="sng" dirty="0"/>
              <a:t>D</a:t>
            </a:r>
            <a:r>
              <a:rPr kumimoji="1" lang="ja-JP" altLang="en-US" u="sng" dirty="0"/>
              <a:t>（仮名）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空中を移動する雑魚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■２</a:t>
            </a:r>
            <a:r>
              <a:rPr lang="en-US" altLang="ja-JP" dirty="0"/>
              <a:t>D/3D</a:t>
            </a:r>
          </a:p>
          <a:p>
            <a:r>
              <a:rPr lang="ja-JP" altLang="en-US" dirty="0"/>
              <a:t>・以下の移動タイプを用意する</a:t>
            </a:r>
            <a:endParaRPr lang="en-US" altLang="ja-JP" dirty="0"/>
          </a:p>
          <a:p>
            <a:r>
              <a:rPr lang="ja-JP" altLang="en-US" dirty="0"/>
              <a:t>　・直線移動</a:t>
            </a:r>
            <a:endParaRPr lang="en-US" altLang="ja-JP" dirty="0"/>
          </a:p>
          <a:p>
            <a:r>
              <a:rPr lang="ja-JP" altLang="en-US" dirty="0"/>
              <a:t>　　・一定時間直線移動する</a:t>
            </a:r>
            <a:endParaRPr lang="en-US" altLang="ja-JP" dirty="0"/>
          </a:p>
          <a:p>
            <a:r>
              <a:rPr lang="ja-JP" altLang="en-US" dirty="0"/>
              <a:t>　　・一定時間後に逆方向に移動する</a:t>
            </a:r>
            <a:endParaRPr lang="en-US" altLang="ja-JP" dirty="0"/>
          </a:p>
          <a:p>
            <a:r>
              <a:rPr lang="ja-JP" altLang="en-US" dirty="0"/>
              <a:t>　　・慣性を付けて移動する（</a:t>
            </a:r>
            <a:r>
              <a:rPr lang="en-US" altLang="ja-JP" dirty="0"/>
              <a:t>Sin</a:t>
            </a:r>
            <a:r>
              <a:rPr lang="ja-JP" altLang="en-US" dirty="0"/>
              <a:t>波程度で</a:t>
            </a:r>
            <a:r>
              <a:rPr lang="en-US" altLang="ja-JP" dirty="0"/>
              <a:t>OK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ja-JP" altLang="en-US" dirty="0"/>
              <a:t>　・円移動</a:t>
            </a:r>
            <a:endParaRPr lang="en-US" altLang="ja-JP" dirty="0"/>
          </a:p>
          <a:p>
            <a:r>
              <a:rPr lang="ja-JP" altLang="en-US" dirty="0"/>
              <a:t>　　・円の中心座標と半径を指定して、その円に沿って移動する</a:t>
            </a:r>
            <a:endParaRPr lang="en-US" altLang="ja-JP" dirty="0"/>
          </a:p>
          <a:p>
            <a:r>
              <a:rPr lang="ja-JP" altLang="en-US" dirty="0"/>
              <a:t>　　・時計回り、反時計回りを指定できるようにする</a:t>
            </a:r>
            <a:endParaRPr lang="en-US" altLang="ja-JP" dirty="0"/>
          </a:p>
          <a:p>
            <a:r>
              <a:rPr lang="ja-JP" altLang="en-US" dirty="0"/>
              <a:t>　　・</a:t>
            </a:r>
            <a:r>
              <a:rPr lang="en-US" altLang="ja-JP" dirty="0"/>
              <a:t>3D</a:t>
            </a:r>
            <a:r>
              <a:rPr lang="ja-JP" altLang="en-US" dirty="0"/>
              <a:t>では回転軸も</a:t>
            </a:r>
            <a:r>
              <a:rPr lang="en-US" altLang="ja-JP" dirty="0"/>
              <a:t>XYZ</a:t>
            </a:r>
            <a:r>
              <a:rPr lang="ja-JP" altLang="en-US" dirty="0"/>
              <a:t>で指定できるようにする（クォータニオン不要）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80146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454</Words>
  <Application>Microsoft Office PowerPoint</Application>
  <PresentationFormat>ワイド画面</PresentationFormat>
  <Paragraphs>69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情報北九州校 倉掛</dc:creator>
  <cp:lastModifiedBy>情報北九州校 倉掛</cp:lastModifiedBy>
  <cp:revision>21</cp:revision>
  <dcterms:created xsi:type="dcterms:W3CDTF">2026-01-26T01:13:53Z</dcterms:created>
  <dcterms:modified xsi:type="dcterms:W3CDTF">2026-01-28T00:27:32Z</dcterms:modified>
</cp:coreProperties>
</file>