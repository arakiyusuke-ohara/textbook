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マップデータは作成されたので、あとは</a:t>
            </a:r>
            <a:r>
              <a:rPr lang="ja-JP" altLang="en-US" sz="2400" dirty="0"/>
              <a:t>ゲーム側で使用していきます。</a:t>
            </a:r>
            <a:endParaRPr lang="en-US" altLang="ja-JP" sz="2400" dirty="0"/>
          </a:p>
          <a:p>
            <a:r>
              <a:rPr lang="ja-JP" altLang="en-US" sz="2400" dirty="0"/>
              <a:t>ファイル操作を使い、バイナリファイルを読み込んでいきます。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556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MapChip.cpp</a:t>
            </a:r>
            <a:r>
              <a:rPr kumimoji="1" lang="ja-JP" altLang="en-US" sz="2400" dirty="0"/>
              <a:t>を書きます。（その１）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8E065ED-BDE5-4FC5-985B-2AB145B501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6820852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081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556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MapChip.cpp</a:t>
            </a:r>
            <a:r>
              <a:rPr kumimoji="1" lang="ja-JP" altLang="en-US" sz="2400" dirty="0"/>
              <a:t>を書きます。（その２）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006D1A3-C49A-4242-BEFA-9C78091B3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8602275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852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6249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マップが表示されれば</a:t>
            </a:r>
            <a:r>
              <a:rPr kumimoji="1" lang="en-US" altLang="ja-JP" sz="2400" dirty="0"/>
              <a:t>OK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119BB30-062F-42AD-B96E-057BEC607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7633976" cy="444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624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重要なのは</a:t>
            </a:r>
            <a:r>
              <a:rPr lang="en-US" altLang="ja-JP" sz="2400" dirty="0"/>
              <a:t>VBA</a:t>
            </a:r>
            <a:r>
              <a:rPr lang="ja-JP" altLang="en-US" sz="2400" dirty="0"/>
              <a:t>側と</a:t>
            </a:r>
            <a:r>
              <a:rPr lang="en-US" altLang="ja-JP" sz="2400" dirty="0"/>
              <a:t>C</a:t>
            </a:r>
            <a:r>
              <a:rPr lang="ja-JP" altLang="en-US" sz="2400" dirty="0"/>
              <a:t>言語側で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マップチップ１つ分のサイズをそろえる</a:t>
            </a:r>
            <a:r>
              <a:rPr lang="ja-JP" altLang="en-US" sz="2400" dirty="0"/>
              <a:t>ということです。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3DD5578-3A52-4AD5-A688-0C6865F58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2262"/>
            <a:ext cx="3177538" cy="45393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8ED5488C-A30B-4F6F-A0FC-16F47CF835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771032"/>
            <a:ext cx="4725059" cy="103837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D587769-99B9-4C91-BD7C-C18EDB1F762C}"/>
              </a:ext>
            </a:extLst>
          </p:cNvPr>
          <p:cNvSpPr txBox="1"/>
          <p:nvPr/>
        </p:nvSpPr>
        <p:spPr>
          <a:xfrm>
            <a:off x="567541" y="3944238"/>
            <a:ext cx="89001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VBA</a:t>
            </a:r>
            <a:r>
              <a:rPr kumimoji="1" lang="ja-JP" altLang="en-US" sz="2400" dirty="0"/>
              <a:t>の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Byte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型は１バイト</a:t>
            </a:r>
            <a:r>
              <a:rPr kumimoji="1" lang="ja-JP" altLang="en-US" sz="2400" dirty="0"/>
              <a:t>、</a:t>
            </a:r>
            <a:r>
              <a:rPr kumimoji="1" lang="en-US" altLang="ja-JP" sz="2400" dirty="0"/>
              <a:t>C</a:t>
            </a:r>
            <a:r>
              <a:rPr kumimoji="1" lang="ja-JP" altLang="en-US" sz="2400" dirty="0"/>
              <a:t>言語の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fgetc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関数も</a:t>
            </a:r>
            <a:r>
              <a:rPr lang="ja-JP" altLang="en-US" sz="2400" b="1" dirty="0">
                <a:solidFill>
                  <a:srgbClr val="FF0000"/>
                </a:solidFill>
              </a:rPr>
              <a:t>１バイト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kumimoji="1" lang="ja-JP" altLang="en-US" sz="2400" dirty="0"/>
              <a:t>これがそろっていないと、読み込みがずれてしまいます。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66795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40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Excel</a:t>
            </a:r>
            <a:r>
              <a:rPr kumimoji="1" lang="ja-JP" altLang="en-US" sz="3200" b="1" u="sng" dirty="0"/>
              <a:t>でマップエディタ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386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Excel</a:t>
            </a:r>
            <a:r>
              <a:rPr kumimoji="1" lang="ja-JP" altLang="en-US" sz="2400" dirty="0"/>
              <a:t>を書き換えると、マップも書き換わるか確認しましょう。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7F3801A-5D12-470B-BC40-2BCC94411D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7633976" cy="444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510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129</Words>
  <Application>Microsoft Office PowerPoint</Application>
  <PresentationFormat>ワイド画面</PresentationFormat>
  <Paragraphs>16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12</cp:revision>
  <dcterms:created xsi:type="dcterms:W3CDTF">2024-08-27T02:15:54Z</dcterms:created>
  <dcterms:modified xsi:type="dcterms:W3CDTF">2026-06-22T02:27:35Z</dcterms:modified>
</cp:coreProperties>
</file>