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敵のプログラム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シューティングゲームの敵プログラムを練習します。</a:t>
            </a:r>
            <a:endParaRPr kumimoji="1" lang="en-US" altLang="ja-JP" sz="2400" dirty="0"/>
          </a:p>
          <a:p>
            <a:r>
              <a:rPr lang="ja-JP" altLang="en-US" sz="2400" dirty="0"/>
              <a:t>前回の弾丸とほとんど同じですので、思い出しながら練習しましょう。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敵のプログラム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敵にはさまざまな種類があります。</a:t>
            </a:r>
            <a:endParaRPr kumimoji="1" lang="en-US" altLang="ja-JP" sz="2400" dirty="0"/>
          </a:p>
          <a:p>
            <a:r>
              <a:rPr lang="ja-JP" altLang="en-US" sz="2400" dirty="0"/>
              <a:t>・雑魚敵</a:t>
            </a:r>
            <a:r>
              <a:rPr lang="en-US" altLang="ja-JP" sz="2400" dirty="0"/>
              <a:t>A</a:t>
            </a:r>
          </a:p>
          <a:p>
            <a:r>
              <a:rPr lang="ja-JP" altLang="en-US" sz="2400" dirty="0"/>
              <a:t>・雑魚敵</a:t>
            </a:r>
            <a:r>
              <a:rPr lang="en-US" altLang="ja-JP" sz="2400" dirty="0"/>
              <a:t>B</a:t>
            </a:r>
          </a:p>
          <a:p>
            <a:r>
              <a:rPr lang="ja-JP" altLang="en-US" sz="2400" dirty="0"/>
              <a:t>・ボス</a:t>
            </a:r>
            <a:r>
              <a:rPr lang="en-US" altLang="ja-JP" sz="2400" dirty="0"/>
              <a:t>A</a:t>
            </a:r>
          </a:p>
          <a:p>
            <a:r>
              <a:rPr lang="ja-JP" altLang="en-US" sz="2400" dirty="0"/>
              <a:t>・ボス</a:t>
            </a:r>
            <a:r>
              <a:rPr lang="en-US" altLang="ja-JP" sz="2400" dirty="0"/>
              <a:t>B</a:t>
            </a:r>
          </a:p>
          <a:p>
            <a:r>
              <a:rPr lang="ja-JP" altLang="en-US" sz="2400" dirty="0"/>
              <a:t>など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複数の種類が予想されるもの</a:t>
            </a:r>
            <a:r>
              <a:rPr lang="ja-JP" altLang="en-US" sz="2400" dirty="0"/>
              <a:t>に関しては、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それらをまとめて管理するプログラム</a:t>
            </a:r>
            <a:r>
              <a:rPr lang="ja-JP" altLang="en-US" sz="2400" dirty="0"/>
              <a:t>が必要です。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26428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敵のプログラム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130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弾丸と同様に管理プログラムを作ります。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C000"/>
                </a:solidFill>
              </a:rPr>
              <a:t>Enemy</a:t>
            </a:r>
            <a:r>
              <a:rPr lang="ja-JP" altLang="en-US" sz="2400" b="1" dirty="0">
                <a:solidFill>
                  <a:srgbClr val="FFC000"/>
                </a:solidFill>
              </a:rPr>
              <a:t>フォルダ</a:t>
            </a:r>
            <a:r>
              <a:rPr lang="ja-JP" altLang="en-US" sz="2400" dirty="0"/>
              <a:t>に</a:t>
            </a:r>
            <a:r>
              <a:rPr lang="en-US" altLang="ja-JP" sz="2400" b="1" dirty="0">
                <a:solidFill>
                  <a:srgbClr val="FF0000"/>
                </a:solidFill>
              </a:rPr>
              <a:t>EnemyManager.cpp/.h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7711B9C-554A-4606-AEA8-07BABF4E8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597125" cy="336456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3EE1C0A-9DE0-41DF-BAA6-7998FBA1FE66}"/>
              </a:ext>
            </a:extLst>
          </p:cNvPr>
          <p:cNvSpPr/>
          <p:nvPr/>
        </p:nvSpPr>
        <p:spPr>
          <a:xfrm>
            <a:off x="829733" y="3640666"/>
            <a:ext cx="2353734" cy="999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1266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敵のプログラム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474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EnemyManager.h</a:t>
            </a:r>
            <a:r>
              <a:rPr kumimoji="1"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05A6F8F-BC9C-4A4D-A346-DF772BE8B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963526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038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敵のプログラム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43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EnemyManager.cpp</a:t>
            </a:r>
            <a:r>
              <a:rPr kumimoji="1" lang="ja-JP" altLang="en-US" sz="2400" dirty="0"/>
              <a:t>を書きます。</a:t>
            </a:r>
            <a:r>
              <a:rPr lang="ja-JP" altLang="en-US" sz="2400" dirty="0"/>
              <a:t>（その１）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D5CAC84-D6E9-4187-8C8D-AA0B0BFB8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979058" cy="469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3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敵のプログラム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43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EnemyManager.cpp</a:t>
            </a:r>
            <a:r>
              <a:rPr kumimoji="1" lang="ja-JP" altLang="en-US" sz="2400" dirty="0"/>
              <a:t>を書きます。</a:t>
            </a:r>
            <a:r>
              <a:rPr lang="ja-JP" altLang="en-US" sz="2400" dirty="0"/>
              <a:t>（その２）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17974F5-AAA3-4EF1-9950-D56946C83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5333053" cy="443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15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敵のプログラム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43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EnemyManager.cpp</a:t>
            </a:r>
            <a:r>
              <a:rPr kumimoji="1" lang="ja-JP" altLang="en-US" sz="2400" dirty="0"/>
              <a:t>を書きます。</a:t>
            </a:r>
            <a:r>
              <a:rPr lang="ja-JP" altLang="en-US" sz="2400" dirty="0"/>
              <a:t>（その３）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41A3D37-7252-47E2-91C2-B134038D9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3132391" cy="458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01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敵のプログラム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敵をゲームに出現させる処理を作ります。</a:t>
            </a:r>
            <a:endParaRPr kumimoji="1"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Flies.h</a:t>
            </a:r>
            <a:r>
              <a:rPr lang="ja-JP" altLang="en-US" sz="2400" dirty="0"/>
              <a:t>に出現関数を宣言します。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E39BED6-E262-4A1E-8AE6-DF49CB2EC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397725" cy="11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67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敵のプログラム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37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Flies.cpp</a:t>
            </a:r>
            <a:r>
              <a:rPr lang="ja-JP" altLang="en-US" sz="2400" dirty="0"/>
              <a:t>に出現処理を書きましょう。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79D3AAB-AA3A-4680-AB66-1C7B885FD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460725" cy="464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74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敵のプログラム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32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Start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に出現処理を書けば、シーン開始時に敵が出現します。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E70E3C4-FF4E-41F8-BEBD-6C02EEA99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039338" cy="161120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CAD987-44C5-4294-A3BA-CEB98AC3BC54}"/>
              </a:ext>
            </a:extLst>
          </p:cNvPr>
          <p:cNvSpPr txBox="1"/>
          <p:nvPr/>
        </p:nvSpPr>
        <p:spPr>
          <a:xfrm>
            <a:off x="567542" y="3568700"/>
            <a:ext cx="74350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ja-JP" altLang="en-US" sz="2400" dirty="0"/>
              <a:t>上部のように</a:t>
            </a:r>
            <a:r>
              <a:rPr kumimoji="1" lang="en-US" altLang="ja-JP" sz="2400" dirty="0"/>
              <a:t>2</a:t>
            </a:r>
            <a:r>
              <a:rPr kumimoji="1" lang="ja-JP" altLang="en-US" sz="2400" dirty="0"/>
              <a:t>次元配列で配置座標を書いておけば、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for</a:t>
            </a:r>
            <a:r>
              <a:rPr lang="ja-JP" altLang="en-US" sz="2400" b="1" dirty="0">
                <a:solidFill>
                  <a:srgbClr val="0070C0"/>
                </a:solidFill>
              </a:rPr>
              <a:t>文</a:t>
            </a:r>
            <a:r>
              <a:rPr lang="ja-JP" altLang="en-US" sz="2400" dirty="0"/>
              <a:t>で一斉に配置することができます。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0061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敵のプログラム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47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他の敵も同様に作ることができます。（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DragonFly.h</a:t>
            </a:r>
            <a:r>
              <a:rPr kumimoji="1" lang="ja-JP" altLang="en-US" sz="2400" dirty="0"/>
              <a:t>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57D89C7-7611-47A8-A280-49FC8632F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9530488" cy="10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07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敵のプログラム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04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他の敵も同様に作ることができます。（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DragonFly.cpp</a:t>
            </a:r>
            <a:r>
              <a:rPr kumimoji="1" lang="ja-JP" altLang="en-US" sz="2400" dirty="0"/>
              <a:t>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FCB3EF2-DC3A-4EB0-9BF7-B7B0563F7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889371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83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敵のプログラム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04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他の敵も同様に作ることができます。（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DragonFly.cpp</a:t>
            </a:r>
            <a:r>
              <a:rPr kumimoji="1" lang="ja-JP" altLang="en-US" sz="2400" dirty="0"/>
              <a:t>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1A2A00B-A3C5-4CC8-81C4-3B9C61D71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780744" cy="167047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849CAEF-2432-4D00-9003-0289CC1BA97E}"/>
              </a:ext>
            </a:extLst>
          </p:cNvPr>
          <p:cNvSpPr txBox="1"/>
          <p:nvPr/>
        </p:nvSpPr>
        <p:spPr>
          <a:xfrm>
            <a:off x="567542" y="3627967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書き終わったら動作確認しましょう。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12777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敵のプログラム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0677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今回の方法は</a:t>
            </a:r>
            <a:r>
              <a:rPr kumimoji="1" lang="ja-JP" altLang="en-US" sz="2400" b="1" dirty="0">
                <a:solidFill>
                  <a:srgbClr val="7030A0"/>
                </a:solidFill>
              </a:rPr>
              <a:t>最も簡単で効率の悪い実装方法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■効率の悪い理由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・敵の種類が増えるたびに</a:t>
            </a:r>
            <a:r>
              <a:rPr kumimoji="1" lang="en-US" altLang="ja-JP" sz="2400" dirty="0" err="1"/>
              <a:t>cpp</a:t>
            </a:r>
            <a:r>
              <a:rPr kumimoji="1" lang="en-US" altLang="ja-JP" sz="2400" dirty="0"/>
              <a:t>/h</a:t>
            </a:r>
            <a:r>
              <a:rPr kumimoji="1" lang="ja-JP" altLang="en-US" sz="2400" dirty="0"/>
              <a:t>を作らなければいけない</a:t>
            </a:r>
            <a:endParaRPr kumimoji="1" lang="en-US" altLang="ja-JP" sz="2400" dirty="0"/>
          </a:p>
          <a:p>
            <a:r>
              <a:rPr lang="ja-JP" altLang="en-US" sz="2400" dirty="0"/>
              <a:t>・敵の種類が増えるたびに</a:t>
            </a:r>
            <a:r>
              <a:rPr lang="en-US" altLang="ja-JP" sz="2400" dirty="0" err="1"/>
              <a:t>EnemyManager</a:t>
            </a:r>
            <a:r>
              <a:rPr lang="ja-JP" altLang="en-US" sz="2400" dirty="0"/>
              <a:t>に処理を追加しなければいけない</a:t>
            </a:r>
            <a:endParaRPr lang="en-US" altLang="ja-JP" sz="2400" dirty="0"/>
          </a:p>
          <a:p>
            <a:r>
              <a:rPr kumimoji="1" lang="ja-JP" altLang="en-US" sz="2400" dirty="0"/>
              <a:t>・似たような敵でも同じような処理を何度も書かなければいけない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実際のゲーム開発では、</a:t>
            </a:r>
            <a:endParaRPr kumimoji="1" lang="en-US" altLang="ja-JP" sz="2400" dirty="0"/>
          </a:p>
          <a:p>
            <a:r>
              <a:rPr kumimoji="1" lang="ja-JP" altLang="en-US" sz="2400" dirty="0"/>
              <a:t>使いまわせる部分は使いまわしながら効率よく制作します。</a:t>
            </a:r>
            <a:endParaRPr lang="en-US" altLang="ja-JP" sz="2400" dirty="0"/>
          </a:p>
          <a:p>
            <a:r>
              <a:rPr kumimoji="1" lang="ja-JP" altLang="en-US" sz="2400" dirty="0"/>
              <a:t>どれだけ効率よく作ることができるかは、</a:t>
            </a:r>
            <a:r>
              <a:rPr lang="ja-JP" altLang="en-US" sz="2400" b="1" dirty="0">
                <a:solidFill>
                  <a:srgbClr val="FF0000"/>
                </a:solidFill>
              </a:rPr>
              <a:t>プログラマーの腕次第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59382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390</Words>
  <Application>Microsoft Office PowerPoint</Application>
  <PresentationFormat>ワイド画面</PresentationFormat>
  <Paragraphs>52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58</cp:revision>
  <dcterms:created xsi:type="dcterms:W3CDTF">2024-08-27T02:15:54Z</dcterms:created>
  <dcterms:modified xsi:type="dcterms:W3CDTF">2026-07-09T01:19:05Z</dcterms:modified>
</cp:coreProperties>
</file>