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命名規則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723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今後の制作課題は、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必ず命名規則に従ってプログラムを書きましょう。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特に企業に提出するプログラムは、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命名規則が不十分なだけで不採用</a:t>
            </a:r>
            <a:r>
              <a:rPr kumimoji="1" lang="ja-JP" altLang="en-US" sz="2400" dirty="0"/>
              <a:t>になります。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命名規則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一覧でまとめてみました。</a:t>
            </a:r>
            <a:endParaRPr kumimoji="1" lang="en-US" altLang="ja-JP" sz="2400" dirty="0"/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D32EC786-3CAF-4360-9801-EF3E4B75A9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465935"/>
              </p:ext>
            </p:extLst>
          </p:nvPr>
        </p:nvGraphicFramePr>
        <p:xfrm>
          <a:off x="567543" y="1817794"/>
          <a:ext cx="10817634" cy="354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5878">
                  <a:extLst>
                    <a:ext uri="{9D8B030D-6E8A-4147-A177-3AD203B41FA5}">
                      <a16:colId xmlns:a16="http://schemas.microsoft.com/office/drawing/2014/main" val="2573261798"/>
                    </a:ext>
                  </a:extLst>
                </a:gridCol>
                <a:gridCol w="3605878">
                  <a:extLst>
                    <a:ext uri="{9D8B030D-6E8A-4147-A177-3AD203B41FA5}">
                      <a16:colId xmlns:a16="http://schemas.microsoft.com/office/drawing/2014/main" val="2905841744"/>
                    </a:ext>
                  </a:extLst>
                </a:gridCol>
                <a:gridCol w="3605878">
                  <a:extLst>
                    <a:ext uri="{9D8B030D-6E8A-4147-A177-3AD203B41FA5}">
                      <a16:colId xmlns:a16="http://schemas.microsoft.com/office/drawing/2014/main" val="3872133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種類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ルール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442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クラス名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大文字始まり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PlayerManager</a:t>
                      </a:r>
                      <a:r>
                        <a:rPr kumimoji="1" lang="en-US" altLang="ja-JP" sz="1600" dirty="0"/>
                        <a:t>, </a:t>
                      </a:r>
                      <a:r>
                        <a:rPr kumimoji="1" lang="en-US" altLang="ja-JP" sz="1600" dirty="0" err="1"/>
                        <a:t>ItemBase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9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構造体名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大文字始まり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EnemyParameter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183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列挙型（</a:t>
                      </a:r>
                      <a:r>
                        <a:rPr kumimoji="1" lang="en-US" altLang="ja-JP" sz="1600" dirty="0" err="1"/>
                        <a:t>enum</a:t>
                      </a:r>
                      <a:r>
                        <a:rPr kumimoji="1" lang="ja-JP" altLang="en-US" sz="1600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大文字始まり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SceneState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501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関数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大文字始まり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CheckCollision</a:t>
                      </a:r>
                      <a:r>
                        <a:rPr kumimoji="1" lang="en-US" altLang="ja-JP" sz="1600" dirty="0"/>
                        <a:t>, </a:t>
                      </a:r>
                      <a:r>
                        <a:rPr kumimoji="1" lang="en-US" altLang="ja-JP" sz="1600" dirty="0" err="1"/>
                        <a:t>MoveForward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332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定数（</a:t>
                      </a:r>
                      <a:r>
                        <a:rPr kumimoji="1" lang="en-US" altLang="ja-JP" sz="1600" dirty="0"/>
                        <a:t>#define, const, </a:t>
                      </a:r>
                      <a:r>
                        <a:rPr kumimoji="1" lang="en-US" altLang="ja-JP" sz="1600" dirty="0" err="1"/>
                        <a:t>enum</a:t>
                      </a:r>
                      <a:r>
                        <a:rPr kumimoji="1" lang="ja-JP" altLang="en-US" sz="1600" dirty="0"/>
                        <a:t>の中身）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全て大文字</a:t>
                      </a:r>
                      <a:r>
                        <a:rPr kumimoji="1" lang="en-US" altLang="ja-JP" sz="1600" dirty="0"/>
                        <a:t>, </a:t>
                      </a:r>
                      <a:r>
                        <a:rPr kumimoji="1" lang="ja-JP" altLang="en-US" sz="1600" dirty="0"/>
                        <a:t>単語間を</a:t>
                      </a:r>
                      <a:r>
                        <a:rPr kumimoji="1" lang="en-US" altLang="ja-JP" sz="1600" dirty="0"/>
                        <a:t>_</a:t>
                      </a:r>
                      <a:r>
                        <a:rPr kumimoji="1" lang="ja-JP" altLang="en-US" sz="1600" dirty="0"/>
                        <a:t>で区切る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ENEMY_MAX, 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210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メンバ変数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m_</a:t>
                      </a:r>
                      <a:r>
                        <a:rPr kumimoji="1" lang="ja-JP" altLang="en-US" sz="1600" dirty="0"/>
                        <a:t>で始める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m_Speed</a:t>
                      </a:r>
                      <a:r>
                        <a:rPr kumimoji="1" lang="en-US" altLang="ja-JP" sz="1600" dirty="0"/>
                        <a:t>, </a:t>
                      </a:r>
                      <a:r>
                        <a:rPr kumimoji="1" lang="en-US" altLang="ja-JP" sz="1600" dirty="0" err="1"/>
                        <a:t>m_Pos</a:t>
                      </a:r>
                      <a:r>
                        <a:rPr kumimoji="1" lang="en-US" altLang="ja-JP" sz="1600" dirty="0"/>
                        <a:t>, </a:t>
                      </a:r>
                      <a:r>
                        <a:rPr kumimoji="1" lang="en-US" altLang="ja-JP" sz="1600" dirty="0" err="1"/>
                        <a:t>m_Move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752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ローカル変数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小文字始まり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enemyPos</a:t>
                      </a:r>
                      <a:r>
                        <a:rPr kumimoji="1" lang="en-US" altLang="ja-JP" sz="1600" dirty="0"/>
                        <a:t>, </a:t>
                      </a:r>
                      <a:r>
                        <a:rPr kumimoji="1" lang="en-US" altLang="ja-JP" sz="1600" dirty="0" err="1"/>
                        <a:t>playerCenterPos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3091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グローバル変数</a:t>
                      </a:r>
                      <a:endParaRPr kumimoji="1" lang="en-US" altLang="ja-JP" sz="1600" dirty="0"/>
                    </a:p>
                    <a:p>
                      <a:r>
                        <a:rPr kumimoji="1" lang="ja-JP" altLang="en-US" sz="1600" dirty="0"/>
                        <a:t>（</a:t>
                      </a:r>
                      <a:r>
                        <a:rPr kumimoji="1" lang="en-US" altLang="ja-JP" sz="1600" dirty="0"/>
                        <a:t>C++</a:t>
                      </a:r>
                      <a:r>
                        <a:rPr kumimoji="1" lang="ja-JP" altLang="en-US" sz="1600" dirty="0"/>
                        <a:t>ならほぼ使わない）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g_</a:t>
                      </a:r>
                      <a:r>
                        <a:rPr kumimoji="1" lang="ja-JP" altLang="en-US" sz="1600" dirty="0"/>
                        <a:t>で始める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g_Instace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444972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7226A9E-7142-45E1-B892-BC4F76DD1679}"/>
              </a:ext>
            </a:extLst>
          </p:cNvPr>
          <p:cNvSpPr txBox="1"/>
          <p:nvPr/>
        </p:nvSpPr>
        <p:spPr>
          <a:xfrm>
            <a:off x="567541" y="5503334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※</a:t>
            </a:r>
            <a:r>
              <a:rPr kumimoji="1" lang="ja-JP" altLang="en-US" sz="2400" dirty="0"/>
              <a:t>ここに無いものや、わからないものは質問してください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9149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命名規則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9306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他にも以下のようなものはやめましょう。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・統一性のない命名</a:t>
            </a:r>
            <a:endParaRPr lang="en-US" altLang="ja-JP" sz="2400" dirty="0"/>
          </a:p>
          <a:p>
            <a:r>
              <a:rPr lang="ja-JP" altLang="en-US" sz="2400" dirty="0"/>
              <a:t>　</a:t>
            </a:r>
            <a:r>
              <a:rPr lang="en-US" altLang="ja-JP" sz="2400" dirty="0" err="1"/>
              <a:t>DrawEnemy</a:t>
            </a:r>
            <a:r>
              <a:rPr lang="en-US" altLang="ja-JP" sz="2400" dirty="0"/>
              <a:t>(), </a:t>
            </a:r>
            <a:r>
              <a:rPr lang="en-US" altLang="ja-JP" sz="2400" dirty="0" err="1"/>
              <a:t>BulletDraw</a:t>
            </a:r>
            <a:r>
              <a:rPr lang="en-US" altLang="ja-JP" sz="2400" dirty="0"/>
              <a:t>()</a:t>
            </a:r>
            <a:r>
              <a:rPr lang="ja-JP" altLang="en-US" sz="2400" dirty="0"/>
              <a:t>のように</a:t>
            </a:r>
            <a:r>
              <a:rPr lang="en-US" altLang="ja-JP" sz="2400" dirty="0"/>
              <a:t>Draw</a:t>
            </a:r>
            <a:r>
              <a:rPr lang="ja-JP" altLang="en-US" sz="2400" dirty="0"/>
              <a:t>の位置が異なっている。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・スペルミス</a:t>
            </a:r>
            <a:endParaRPr lang="en-US" altLang="ja-JP" sz="2400" dirty="0"/>
          </a:p>
          <a:p>
            <a:r>
              <a:rPr lang="ja-JP" altLang="en-US" sz="2400" dirty="0"/>
              <a:t>　自信のないものは必ず調べましょう（</a:t>
            </a:r>
            <a:r>
              <a:rPr lang="en-US" altLang="ja-JP" sz="2400" dirty="0"/>
              <a:t>Google</a:t>
            </a:r>
            <a:r>
              <a:rPr lang="ja-JP" altLang="en-US" sz="2400" dirty="0"/>
              <a:t>翻訳とかで）</a:t>
            </a:r>
            <a:endParaRPr lang="en-US" altLang="ja-JP" sz="2400" dirty="0"/>
          </a:p>
          <a:p>
            <a:endParaRPr lang="en-US" altLang="ja-JP" sz="2400" dirty="0"/>
          </a:p>
          <a:p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585524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193</Words>
  <Application>Microsoft Office PowerPoint</Application>
  <PresentationFormat>ワイド画面</PresentationFormat>
  <Paragraphs>42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18</cp:revision>
  <dcterms:created xsi:type="dcterms:W3CDTF">2024-08-27T02:15:54Z</dcterms:created>
  <dcterms:modified xsi:type="dcterms:W3CDTF">2025-02-03T02:16:09Z</dcterms:modified>
</cp:coreProperties>
</file>