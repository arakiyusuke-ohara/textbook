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シューティングゲームの弾丸プログラムを練習します。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9</Words>
  <Application>Microsoft Office PowerPoint</Application>
  <PresentationFormat>ワイド画面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46</cp:revision>
  <dcterms:created xsi:type="dcterms:W3CDTF">2024-08-27T02:15:54Z</dcterms:created>
  <dcterms:modified xsi:type="dcterms:W3CDTF">2026-07-06T06:01:41Z</dcterms:modified>
</cp:coreProperties>
</file>