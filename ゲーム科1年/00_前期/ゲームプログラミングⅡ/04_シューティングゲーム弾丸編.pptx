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4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2026/7/7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シューティングゲームの弾丸プログラムを練習します。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弾丸にはさまざまな種類があります。たとえば、</a:t>
            </a:r>
            <a:endParaRPr kumimoji="1" lang="en-US" altLang="ja-JP" sz="2400" dirty="0"/>
          </a:p>
          <a:p>
            <a:r>
              <a:rPr lang="ja-JP" altLang="en-US" sz="2400" dirty="0"/>
              <a:t>・貫通弾</a:t>
            </a:r>
            <a:endParaRPr lang="en-US" altLang="ja-JP" sz="2400" dirty="0"/>
          </a:p>
          <a:p>
            <a:r>
              <a:rPr lang="ja-JP" altLang="en-US" sz="2400" dirty="0"/>
              <a:t>・ホーミング弾</a:t>
            </a:r>
            <a:endParaRPr lang="en-US" altLang="ja-JP" sz="2400" dirty="0"/>
          </a:p>
          <a:p>
            <a:r>
              <a:rPr lang="ja-JP" altLang="en-US" sz="2400" dirty="0"/>
              <a:t>・炸裂弾</a:t>
            </a:r>
            <a:endParaRPr lang="en-US" altLang="ja-JP" sz="2400" dirty="0"/>
          </a:p>
          <a:p>
            <a:r>
              <a:rPr lang="ja-JP" altLang="en-US" sz="2400" dirty="0"/>
              <a:t>・爆弾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複数の種類が予想されるもの</a:t>
            </a:r>
            <a:r>
              <a:rPr lang="ja-JP" altLang="en-US" sz="2400" dirty="0"/>
              <a:t>に関しては、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それらをまとめて管理するプログラム</a:t>
            </a:r>
            <a:r>
              <a:rPr lang="ja-JP" altLang="en-US" sz="2400" dirty="0"/>
              <a:t>が必要です。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26428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559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管理用のプログラムのことを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マネージャープログラム</a:t>
            </a:r>
            <a:r>
              <a:rPr kumimoji="1" lang="ja-JP" altLang="en-US" sz="2400" dirty="0"/>
              <a:t>といいます。</a:t>
            </a:r>
            <a:endParaRPr kumimoji="1" lang="en-US" altLang="ja-JP" sz="2400" dirty="0"/>
          </a:p>
          <a:p>
            <a:r>
              <a:rPr lang="ja-JP" altLang="en-US" sz="2400" dirty="0"/>
              <a:t>今回は弾丸のマネージャーから書いていきます。（</a:t>
            </a:r>
            <a:r>
              <a:rPr lang="en-US" altLang="ja-JP" sz="2400" b="1" dirty="0" err="1">
                <a:solidFill>
                  <a:srgbClr val="FF0000"/>
                </a:solidFill>
              </a:rPr>
              <a:t>BulletManager.h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0388A9E-3FF5-4A98-A0EE-89D8C9AAF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0936226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266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900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BulletManager.cpp</a:t>
            </a:r>
            <a:r>
              <a:rPr lang="ja-JP" altLang="en-US" sz="2400" dirty="0"/>
              <a:t>で、対応する関数を呼び出します。（その１）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AB32317-2C45-4564-99FC-90F813544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3835125" cy="4570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012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900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BulletManager.cpp</a:t>
            </a:r>
            <a:r>
              <a:rPr lang="ja-JP" altLang="en-US" sz="2400" dirty="0"/>
              <a:t>で、対応する関数を呼び出します。（その２）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AE06AFD-7917-44C6-A2EE-73C14C860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3734321" cy="2562583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70C1A4-0727-4568-BB28-FE1CA583FCEC}"/>
              </a:ext>
            </a:extLst>
          </p:cNvPr>
          <p:cNvSpPr txBox="1"/>
          <p:nvPr/>
        </p:nvSpPr>
        <p:spPr>
          <a:xfrm>
            <a:off x="567542" y="4520077"/>
            <a:ext cx="59683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RequestFireBullet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に関しては後ほど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68313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続けて弾丸そのもののプログラムを作ります。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Bullet.cpp</a:t>
            </a:r>
            <a:r>
              <a:rPr lang="ja-JP" altLang="en-US" sz="2400" dirty="0"/>
              <a:t>を開きましょう。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09762A3-D523-4651-A488-30CAF4563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893286" cy="424264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D1BF3F0-F524-4051-B6D7-339F5BF04397}"/>
              </a:ext>
            </a:extLst>
          </p:cNvPr>
          <p:cNvSpPr txBox="1"/>
          <p:nvPr/>
        </p:nvSpPr>
        <p:spPr>
          <a:xfrm>
            <a:off x="8460828" y="5738470"/>
            <a:ext cx="38074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Bullet.h</a:t>
            </a:r>
            <a:r>
              <a:rPr lang="ja-JP" altLang="en-US" sz="2400" dirty="0"/>
              <a:t>を確認しておこう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20421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弾丸は画面にたくさん表示されますが、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いくつ画面に表示されるかは状況次第</a:t>
            </a:r>
            <a:r>
              <a:rPr lang="ja-JP" altLang="en-US" sz="2400" dirty="0"/>
              <a:t>だと思います。</a:t>
            </a:r>
            <a:endParaRPr lang="en-US" altLang="ja-JP" sz="2400" dirty="0"/>
          </a:p>
          <a:p>
            <a:r>
              <a:rPr lang="ja-JP" altLang="en-US" sz="2400" dirty="0"/>
              <a:t>このような場合は、</a:t>
            </a:r>
            <a:r>
              <a:rPr lang="ja-JP" altLang="en-US" sz="2400" b="1" dirty="0">
                <a:solidFill>
                  <a:srgbClr val="FF0000"/>
                </a:solidFill>
              </a:rPr>
              <a:t>予想される最大数で配列を用意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1340A95-ACDF-4434-B52F-DD8763DAF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556458"/>
            <a:ext cx="10830181" cy="111165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F27D444-832F-43BC-9170-A2E68E66711C}"/>
              </a:ext>
            </a:extLst>
          </p:cNvPr>
          <p:cNvSpPr txBox="1"/>
          <p:nvPr/>
        </p:nvSpPr>
        <p:spPr>
          <a:xfrm>
            <a:off x="567542" y="3807810"/>
            <a:ext cx="84946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en-US" altLang="ja-JP" sz="2400" b="1" dirty="0">
                <a:solidFill>
                  <a:srgbClr val="7030A0"/>
                </a:solidFill>
              </a:rPr>
              <a:t>BULLET_MAX </a:t>
            </a:r>
            <a:r>
              <a:rPr lang="en-US" altLang="ja-JP" sz="2400" dirty="0"/>
              <a:t>(128) </a:t>
            </a:r>
            <a:r>
              <a:rPr lang="ja-JP" altLang="en-US" sz="2400" dirty="0"/>
              <a:t>で定義してます。</a:t>
            </a:r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en-US" altLang="ja-JP" sz="2400" dirty="0"/>
              <a:t>2</a:t>
            </a:r>
            <a:r>
              <a:rPr lang="ja-JP" altLang="en-US" sz="2400" dirty="0"/>
              <a:t>のべき乗にすることが一般的です。</a:t>
            </a:r>
            <a:endParaRPr lang="en-US" altLang="ja-JP" sz="2400" dirty="0"/>
          </a:p>
          <a:p>
            <a:r>
              <a:rPr lang="ja-JP" altLang="en-US" sz="2400" dirty="0"/>
              <a:t>（コンピューターにとって２のべき乗はキリが良いため）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83717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Step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では寿命処理を書きます。</a:t>
            </a:r>
            <a:endParaRPr lang="en-US" altLang="ja-JP" sz="2400" dirty="0"/>
          </a:p>
          <a:p>
            <a:r>
              <a:rPr lang="ja-JP" altLang="en-US" sz="2400" dirty="0"/>
              <a:t>発射して一定時間後に消えるようにします。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27ECD50-5848-410A-B64D-8872D9E82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229548" cy="398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563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17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Update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では移動や死亡の処理を書きます。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86CD07B-00E1-46C8-9FDE-36BA92DE7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335009" cy="4667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686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6541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弾丸には発射処理が必要です。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Bullet.h</a:t>
            </a:r>
            <a:r>
              <a:rPr lang="ja-JP" altLang="en-US" sz="2400" dirty="0"/>
              <a:t>に発射関数を宣言しましょう。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6B7A288-1808-42E7-974B-7124E2827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0519826" cy="67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8335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発射処理は</a:t>
            </a:r>
            <a:r>
              <a:rPr lang="ja-JP" altLang="en-US" sz="2400" b="1" dirty="0">
                <a:solidFill>
                  <a:srgbClr val="FF0000"/>
                </a:solidFill>
              </a:rPr>
              <a:t>１発分</a:t>
            </a:r>
            <a:r>
              <a:rPr lang="ja-JP" altLang="en-US" sz="2400" dirty="0"/>
              <a:t>の発射処理を書きます。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配列の中から使われていない弾丸を探して発射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D048875-94CE-4C54-9CBA-DFA702AF1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2187126"/>
            <a:ext cx="6138058" cy="4482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966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91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</a:t>
            </a:r>
            <a:r>
              <a:rPr lang="en-US" altLang="ja-JP" sz="2400" b="1" dirty="0" err="1">
                <a:solidFill>
                  <a:srgbClr val="00B050"/>
                </a:solidFill>
              </a:rPr>
              <a:t>BulletManager</a:t>
            </a:r>
            <a:r>
              <a:rPr lang="ja-JP" altLang="en-US" sz="2400" dirty="0"/>
              <a:t>の</a:t>
            </a:r>
            <a:r>
              <a:rPr lang="en-US" altLang="ja-JP" sz="2400" b="1" dirty="0" err="1">
                <a:solidFill>
                  <a:srgbClr val="0070C0"/>
                </a:solidFill>
              </a:rPr>
              <a:t>RequestFireBullet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F50AB52-471C-42BE-A82A-9E6A12E53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831437" cy="157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851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693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Player.cpp</a:t>
            </a:r>
            <a:r>
              <a:rPr lang="ja-JP" altLang="en-US" sz="2400" dirty="0"/>
              <a:t>に発射処理が書かれています。</a:t>
            </a:r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en-US" altLang="ja-JP" sz="2400" b="1" dirty="0" err="1">
                <a:solidFill>
                  <a:srgbClr val="0070C0"/>
                </a:solidFill>
              </a:rPr>
              <a:t>RequestFireBullet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を呼ぶだけで弾丸が発射できます。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D90562C-7BC2-4F14-86C5-4E11D297D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1095677" cy="3740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745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397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弾丸の種類を増やす場合は、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BulletManager</a:t>
            </a:r>
            <a:r>
              <a:rPr lang="ja-JP" altLang="en-US" sz="2400" dirty="0"/>
              <a:t>でまとめて処理できるようにしましょう。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9445E0A-C55A-40F2-89DF-41FC0C7B6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7018577" cy="262344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75160D-8072-4124-8B44-9BB5B025D33E}"/>
              </a:ext>
            </a:extLst>
          </p:cNvPr>
          <p:cNvSpPr txBox="1"/>
          <p:nvPr/>
        </p:nvSpPr>
        <p:spPr>
          <a:xfrm>
            <a:off x="567542" y="4950275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他の関数もこうなるように</a:t>
            </a:r>
            <a:r>
              <a:rPr lang="ja-JP" altLang="en-US" sz="2400"/>
              <a:t>実装しましょう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091920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弾丸の種類が複数ある場合、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発射するときにどの弾丸を発射するかを指定する</a:t>
            </a:r>
            <a:r>
              <a:rPr lang="ja-JP" altLang="en-US" sz="2400" dirty="0"/>
              <a:t>ようにしましょう。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83ED0EE-78D2-4A81-8725-896CA0A50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11162003" cy="403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9846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同じ画像を大量に出す場合は</a:t>
            </a:r>
            <a:r>
              <a:rPr lang="ja-JP" altLang="en-US" sz="2400" b="1" dirty="0">
                <a:solidFill>
                  <a:srgbClr val="FF0000"/>
                </a:solidFill>
              </a:rPr>
              <a:t>画像ハンドルを使いまわしましょう。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D2A13D3-DF8A-4F66-AA4C-B58817912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173591" cy="1286054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DE9791E-4631-41B1-8044-A76DE9DD268A}"/>
              </a:ext>
            </a:extLst>
          </p:cNvPr>
          <p:cNvSpPr txBox="1"/>
          <p:nvPr/>
        </p:nvSpPr>
        <p:spPr>
          <a:xfrm>
            <a:off x="8481830" y="2332784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１回だけロードして。。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18B36CD-A9BC-464B-AD9A-373AF591C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3581797"/>
            <a:ext cx="6496957" cy="297221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4C36067-AD1E-4BF6-9350-707168DEC087}"/>
              </a:ext>
            </a:extLst>
          </p:cNvPr>
          <p:cNvSpPr txBox="1"/>
          <p:nvPr/>
        </p:nvSpPr>
        <p:spPr>
          <a:xfrm>
            <a:off x="6096000" y="6231610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１つのハンドルを使いまわす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6372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612</TotalTime>
  <Words>411</Words>
  <Application>Microsoft Office PowerPoint</Application>
  <PresentationFormat>ワイド画面</PresentationFormat>
  <Paragraphs>60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54</cp:revision>
  <dcterms:created xsi:type="dcterms:W3CDTF">2024-08-27T02:15:54Z</dcterms:created>
  <dcterms:modified xsi:type="dcterms:W3CDTF">2026-07-07T08:06:41Z</dcterms:modified>
</cp:coreProperties>
</file>