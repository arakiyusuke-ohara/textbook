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シューティングゲームの弾丸プログラムを練習します。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弾丸にはさまざまな種類があります。たとえば、</a:t>
            </a:r>
            <a:endParaRPr kumimoji="1" lang="en-US" altLang="ja-JP" sz="2400" dirty="0"/>
          </a:p>
          <a:p>
            <a:r>
              <a:rPr lang="ja-JP" altLang="en-US" sz="2400" dirty="0"/>
              <a:t>・貫通弾</a:t>
            </a:r>
            <a:endParaRPr lang="en-US" altLang="ja-JP" sz="2400" dirty="0"/>
          </a:p>
          <a:p>
            <a:r>
              <a:rPr lang="ja-JP" altLang="en-US" sz="2400" dirty="0"/>
              <a:t>・ホーミング弾</a:t>
            </a:r>
            <a:endParaRPr lang="en-US" altLang="ja-JP" sz="2400" dirty="0"/>
          </a:p>
          <a:p>
            <a:r>
              <a:rPr lang="ja-JP" altLang="en-US" sz="2400" dirty="0"/>
              <a:t>・炸裂弾</a:t>
            </a:r>
            <a:endParaRPr lang="en-US" altLang="ja-JP" sz="2400" dirty="0"/>
          </a:p>
          <a:p>
            <a:r>
              <a:rPr lang="ja-JP" altLang="en-US" sz="2400" dirty="0"/>
              <a:t>・爆弾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複数の種類が予想されるもの</a:t>
            </a:r>
            <a:r>
              <a:rPr lang="ja-JP" altLang="en-US" sz="2400" dirty="0"/>
              <a:t>に関しては、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それらをまとめて管理するプログラム</a:t>
            </a:r>
            <a:r>
              <a:rPr lang="ja-JP" altLang="en-US" sz="2400" dirty="0"/>
              <a:t>が必要です。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2642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55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管理用のプログラムのことを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マネージャープログラム</a:t>
            </a:r>
            <a:r>
              <a:rPr kumimoji="1" lang="ja-JP" altLang="en-US" sz="2400" dirty="0"/>
              <a:t>といいます。</a:t>
            </a:r>
            <a:endParaRPr kumimoji="1" lang="en-US" altLang="ja-JP" sz="2400" dirty="0"/>
          </a:p>
          <a:p>
            <a:r>
              <a:rPr lang="ja-JP" altLang="en-US" sz="2400" dirty="0"/>
              <a:t>今回は弾丸のマネージャーから書いていきます。（</a:t>
            </a:r>
            <a:r>
              <a:rPr lang="en-US" altLang="ja-JP" sz="2400" b="1" dirty="0" err="1">
                <a:solidFill>
                  <a:srgbClr val="FF0000"/>
                </a:solidFill>
              </a:rPr>
              <a:t>BulletManager.h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0388A9E-3FF5-4A98-A0EE-89D8C9AAF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93622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6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0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BulletManager.cpp</a:t>
            </a:r>
            <a:r>
              <a:rPr lang="ja-JP" altLang="en-US" sz="2400" dirty="0"/>
              <a:t>で、対応する関数を呼び出します。（その１）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B32317-2C45-4564-99FC-90F81354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835125" cy="457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1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0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BulletManager.cpp</a:t>
            </a:r>
            <a:r>
              <a:rPr lang="ja-JP" altLang="en-US" sz="2400" dirty="0"/>
              <a:t>で、対応する関数を呼び出します。（その２）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AE06AFD-7917-44C6-A2EE-73C14C86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73432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1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111</Words>
  <Application>Microsoft Office PowerPoint</Application>
  <PresentationFormat>ワイド画面</PresentationFormat>
  <Paragraphs>19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47</cp:revision>
  <dcterms:created xsi:type="dcterms:W3CDTF">2024-08-27T02:15:54Z</dcterms:created>
  <dcterms:modified xsi:type="dcterms:W3CDTF">2026-07-06T06:09:17Z</dcterms:modified>
</cp:coreProperties>
</file>