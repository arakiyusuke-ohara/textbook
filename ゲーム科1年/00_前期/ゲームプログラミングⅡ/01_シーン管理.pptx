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ゲームには、タイトル画面、エンディング画面など、</a:t>
            </a:r>
            <a:r>
              <a:rPr lang="ja-JP" altLang="en-US" sz="2400" dirty="0"/>
              <a:t>様々な画面が存在します。</a:t>
            </a:r>
            <a:endParaRPr lang="en-US" altLang="ja-JP" sz="2400" dirty="0"/>
          </a:p>
          <a:p>
            <a:r>
              <a:rPr lang="ja-JP" altLang="en-US" sz="2400" dirty="0"/>
              <a:t>これらの画面を作るには</a:t>
            </a:r>
            <a:r>
              <a:rPr lang="ja-JP" altLang="en-US" sz="2400" b="1" dirty="0">
                <a:solidFill>
                  <a:srgbClr val="FF0000"/>
                </a:solidFill>
              </a:rPr>
              <a:t>シーン</a:t>
            </a:r>
            <a:r>
              <a:rPr lang="ja-JP" altLang="en-US" sz="2400" dirty="0"/>
              <a:t>と呼ばれるものを、画面ごとに作ります。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3BC40C0-0524-432F-9B2D-0B400000F1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79" y="2187126"/>
            <a:ext cx="3441593" cy="199431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99731D7-DBF0-4014-A98F-474DF8719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80" y="4642364"/>
            <a:ext cx="3441592" cy="199841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8D221D1-7EF5-490B-8C5B-E768FDE45D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2187125"/>
            <a:ext cx="3432027" cy="199431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BF318E6C-55DE-4873-9929-08254E3B31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4646463"/>
            <a:ext cx="3417297" cy="199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シーンは画面ごとに作成され、</a:t>
            </a:r>
            <a:endParaRPr kumimoji="1" lang="en-US" altLang="ja-JP" sz="2400" dirty="0"/>
          </a:p>
          <a:p>
            <a:r>
              <a:rPr lang="ja-JP" altLang="en-US" sz="2400" dirty="0"/>
              <a:t>それらを</a:t>
            </a:r>
            <a:r>
              <a:rPr lang="ja-JP" altLang="en-US" sz="2400" b="1" dirty="0">
                <a:solidFill>
                  <a:srgbClr val="FF0000"/>
                </a:solidFill>
              </a:rPr>
              <a:t>遷移させるシステム</a:t>
            </a:r>
            <a:r>
              <a:rPr lang="ja-JP" altLang="en-US" sz="2400" dirty="0"/>
              <a:t>も必要になります。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3BC40C0-0524-432F-9B2D-0B400000F1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79" y="2187126"/>
            <a:ext cx="3441593" cy="199431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99731D7-DBF0-4014-A98F-474DF8719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80" y="4642364"/>
            <a:ext cx="3441592" cy="199841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8D221D1-7EF5-490B-8C5B-E768FDE45D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2187125"/>
            <a:ext cx="3432027" cy="199431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BF318E6C-55DE-4873-9929-08254E3B31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4646463"/>
            <a:ext cx="3417297" cy="1994315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BF1B0A24-C31A-4BC3-B089-E31968F58D23}"/>
              </a:ext>
            </a:extLst>
          </p:cNvPr>
          <p:cNvSpPr/>
          <p:nvPr/>
        </p:nvSpPr>
        <p:spPr>
          <a:xfrm>
            <a:off x="2190750" y="4214813"/>
            <a:ext cx="152400" cy="38338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9933BD4E-6B46-4749-B9D7-1C583AECEBF2}"/>
              </a:ext>
            </a:extLst>
          </p:cNvPr>
          <p:cNvSpPr/>
          <p:nvPr/>
        </p:nvSpPr>
        <p:spPr>
          <a:xfrm rot="14303992">
            <a:off x="5495238" y="2415873"/>
            <a:ext cx="152400" cy="316143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E7ADADDC-6778-4B1B-8C6C-5662810CF196}"/>
              </a:ext>
            </a:extLst>
          </p:cNvPr>
          <p:cNvSpPr/>
          <p:nvPr/>
        </p:nvSpPr>
        <p:spPr>
          <a:xfrm rot="16200000">
            <a:off x="5495240" y="4105749"/>
            <a:ext cx="152400" cy="277252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下 11">
            <a:extLst>
              <a:ext uri="{FF2B5EF4-FFF2-40B4-BE49-F238E27FC236}">
                <a16:creationId xmlns:a16="http://schemas.microsoft.com/office/drawing/2014/main" id="{EB86BBA2-EF1E-479D-B744-C6E25A09F866}"/>
              </a:ext>
            </a:extLst>
          </p:cNvPr>
          <p:cNvSpPr/>
          <p:nvPr/>
        </p:nvSpPr>
        <p:spPr>
          <a:xfrm rot="5400000">
            <a:off x="5543927" y="1378899"/>
            <a:ext cx="152400" cy="277252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9038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417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まずはシーンについて学びます。</a:t>
            </a:r>
            <a:endParaRPr kumimoji="1" lang="en-US" altLang="ja-JP" sz="2400" dirty="0"/>
          </a:p>
          <a:p>
            <a:r>
              <a:rPr lang="ja-JP" altLang="en-US" sz="2400" dirty="0"/>
              <a:t>配布したプロジェクトの</a:t>
            </a:r>
            <a:r>
              <a:rPr lang="en-US" altLang="ja-JP" sz="2400" dirty="0"/>
              <a:t>Source</a:t>
            </a:r>
            <a:r>
              <a:rPr lang="ja-JP" altLang="en-US" sz="2400" dirty="0"/>
              <a:t>に</a:t>
            </a:r>
            <a:r>
              <a:rPr lang="en-US" altLang="ja-JP" sz="2400" b="1" dirty="0">
                <a:solidFill>
                  <a:srgbClr val="FF0000"/>
                </a:solidFill>
              </a:rPr>
              <a:t>Scene</a:t>
            </a:r>
            <a:r>
              <a:rPr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62EB741-6DE3-4A40-87F7-F76CAD4C2C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599231" cy="3523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756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今回、シーンは完成したものを用意しています。</a:t>
            </a:r>
            <a:endParaRPr kumimoji="1" lang="en-US" altLang="ja-JP" sz="2400" dirty="0"/>
          </a:p>
          <a:p>
            <a:r>
              <a:rPr lang="en-US" altLang="ja-JP" sz="2400" dirty="0"/>
              <a:t>Scene</a:t>
            </a:r>
            <a:r>
              <a:rPr lang="ja-JP" altLang="en-US" sz="2400" dirty="0"/>
              <a:t>フォルダに追加しましょう。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8456BB2-DA5B-4E69-B4B4-5EDA77AE8A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5778547" cy="3388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403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882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Visual</a:t>
            </a:r>
            <a:r>
              <a:rPr lang="ja-JP" altLang="en-US" sz="2400" dirty="0"/>
              <a:t> </a:t>
            </a:r>
            <a:r>
              <a:rPr lang="en-US" altLang="ja-JP" sz="2400" dirty="0"/>
              <a:t>Studio</a:t>
            </a:r>
            <a:r>
              <a:rPr lang="ja-JP" altLang="en-US" sz="2400" dirty="0"/>
              <a:t>側にも追加して、</a:t>
            </a:r>
            <a:r>
              <a:rPr lang="en-US" altLang="ja-JP" sz="2400" b="1" dirty="0" err="1">
                <a:solidFill>
                  <a:srgbClr val="FF0000"/>
                </a:solidFill>
              </a:rPr>
              <a:t>Title.h</a:t>
            </a:r>
            <a:r>
              <a:rPr lang="ja-JP" altLang="en-US" sz="2400" dirty="0"/>
              <a:t>を開いてみましょう。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30A9F9D-061C-4897-A1DB-88330AD38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007807" cy="344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852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これを見ると、ゲームの基本的なロジックに倣った関数があります。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シーンの基本構造は、ゲームロジックに沿ったもの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C033786-F07F-4DF6-8AC7-97E3A7E42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8007807" cy="344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587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Title.cpp</a:t>
            </a:r>
            <a:r>
              <a:rPr lang="ja-JP" altLang="en-US" sz="2400" dirty="0"/>
              <a:t>側も一緒に見ていきましょう。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１．</a:t>
            </a:r>
            <a:r>
              <a:rPr lang="en-US" altLang="ja-JP" sz="2400" dirty="0"/>
              <a:t>Init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２．</a:t>
            </a:r>
            <a:r>
              <a:rPr lang="en-US" altLang="ja-JP" sz="2400" dirty="0"/>
              <a:t>Load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３．</a:t>
            </a:r>
            <a:r>
              <a:rPr lang="en-US" altLang="ja-JP" sz="2400" dirty="0"/>
              <a:t>Start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４．</a:t>
            </a:r>
            <a:r>
              <a:rPr lang="en-US" altLang="ja-JP" sz="2400" dirty="0"/>
              <a:t>Step</a:t>
            </a:r>
            <a:r>
              <a:rPr lang="ja-JP" altLang="en-US" sz="2400" dirty="0"/>
              <a:t>ではなにをしているか</a:t>
            </a:r>
            <a:endParaRPr lang="en-US" altLang="ja-JP" sz="2400" dirty="0"/>
          </a:p>
          <a:p>
            <a:r>
              <a:rPr lang="ja-JP" altLang="en-US" sz="2400" dirty="0"/>
              <a:t>５．</a:t>
            </a:r>
            <a:r>
              <a:rPr lang="en-US" altLang="ja-JP" sz="2400" dirty="0"/>
              <a:t>Update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６．</a:t>
            </a:r>
            <a:r>
              <a:rPr lang="en-US" altLang="ja-JP" sz="2400" dirty="0"/>
              <a:t>Draw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７．</a:t>
            </a:r>
            <a:r>
              <a:rPr lang="en-US" altLang="ja-JP" sz="2400" dirty="0"/>
              <a:t>Fin</a:t>
            </a:r>
            <a:r>
              <a:rPr lang="ja-JP" altLang="en-US" sz="2400" dirty="0"/>
              <a:t>ではなにをしているか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それぞれ適した処理を書いていけば、おのずとシーンが完成していきます。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99289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ここまではシーン単体の部分になります。</a:t>
            </a:r>
            <a:endParaRPr lang="en-US" altLang="ja-JP" sz="2400" dirty="0"/>
          </a:p>
          <a:p>
            <a:r>
              <a:rPr lang="ja-JP" altLang="en-US" sz="2400" dirty="0"/>
              <a:t>あとはこれらを</a:t>
            </a:r>
            <a:r>
              <a:rPr lang="ja-JP" altLang="en-US" sz="2400" b="1" dirty="0">
                <a:solidFill>
                  <a:srgbClr val="FF0000"/>
                </a:solidFill>
              </a:rPr>
              <a:t>遷移させるシステム</a:t>
            </a:r>
            <a:r>
              <a:rPr lang="ja-JP" altLang="en-US" sz="2400" dirty="0"/>
              <a:t>が必要です。</a:t>
            </a:r>
            <a:endParaRPr lang="en-US" altLang="ja-JP" sz="2400" dirty="0"/>
          </a:p>
          <a:p>
            <a:r>
              <a:rPr lang="ja-JP" altLang="en-US" sz="2400" dirty="0"/>
              <a:t>こちらは大事な部分なので一緒に作っていきましょう。</a:t>
            </a:r>
            <a:endParaRPr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CE15C60-A74C-45E9-81B7-613EBE4346AD}"/>
              </a:ext>
            </a:extLst>
          </p:cNvPr>
          <p:cNvGrpSpPr/>
          <p:nvPr/>
        </p:nvGrpSpPr>
        <p:grpSpPr>
          <a:xfrm>
            <a:off x="567542" y="2416758"/>
            <a:ext cx="9137974" cy="4224020"/>
            <a:chOff x="678379" y="2187125"/>
            <a:chExt cx="9818973" cy="445365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6BAAA51A-4475-4D8C-89F3-0484CAB49C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8379" y="2187126"/>
              <a:ext cx="3441593" cy="199431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D7737188-0654-4C76-8150-F60291775C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8380" y="4642364"/>
              <a:ext cx="3441592" cy="1998414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8C646228-5151-4905-A39F-179EEACC87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5325" y="2187125"/>
              <a:ext cx="3432027" cy="1994315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B465629C-B425-4D31-B2A5-44F314267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5325" y="4646463"/>
              <a:ext cx="3417297" cy="1994315"/>
            </a:xfrm>
            <a:prstGeom prst="rect">
              <a:avLst/>
            </a:prstGeom>
          </p:spPr>
        </p:pic>
        <p:sp>
          <p:nvSpPr>
            <p:cNvPr id="10" name="矢印: 下 9">
              <a:extLst>
                <a:ext uri="{FF2B5EF4-FFF2-40B4-BE49-F238E27FC236}">
                  <a16:creationId xmlns:a16="http://schemas.microsoft.com/office/drawing/2014/main" id="{D78F648B-0E3E-475C-B75E-D9F75292C60E}"/>
                </a:ext>
              </a:extLst>
            </p:cNvPr>
            <p:cNvSpPr/>
            <p:nvPr/>
          </p:nvSpPr>
          <p:spPr>
            <a:xfrm>
              <a:off x="2190750" y="4214813"/>
              <a:ext cx="152400" cy="38338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矢印: 下 10">
              <a:extLst>
                <a:ext uri="{FF2B5EF4-FFF2-40B4-BE49-F238E27FC236}">
                  <a16:creationId xmlns:a16="http://schemas.microsoft.com/office/drawing/2014/main" id="{2ADC9B3A-8034-4621-A43A-0596F40B037E}"/>
                </a:ext>
              </a:extLst>
            </p:cNvPr>
            <p:cNvSpPr/>
            <p:nvPr/>
          </p:nvSpPr>
          <p:spPr>
            <a:xfrm rot="14303992">
              <a:off x="5495238" y="2415873"/>
              <a:ext cx="152400" cy="316143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矢印: 下 11">
              <a:extLst>
                <a:ext uri="{FF2B5EF4-FFF2-40B4-BE49-F238E27FC236}">
                  <a16:creationId xmlns:a16="http://schemas.microsoft.com/office/drawing/2014/main" id="{287C3A12-0609-4DC4-B503-B256EBF54825}"/>
                </a:ext>
              </a:extLst>
            </p:cNvPr>
            <p:cNvSpPr/>
            <p:nvPr/>
          </p:nvSpPr>
          <p:spPr>
            <a:xfrm rot="16200000">
              <a:off x="5495240" y="4105749"/>
              <a:ext cx="152400" cy="277252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矢印: 下 12">
              <a:extLst>
                <a:ext uri="{FF2B5EF4-FFF2-40B4-BE49-F238E27FC236}">
                  <a16:creationId xmlns:a16="http://schemas.microsoft.com/office/drawing/2014/main" id="{37915195-4A1D-42D7-8018-E8006FDCD7D6}"/>
                </a:ext>
              </a:extLst>
            </p:cNvPr>
            <p:cNvSpPr/>
            <p:nvPr/>
          </p:nvSpPr>
          <p:spPr>
            <a:xfrm rot="5400000">
              <a:off x="5543927" y="1378899"/>
              <a:ext cx="152400" cy="277252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52309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837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Scene</a:t>
            </a:r>
            <a:r>
              <a:rPr lang="ja-JP" altLang="en-US" sz="2400" dirty="0"/>
              <a:t>フォルダに</a:t>
            </a:r>
            <a:r>
              <a:rPr lang="en-US" altLang="ja-JP" sz="2400" b="1" dirty="0">
                <a:solidFill>
                  <a:srgbClr val="FF0000"/>
                </a:solidFill>
              </a:rPr>
              <a:t>SceneManager.cpp/.h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  <a:p>
            <a:r>
              <a:rPr lang="en-US" altLang="ja-JP" sz="2400" dirty="0" err="1"/>
              <a:t>VisualStudio</a:t>
            </a:r>
            <a:r>
              <a:rPr lang="ja-JP" altLang="en-US" sz="2400" dirty="0"/>
              <a:t>側にも追加しましょう。</a:t>
            </a:r>
            <a:endParaRPr lang="en-US" altLang="ja-JP" sz="2400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A9256E2-94DD-4E01-BD03-65F757CBD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846959" cy="322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720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27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SceneManager.h</a:t>
            </a:r>
            <a:r>
              <a:rPr lang="ja-JP" altLang="en-US" sz="2400" dirty="0"/>
              <a:t>に</a:t>
            </a:r>
            <a:r>
              <a:rPr lang="ja-JP" altLang="en-US" sz="2400" b="1" dirty="0">
                <a:solidFill>
                  <a:srgbClr val="FF0000"/>
                </a:solidFill>
              </a:rPr>
              <a:t>シーン（画面）ごとの種類</a:t>
            </a:r>
            <a:r>
              <a:rPr lang="ja-JP" altLang="en-US" sz="2400" dirty="0"/>
              <a:t>を定義します。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DD76836-7D47-4331-8A4D-B9F02F0381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067358" cy="3523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055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続いてゲームロジックに沿った関数を宣言します。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EFBC40-1764-4202-B89C-E4A9859F5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6297615" cy="322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699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90926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SceneManager.cpp</a:t>
            </a:r>
            <a:r>
              <a:rPr lang="ja-JP" altLang="en-US" sz="2400" dirty="0"/>
              <a:t>側に処理を書いていきます。</a:t>
            </a:r>
            <a:endParaRPr lang="en-US" altLang="ja-JP" sz="2400" dirty="0"/>
          </a:p>
          <a:p>
            <a:r>
              <a:rPr lang="ja-JP" altLang="en-US" sz="2400" dirty="0"/>
              <a:t>（次ページへ続く）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9717A5D-3D25-4E37-AEB0-F31AB39524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929888" cy="361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262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10748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InitScene</a:t>
            </a:r>
            <a:r>
              <a:rPr lang="ja-JP" altLang="en-US" sz="2400" dirty="0"/>
              <a:t>関数は、</a:t>
            </a:r>
            <a:r>
              <a:rPr lang="ja-JP" altLang="en-US" sz="2400" b="1" dirty="0">
                <a:solidFill>
                  <a:srgbClr val="FF0000"/>
                </a:solidFill>
              </a:rPr>
              <a:t>現在のシーンに対応したシーンの初期化処理</a:t>
            </a:r>
            <a:r>
              <a:rPr lang="ja-JP" altLang="en-US" sz="2400" dirty="0"/>
              <a:t>を呼びます。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1257DA8-9863-4826-B27C-F46507E9AF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412050" cy="382377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8B1238C-12AA-41F5-8438-400A6E4A6082}"/>
              </a:ext>
            </a:extLst>
          </p:cNvPr>
          <p:cNvSpPr txBox="1"/>
          <p:nvPr/>
        </p:nvSpPr>
        <p:spPr>
          <a:xfrm>
            <a:off x="567542" y="5781271"/>
            <a:ext cx="100751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LoadScene</a:t>
            </a:r>
            <a:r>
              <a:rPr lang="ja-JP" altLang="en-US" sz="2400" dirty="0"/>
              <a:t>以降も同様になります。こちらを参考に書いてみましょう。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97236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342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これで各シーンの処理を呼ぶ部分が出来上がりました。</a:t>
            </a:r>
            <a:endParaRPr lang="en-US" altLang="ja-JP" sz="2400" dirty="0"/>
          </a:p>
          <a:p>
            <a:r>
              <a:rPr lang="ja-JP" altLang="en-US" sz="2400" dirty="0"/>
              <a:t>続いて</a:t>
            </a:r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～</a:t>
            </a:r>
            <a:r>
              <a:rPr lang="en-US" altLang="ja-JP" sz="2400" b="1" dirty="0">
                <a:solidFill>
                  <a:srgbClr val="FF0000"/>
                </a:solidFill>
              </a:rPr>
              <a:t>Fin</a:t>
            </a:r>
            <a:r>
              <a:rPr lang="ja-JP" altLang="en-US" sz="2400" b="1" dirty="0">
                <a:solidFill>
                  <a:srgbClr val="FF0000"/>
                </a:solidFill>
              </a:rPr>
              <a:t>までが切り替わる部分</a:t>
            </a:r>
            <a:r>
              <a:rPr lang="ja-JP" altLang="en-US" sz="2400" dirty="0"/>
              <a:t>を作ります。</a:t>
            </a:r>
            <a:endParaRPr lang="en-US" altLang="ja-JP" sz="2400" dirty="0"/>
          </a:p>
          <a:p>
            <a:r>
              <a:rPr lang="en-US" altLang="ja-JP" sz="2400" dirty="0" err="1"/>
              <a:t>SceneManager.h</a:t>
            </a:r>
            <a:r>
              <a:rPr lang="ja-JP" altLang="en-US" sz="2400" dirty="0"/>
              <a:t>に切り替えに必要な定義、宣言をしていきます。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051D170-E378-4B42-9EAC-72707DE6E3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556458"/>
            <a:ext cx="5165353" cy="380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262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CPP</a:t>
            </a:r>
            <a:r>
              <a:rPr lang="ja-JP" altLang="en-US" sz="2400" dirty="0"/>
              <a:t>側に切り替え処理を書きます。</a:t>
            </a:r>
            <a:endParaRPr lang="en-US" altLang="ja-JP" sz="2400" dirty="0"/>
          </a:p>
          <a:p>
            <a:r>
              <a:rPr lang="ja-JP" altLang="en-US" sz="2400" dirty="0"/>
              <a:t>まずは必要な変数をグローバル宣言します。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E0B3481-8184-4903-B34B-09DA63FA6C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810" y="2187125"/>
            <a:ext cx="8962353" cy="1864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42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切り替え処理を書いていきます（その１）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D74B9CB-95CD-417C-83D0-8B7D84D698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8" y="1817794"/>
            <a:ext cx="6325636" cy="47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8304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切り替え処理を書いていきます（その２）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10B9D16-6BC5-4E6F-B012-BD35D2C94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5"/>
            <a:ext cx="6819376" cy="4686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39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切り替え処理を書いていきます（その３）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C5DA2DD-CAC9-4420-868D-08D8A3D66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1817794"/>
            <a:ext cx="7070939" cy="286178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9CEBAEB-4C7B-4680-AAFB-6DD460696D9C}"/>
              </a:ext>
            </a:extLst>
          </p:cNvPr>
          <p:cNvSpPr txBox="1"/>
          <p:nvPr/>
        </p:nvSpPr>
        <p:spPr>
          <a:xfrm>
            <a:off x="576507" y="4819276"/>
            <a:ext cx="81660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</a:t>
            </a:r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～</a:t>
            </a:r>
            <a:r>
              <a:rPr lang="en-US" altLang="ja-JP" sz="2400" b="1" dirty="0">
                <a:solidFill>
                  <a:srgbClr val="FF0000"/>
                </a:solidFill>
              </a:rPr>
              <a:t>Fin</a:t>
            </a:r>
            <a:r>
              <a:rPr lang="ja-JP" altLang="en-US" sz="2400" b="1" dirty="0">
                <a:solidFill>
                  <a:srgbClr val="FF0000"/>
                </a:solidFill>
              </a:rPr>
              <a:t>が自動で切り替わる仕組み</a:t>
            </a:r>
            <a:r>
              <a:rPr lang="ja-JP" altLang="en-US" sz="2400" dirty="0"/>
              <a:t>ができました。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06948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7188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最後にシーンを切り替える処理を作成します。</a:t>
            </a:r>
            <a:endParaRPr lang="en-US" altLang="ja-JP" sz="2400" dirty="0"/>
          </a:p>
          <a:p>
            <a:r>
              <a:rPr lang="en-US" altLang="ja-JP" sz="2400" dirty="0" err="1"/>
              <a:t>SceneManager.h</a:t>
            </a:r>
            <a:r>
              <a:rPr lang="ja-JP" altLang="en-US" sz="2400" dirty="0"/>
              <a:t>に切り替える関数を宣言します。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064247C-8095-4AFE-9AC6-C096A14525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599235" cy="136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9036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4195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CPP</a:t>
            </a:r>
            <a:r>
              <a:rPr lang="ja-JP" altLang="en-US" sz="2400" dirty="0"/>
              <a:t>側に、切り替えに必要な</a:t>
            </a:r>
            <a:r>
              <a:rPr lang="ja-JP" altLang="en-US" sz="2400" b="1" dirty="0">
                <a:solidFill>
                  <a:srgbClr val="FF0000"/>
                </a:solidFill>
              </a:rPr>
              <a:t>遷移先のシーン用の変数</a:t>
            </a:r>
            <a:r>
              <a:rPr lang="ja-JP" altLang="en-US" sz="2400" dirty="0"/>
              <a:t>を用意して、</a:t>
            </a:r>
            <a:endParaRPr lang="en-US" altLang="ja-JP" sz="2400" dirty="0"/>
          </a:p>
          <a:p>
            <a:r>
              <a:rPr lang="ja-JP" altLang="en-US" sz="2400" dirty="0"/>
              <a:t>シーンが終了した際に切り替わる処理を書きます。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A8525E2-0AF9-4F80-8B33-C15539C80D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5239481" cy="54300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C900F34-5B7B-4783-AA5F-A2882453A895}"/>
              </a:ext>
            </a:extLst>
          </p:cNvPr>
          <p:cNvSpPr txBox="1"/>
          <p:nvPr/>
        </p:nvSpPr>
        <p:spPr>
          <a:xfrm>
            <a:off x="576507" y="286982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・・・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3AA9BEB-24BA-465F-ADE0-4F27728AF8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429000"/>
            <a:ext cx="6001588" cy="2915057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2D308D7-F831-4FA8-AE97-0EC9F56C9B72}"/>
              </a:ext>
            </a:extLst>
          </p:cNvPr>
          <p:cNvSpPr/>
          <p:nvPr/>
        </p:nvSpPr>
        <p:spPr>
          <a:xfrm>
            <a:off x="2474259" y="4111700"/>
            <a:ext cx="3424517" cy="8009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96790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2143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ChangeScene</a:t>
            </a:r>
            <a:r>
              <a:rPr lang="ja-JP" altLang="en-US" sz="2400" dirty="0"/>
              <a:t>関数には遷移先シーンを設定する処理を書きます。</a:t>
            </a:r>
            <a:endParaRPr lang="en-US" altLang="ja-JP" sz="2400" dirty="0"/>
          </a:p>
          <a:p>
            <a:r>
              <a:rPr lang="ja-JP" altLang="en-US" sz="2400" dirty="0"/>
              <a:t>これで遷移の仕組みは完成になります。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B57B260-45C6-4C0D-B42B-1E193AF94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6" y="2187126"/>
            <a:ext cx="6583767" cy="2868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8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114874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TitleScene.cpp</a:t>
            </a:r>
            <a:r>
              <a:rPr lang="ja-JP" altLang="en-US" sz="2400" dirty="0"/>
              <a:t>のプレイシーンへの遷移処理を見てみましょう。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en-US" altLang="ja-JP" sz="2400" b="1" dirty="0" err="1">
                <a:solidFill>
                  <a:srgbClr val="FF0000"/>
                </a:solidFill>
              </a:rPr>
              <a:t>ChangeScene</a:t>
            </a:r>
            <a:r>
              <a:rPr lang="ja-JP" altLang="en-US" sz="2400" b="1" dirty="0">
                <a:solidFill>
                  <a:srgbClr val="FF0000"/>
                </a:solidFill>
              </a:rPr>
              <a:t>関数を呼ぶだけでシーンを切り替えることができます。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A33812A-9267-4C06-8743-B4FE32A5A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801322" cy="2384874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61CE7DE-B15C-425E-BA63-2397DD393882}"/>
              </a:ext>
            </a:extLst>
          </p:cNvPr>
          <p:cNvSpPr txBox="1"/>
          <p:nvPr/>
        </p:nvSpPr>
        <p:spPr>
          <a:xfrm>
            <a:off x="576507" y="4711700"/>
            <a:ext cx="11061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他のシーンではどのように</a:t>
            </a:r>
            <a:r>
              <a:rPr lang="en-US" altLang="ja-JP" sz="2400" dirty="0" err="1"/>
              <a:t>ChangeScene</a:t>
            </a:r>
            <a:r>
              <a:rPr lang="ja-JP" altLang="en-US" sz="2400"/>
              <a:t>が呼ばれてるか確認してみましょう。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2950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604</Words>
  <Application>Microsoft Office PowerPoint</Application>
  <PresentationFormat>ワイド画面</PresentationFormat>
  <Paragraphs>74</Paragraphs>
  <Slides>22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49</cp:revision>
  <dcterms:created xsi:type="dcterms:W3CDTF">2024-08-27T02:15:54Z</dcterms:created>
  <dcterms:modified xsi:type="dcterms:W3CDTF">2024-09-13T01:50:14Z</dcterms:modified>
</cp:coreProperties>
</file>