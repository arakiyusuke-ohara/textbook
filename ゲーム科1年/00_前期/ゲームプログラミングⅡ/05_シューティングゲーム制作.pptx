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これまでの学習を生かしてシューティングゲームを制作します。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前期の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ゲームプログラミング</a:t>
            </a:r>
            <a:r>
              <a:rPr lang="en-US" altLang="ja-JP" sz="2400" b="1" dirty="0">
                <a:solidFill>
                  <a:srgbClr val="FF0000"/>
                </a:solidFill>
              </a:rPr>
              <a:t>Ⅱ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の成績となります</a:t>
            </a:r>
            <a:r>
              <a:rPr kumimoji="1" lang="ja-JP" altLang="en-US" sz="2400" dirty="0"/>
              <a:t>し、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就活資料のポートフォリオにも載せるもの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r>
              <a:rPr lang="ja-JP" altLang="en-US" sz="2400" dirty="0"/>
              <a:t>しっかり作り上げましょう。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■前提条件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</a:t>
            </a:r>
            <a:r>
              <a:rPr kumimoji="1" lang="en-US" altLang="ja-JP" sz="2400" dirty="0"/>
              <a:t>Visual Studio</a:t>
            </a:r>
            <a:r>
              <a:rPr kumimoji="1" lang="ja-JP" altLang="en-US" sz="2400" dirty="0"/>
              <a:t>の「新しいプロジェクト作成」から作ること</a:t>
            </a:r>
            <a:endParaRPr kumimoji="1" lang="en-US" altLang="ja-JP" sz="2400" dirty="0"/>
          </a:p>
          <a:p>
            <a:r>
              <a:rPr lang="ja-JP" altLang="en-US" sz="2400" dirty="0"/>
              <a:t>　（これまでのコピペから始めないこと）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・サンプルをコピペしないこと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27272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以下は最低限の実装内容となります。</a:t>
            </a:r>
            <a:endParaRPr kumimoji="1" lang="en-US" altLang="ja-JP" sz="2400" dirty="0"/>
          </a:p>
          <a:p>
            <a:r>
              <a:rPr lang="ja-JP" altLang="en-US" sz="2400" dirty="0"/>
              <a:t>これを満たしていなければ、</a:t>
            </a:r>
            <a:r>
              <a:rPr lang="ja-JP" altLang="en-US" sz="2400" b="1" dirty="0">
                <a:solidFill>
                  <a:srgbClr val="FF0000"/>
                </a:solidFill>
              </a:rPr>
              <a:t>不合格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■最低限実装すること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ESC</a:t>
            </a:r>
            <a:r>
              <a:rPr lang="ja-JP" altLang="en-US" sz="2400" dirty="0"/>
              <a:t>キーで終了する</a:t>
            </a:r>
            <a:endParaRPr lang="en-US" altLang="ja-JP" sz="2400" dirty="0"/>
          </a:p>
          <a:p>
            <a:r>
              <a:rPr kumimoji="1" lang="ja-JP" altLang="en-US" sz="2400" dirty="0"/>
              <a:t>・画面遷移がある。</a:t>
            </a:r>
            <a:endParaRPr kumimoji="1" lang="en-US" altLang="ja-JP" sz="2400" dirty="0"/>
          </a:p>
          <a:p>
            <a:r>
              <a:rPr kumimoji="1" lang="ja-JP" altLang="en-US" sz="2400" dirty="0"/>
              <a:t>・</a:t>
            </a:r>
            <a:r>
              <a:rPr lang="en-US" altLang="ja-JP" sz="2400" dirty="0"/>
              <a:t>60FPS</a:t>
            </a:r>
            <a:r>
              <a:rPr lang="ja-JP" altLang="en-US" sz="2400" dirty="0"/>
              <a:t>で動作する。</a:t>
            </a:r>
            <a:endParaRPr lang="en-US" altLang="ja-JP" sz="2400" dirty="0"/>
          </a:p>
          <a:p>
            <a:r>
              <a:rPr lang="ja-JP" altLang="en-US" sz="2400" dirty="0"/>
              <a:t>・どこか</a:t>
            </a:r>
            <a:r>
              <a:rPr lang="en-US" altLang="ja-JP" sz="2400" dirty="0"/>
              <a:t>1</a:t>
            </a:r>
            <a:r>
              <a:rPr lang="ja-JP" altLang="en-US" sz="2400" dirty="0"/>
              <a:t>か所でも自作の画像が使用されている。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19400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以下は加点要素になります。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■サンプルをよく分析すると実装できるもの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・複数背景（近景と遠景）</a:t>
            </a:r>
            <a:endParaRPr kumimoji="1" lang="en-US" altLang="ja-JP" sz="2400" dirty="0"/>
          </a:p>
          <a:p>
            <a:r>
              <a:rPr lang="ja-JP" altLang="en-US" sz="2400" dirty="0"/>
              <a:t>・プレイ時間表示</a:t>
            </a:r>
            <a:endParaRPr lang="en-US" altLang="ja-JP" sz="2400" dirty="0"/>
          </a:p>
          <a:p>
            <a:r>
              <a:rPr lang="ja-JP" altLang="en-US" sz="2400" dirty="0"/>
              <a:t>・プレイヤーに</a:t>
            </a:r>
            <a:r>
              <a:rPr lang="en-US" altLang="ja-JP" sz="2400" dirty="0"/>
              <a:t>HP</a:t>
            </a:r>
            <a:r>
              <a:rPr lang="ja-JP" altLang="en-US" sz="2400" dirty="0"/>
              <a:t>制度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■サンプルにない実装がある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・チャージショット</a:t>
            </a:r>
            <a:endParaRPr lang="en-US" altLang="ja-JP" sz="2400" dirty="0"/>
          </a:p>
          <a:p>
            <a:r>
              <a:rPr kumimoji="1" lang="ja-JP" altLang="en-US" sz="2400" dirty="0"/>
              <a:t>・ホーミング弾</a:t>
            </a:r>
            <a:endParaRPr kumimoji="1" lang="en-US" altLang="ja-JP" sz="2400" dirty="0"/>
          </a:p>
          <a:p>
            <a:r>
              <a:rPr lang="ja-JP" altLang="en-US" sz="2400" dirty="0"/>
              <a:t>・貫通弾</a:t>
            </a:r>
            <a:endParaRPr lang="en-US" altLang="ja-JP" sz="2400" dirty="0"/>
          </a:p>
          <a:p>
            <a:r>
              <a:rPr lang="ja-JP" altLang="en-US" sz="2400" dirty="0"/>
              <a:t>・３</a:t>
            </a:r>
            <a:r>
              <a:rPr lang="en-US" altLang="ja-JP" sz="2400" dirty="0"/>
              <a:t>Way</a:t>
            </a:r>
            <a:r>
              <a:rPr lang="ja-JP" altLang="en-US" sz="2400" dirty="0"/>
              <a:t>ショット</a:t>
            </a:r>
            <a:endParaRPr kumimoji="1" lang="en-US" altLang="ja-JP" sz="2400" dirty="0"/>
          </a:p>
          <a:p>
            <a:r>
              <a:rPr lang="ja-JP" altLang="en-US" sz="2400" dirty="0"/>
              <a:t>・サンプルにない動きをする敵（新種の敵、ボスなど）</a:t>
            </a:r>
            <a:endParaRPr lang="en-US" altLang="ja-JP" sz="2400" dirty="0"/>
          </a:p>
          <a:p>
            <a:r>
              <a:rPr kumimoji="1" lang="ja-JP" altLang="en-US" sz="2400" dirty="0"/>
              <a:t>・ハイスコアのセーブ（ゲームを終了してもリセットされない）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56909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シューティングゲーム制作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８月には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九州学生ゲーム大祭</a:t>
            </a:r>
            <a:r>
              <a:rPr kumimoji="1" lang="ja-JP" altLang="en-US" sz="2400" dirty="0"/>
              <a:t>という、</a:t>
            </a:r>
            <a:r>
              <a:rPr lang="ja-JP" altLang="en-US" sz="2400" dirty="0"/>
              <a:t>学生作品の展示イベントがあります。</a:t>
            </a:r>
            <a:endParaRPr lang="en-US" altLang="ja-JP" sz="2400" dirty="0"/>
          </a:p>
          <a:p>
            <a:r>
              <a:rPr kumimoji="1" lang="ja-JP" altLang="en-US" sz="2400" dirty="0"/>
              <a:t>数少ないイベント参加のチャンスですので、</a:t>
            </a:r>
            <a:endParaRPr kumimoji="1" lang="en-US" altLang="ja-JP" sz="2400" dirty="0"/>
          </a:p>
          <a:p>
            <a:r>
              <a:rPr lang="ja-JP" altLang="en-US" sz="2400" dirty="0"/>
              <a:t>ぜひ展示まで狙ってみましょう。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このようなイベントでの展示は、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将来の就職活動でとても大きなアドバンテージ</a:t>
            </a:r>
            <a:r>
              <a:rPr kumimoji="1" lang="ja-JP" altLang="en-US" sz="2400" dirty="0"/>
              <a:t>となります。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■注意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イベントには他校の学生や企業の方も多数参加されます。</a:t>
            </a:r>
            <a:endParaRPr lang="en-US" altLang="ja-JP" sz="2400" dirty="0"/>
          </a:p>
          <a:p>
            <a:r>
              <a:rPr kumimoji="1" lang="ja-JP" altLang="en-US" sz="2400" dirty="0"/>
              <a:t>それなりのクオリティでなければ展示させません。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27997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</TotalTime>
  <Words>289</Words>
  <Application>Microsoft Office PowerPoint</Application>
  <PresentationFormat>ワイド画面</PresentationFormat>
  <Paragraphs>48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49</cp:revision>
  <dcterms:created xsi:type="dcterms:W3CDTF">2024-08-27T02:15:54Z</dcterms:created>
  <dcterms:modified xsi:type="dcterms:W3CDTF">2026-05-20T01:05:24Z</dcterms:modified>
</cp:coreProperties>
</file>