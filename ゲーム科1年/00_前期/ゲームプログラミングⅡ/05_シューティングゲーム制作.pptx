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9" d="100"/>
          <a:sy n="69" d="100"/>
        </p:scale>
        <p:origin x="22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これまでの学習を生かしてシューティングゲームを制作します。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前期の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ゲームプログラミング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Ⅰ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の成績となります</a:t>
            </a:r>
            <a:r>
              <a:rPr kumimoji="1" lang="ja-JP" altLang="en-US" sz="2400" dirty="0"/>
              <a:t>し、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就活資料のポートフォリオにも載せるもの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しっかり作り上げましょう。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■前提条件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/>
              <a:t>Visual Studio</a:t>
            </a:r>
            <a:r>
              <a:rPr kumimoji="1" lang="ja-JP" altLang="en-US" sz="2400" dirty="0"/>
              <a:t>の「新しいプロジェクト作成」から作ること</a:t>
            </a:r>
            <a:endParaRPr kumimoji="1" lang="en-US" altLang="ja-JP" sz="2400" dirty="0"/>
          </a:p>
          <a:p>
            <a:r>
              <a:rPr lang="ja-JP" altLang="en-US" sz="2400" dirty="0"/>
              <a:t>　（これまでのコピペから始めないこと）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・サンプルをコピーしないこと</a:t>
            </a:r>
            <a:endParaRPr lang="en-US" altLang="ja-JP" sz="2400" dirty="0"/>
          </a:p>
          <a:p>
            <a:r>
              <a:rPr kumimoji="1" lang="ja-JP" altLang="en-US" sz="2400" dirty="0"/>
              <a:t>　（理解したうえで手打ちでプログラムを書くこと）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12814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以下は最低限の実装内容となります。</a:t>
            </a:r>
            <a:endParaRPr kumimoji="1" lang="en-US" altLang="ja-JP" sz="2400" dirty="0"/>
          </a:p>
          <a:p>
            <a:r>
              <a:rPr lang="ja-JP" altLang="en-US" sz="2400" dirty="0"/>
              <a:t>これを満たしていなければ、</a:t>
            </a:r>
            <a:r>
              <a:rPr lang="ja-JP" altLang="en-US" sz="2400" b="1" dirty="0">
                <a:solidFill>
                  <a:srgbClr val="FF0000"/>
                </a:solidFill>
              </a:rPr>
              <a:t>不合格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■ゲーム全般について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ESC</a:t>
            </a:r>
            <a:r>
              <a:rPr lang="ja-JP" altLang="en-US" sz="2400" dirty="0"/>
              <a:t>キーで終了する</a:t>
            </a:r>
            <a:endParaRPr lang="en-US" altLang="ja-JP" sz="2400" dirty="0"/>
          </a:p>
          <a:p>
            <a:r>
              <a:rPr kumimoji="1" lang="ja-JP" altLang="en-US" sz="2400" dirty="0"/>
              <a:t>・タイトル、プレイ、ゲームオーバー、ゲームクリアの</a:t>
            </a:r>
            <a:r>
              <a:rPr kumimoji="1" lang="en-US" altLang="ja-JP" sz="2400" dirty="0"/>
              <a:t>4</a:t>
            </a:r>
            <a:r>
              <a:rPr kumimoji="1" lang="ja-JP" altLang="en-US" sz="2400" dirty="0"/>
              <a:t>つの画面がある。</a:t>
            </a:r>
            <a:endParaRPr kumimoji="1" lang="en-US" altLang="ja-JP" sz="2400" dirty="0"/>
          </a:p>
          <a:p>
            <a:r>
              <a:rPr kumimoji="1" lang="ja-JP" altLang="en-US" sz="2400" dirty="0"/>
              <a:t>・上記の</a:t>
            </a:r>
            <a:r>
              <a:rPr kumimoji="1" lang="en-US" altLang="ja-JP" sz="2400" dirty="0"/>
              <a:t>4</a:t>
            </a:r>
            <a:r>
              <a:rPr kumimoji="1" lang="ja-JP" altLang="en-US" sz="2400" dirty="0"/>
              <a:t>画面が正しく遷移する。</a:t>
            </a:r>
            <a:endParaRPr kumimoji="1" lang="en-US" altLang="ja-JP" sz="2400" dirty="0"/>
          </a:p>
          <a:p>
            <a:r>
              <a:rPr kumimoji="1" lang="ja-JP" altLang="en-US" sz="2400" dirty="0"/>
              <a:t>・</a:t>
            </a:r>
            <a:r>
              <a:rPr lang="en-US" altLang="ja-JP" sz="2400" dirty="0"/>
              <a:t>60FPS</a:t>
            </a:r>
            <a:r>
              <a:rPr lang="ja-JP" altLang="en-US" sz="2400" dirty="0"/>
              <a:t>で動作する。</a:t>
            </a:r>
            <a:endParaRPr lang="en-US" altLang="ja-JP" sz="2400" dirty="0"/>
          </a:p>
          <a:p>
            <a:r>
              <a:rPr lang="ja-JP" altLang="en-US" sz="2400" dirty="0"/>
              <a:t>・どこか</a:t>
            </a:r>
            <a:r>
              <a:rPr lang="en-US" altLang="ja-JP" sz="2400" dirty="0"/>
              <a:t>1</a:t>
            </a:r>
            <a:r>
              <a:rPr lang="ja-JP" altLang="en-US" sz="2400" dirty="0"/>
              <a:t>か所でも自作の画像が使用されている。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■プレイヤーについて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・キー入力に対応した移動がある。</a:t>
            </a:r>
            <a:endParaRPr kumimoji="1" lang="en-US" altLang="ja-JP" sz="2400" dirty="0"/>
          </a:p>
          <a:p>
            <a:r>
              <a:rPr lang="ja-JP" altLang="en-US" sz="2400" dirty="0"/>
              <a:t>・任意のキーを押すと弾丸が発射される。</a:t>
            </a:r>
            <a:endParaRPr lang="en-US" altLang="ja-JP" sz="2400" dirty="0"/>
          </a:p>
          <a:p>
            <a:r>
              <a:rPr kumimoji="1" lang="ja-JP" altLang="en-US" sz="2400" dirty="0"/>
              <a:t>・任意の条件で死亡する。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19400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最低限の実装つづき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■敵について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2</a:t>
            </a:r>
            <a:r>
              <a:rPr lang="ja-JP" altLang="en-US" sz="2400" dirty="0"/>
              <a:t>体以上出現させる</a:t>
            </a:r>
            <a:endParaRPr lang="en-US" altLang="ja-JP" sz="2400" dirty="0"/>
          </a:p>
          <a:p>
            <a:r>
              <a:rPr kumimoji="1" lang="ja-JP" altLang="en-US" sz="2400" dirty="0"/>
              <a:t>・プレイヤーを攻撃する手段がある（体当たりなどでも可）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■弾丸について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・画面に複数存在しても問題なく挙動する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※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必ず提出前に、条件を満たしているか確認しましょう！！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510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以下は加点要素になります。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■サンプルをよく分析すると実装できるもの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・複数背景（近景と遠景）</a:t>
            </a:r>
            <a:endParaRPr kumimoji="1" lang="en-US" altLang="ja-JP" sz="2400" dirty="0"/>
          </a:p>
          <a:p>
            <a:r>
              <a:rPr lang="ja-JP" altLang="en-US" sz="2400" dirty="0"/>
              <a:t>・プレイ時間表示</a:t>
            </a:r>
            <a:endParaRPr lang="en-US" altLang="ja-JP" sz="2400" dirty="0"/>
          </a:p>
          <a:p>
            <a:r>
              <a:rPr lang="ja-JP" altLang="en-US" sz="2400" dirty="0"/>
              <a:t>・プレイヤーに</a:t>
            </a:r>
            <a:r>
              <a:rPr lang="en-US" altLang="ja-JP" sz="2400" dirty="0"/>
              <a:t>HP</a:t>
            </a:r>
            <a:r>
              <a:rPr lang="ja-JP" altLang="en-US" sz="2400" dirty="0"/>
              <a:t>制度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■サンプルにない実装がある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・チャージショット</a:t>
            </a:r>
            <a:endParaRPr lang="en-US" altLang="ja-JP" sz="2400" dirty="0"/>
          </a:p>
          <a:p>
            <a:r>
              <a:rPr kumimoji="1" lang="ja-JP" altLang="en-US" sz="2400" dirty="0"/>
              <a:t>・ホーミング弾</a:t>
            </a:r>
            <a:endParaRPr kumimoji="1" lang="en-US" altLang="ja-JP" sz="2400" dirty="0"/>
          </a:p>
          <a:p>
            <a:r>
              <a:rPr lang="ja-JP" altLang="en-US" sz="2400" dirty="0"/>
              <a:t>・貫通弾</a:t>
            </a:r>
            <a:endParaRPr lang="en-US" altLang="ja-JP" sz="2400" dirty="0"/>
          </a:p>
          <a:p>
            <a:r>
              <a:rPr lang="ja-JP" altLang="en-US" sz="2400" dirty="0"/>
              <a:t>・３</a:t>
            </a:r>
            <a:r>
              <a:rPr lang="en-US" altLang="ja-JP" sz="2400" dirty="0"/>
              <a:t>Way</a:t>
            </a:r>
            <a:r>
              <a:rPr lang="ja-JP" altLang="en-US" sz="2400" dirty="0"/>
              <a:t>ショット</a:t>
            </a:r>
            <a:endParaRPr kumimoji="1" lang="en-US" altLang="ja-JP" sz="2400" dirty="0"/>
          </a:p>
          <a:p>
            <a:r>
              <a:rPr lang="ja-JP" altLang="en-US" sz="2400" dirty="0"/>
              <a:t>・サンプルにない動きをする敵（新種の敵、ボスなど）</a:t>
            </a:r>
            <a:endParaRPr lang="en-US" altLang="ja-JP" sz="2400" dirty="0"/>
          </a:p>
          <a:p>
            <a:r>
              <a:rPr kumimoji="1" lang="ja-JP" altLang="en-US" sz="2400" dirty="0"/>
              <a:t>・ハイスコアのセーブ（ゲームを終了してもリセットされない）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6909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335</Words>
  <Application>Microsoft Office PowerPoint</Application>
  <PresentationFormat>ワイド画面</PresentationFormat>
  <Paragraphs>55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44</cp:revision>
  <dcterms:created xsi:type="dcterms:W3CDTF">2024-08-27T02:15:54Z</dcterms:created>
  <dcterms:modified xsi:type="dcterms:W3CDTF">2024-09-13T05:18:26Z</dcterms:modified>
</cp:coreProperties>
</file>