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ゲームにとって音は欠かせない要素になります。</a:t>
            </a:r>
            <a:endParaRPr kumimoji="1" lang="en-US" altLang="ja-JP" sz="2400" dirty="0"/>
          </a:p>
          <a:p>
            <a:r>
              <a:rPr lang="ja-JP" altLang="en-US" sz="2400" dirty="0"/>
              <a:t>ゲームで使用する音は主に２種類あります。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BGM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Back Ground Music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ゲーム中に流れ続けている音楽。</a:t>
            </a:r>
            <a:endParaRPr lang="en-US" altLang="ja-JP" sz="2400" dirty="0"/>
          </a:p>
          <a:p>
            <a:r>
              <a:rPr kumimoji="1" lang="ja-JP" altLang="en-US" sz="2400" dirty="0"/>
              <a:t>基本的には常に流れている。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S</a:t>
            </a:r>
            <a:r>
              <a:rPr lang="en-US" altLang="ja-JP" sz="2400" b="1" dirty="0">
                <a:solidFill>
                  <a:srgbClr val="FF0000"/>
                </a:solidFill>
              </a:rPr>
              <a:t>E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Sound Effect</a:t>
            </a:r>
            <a:r>
              <a:rPr lang="ja-JP" altLang="en-US" sz="2400" b="1" dirty="0">
                <a:solidFill>
                  <a:srgbClr val="FF0000"/>
                </a:solidFill>
              </a:rPr>
              <a:t>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日本語では効果音と</a:t>
            </a:r>
            <a:r>
              <a:rPr kumimoji="1" lang="ja-JP" altLang="en-US" sz="2400"/>
              <a:t>呼ばれている。</a:t>
            </a:r>
            <a:endParaRPr kumimoji="1" lang="en-US" altLang="ja-JP" sz="2400" dirty="0"/>
          </a:p>
          <a:p>
            <a:r>
              <a:rPr lang="ja-JP" altLang="en-US" sz="2400" dirty="0"/>
              <a:t>足音、爆発音、魔法の音など、一瞬だけ再生される音。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サウンドをゲームに実装する場合は、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様々な種類の音を、好きなタイミングで鳴らせるように</a:t>
            </a:r>
            <a:r>
              <a:rPr lang="ja-JP" altLang="en-US" sz="2400" dirty="0"/>
              <a:t>しないといけません。</a:t>
            </a:r>
            <a:endParaRPr lang="en-US" altLang="ja-JP" sz="2400" dirty="0"/>
          </a:p>
          <a:p>
            <a:r>
              <a:rPr kumimoji="1" lang="ja-JP" altLang="en-US" sz="2400" dirty="0"/>
              <a:t>つまり、自由に音を再生できるように、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管理するプログラムが必要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376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49889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B050"/>
                </a:solidFill>
              </a:rPr>
              <a:t>Source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kumimoji="1" lang="ja-JP" altLang="en-US" sz="2400" dirty="0"/>
              <a:t>に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Sound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kumimoji="1" lang="ja-JP" altLang="en-US" sz="2400" dirty="0"/>
              <a:t>を追加し、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SoundManager.cpp/.h</a:t>
            </a:r>
            <a:r>
              <a:rPr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AF81C5-E11D-47F7-BCBF-AB325EE155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908418" cy="329927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9647027-6D53-4351-946E-E09511141F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3636" y="2187125"/>
            <a:ext cx="3768131" cy="1604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83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SoundManager.h</a:t>
            </a:r>
            <a:r>
              <a:rPr kumimoji="1" lang="ja-JP" altLang="en-US" sz="2400" dirty="0"/>
              <a:t>に必要な定義、宣言を書いていきます。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DD6FFE0-0E7F-43AC-996F-357C61A1A3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497517" cy="4730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4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023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SoundManager.cpp</a:t>
            </a:r>
            <a:r>
              <a:rPr kumimoji="1" lang="ja-JP" altLang="en-US" sz="2400" dirty="0"/>
              <a:t>その１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6269B53-F038-400A-ADB8-3B5B976D4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09650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915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023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SoundManager.cpp</a:t>
            </a:r>
            <a:r>
              <a:rPr kumimoji="1" lang="ja-JP" altLang="en-US" sz="2400" dirty="0"/>
              <a:t>その２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8D8F06-D353-4970-B056-C0FA118519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7163660" cy="424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609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742317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サウンド関連の処理は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の以下の関数を使っています。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LoadSoundMem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サウンドファイルを読み込む関数。</a:t>
            </a:r>
            <a:endParaRPr kumimoji="1" lang="en-US" altLang="ja-JP" sz="2400" dirty="0"/>
          </a:p>
          <a:p>
            <a:r>
              <a:rPr lang="ja-JP" altLang="en-US" sz="2400" dirty="0"/>
              <a:t>基本的な使い方は画像と同じ。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PlaySoundMem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指定したサウンドを再生する関数。</a:t>
            </a:r>
            <a:endParaRPr kumimoji="1" lang="en-US" altLang="ja-JP" sz="2400" dirty="0"/>
          </a:p>
          <a:p>
            <a:r>
              <a:rPr lang="en-US" altLang="ja-JP" sz="2400" dirty="0"/>
              <a:t>BGM</a:t>
            </a:r>
            <a:r>
              <a:rPr lang="ja-JP" altLang="en-US" sz="2400" dirty="0"/>
              <a:t>はループしてほしいので、第</a:t>
            </a:r>
            <a:r>
              <a:rPr lang="en-US" altLang="ja-JP" sz="2400" dirty="0"/>
              <a:t>2</a:t>
            </a:r>
            <a:r>
              <a:rPr lang="ja-JP" altLang="en-US" sz="2400" dirty="0"/>
              <a:t>引数に</a:t>
            </a:r>
            <a:r>
              <a:rPr lang="en-US" altLang="ja-JP" sz="2400" b="1" dirty="0">
                <a:solidFill>
                  <a:srgbClr val="7030A0"/>
                </a:solidFill>
              </a:rPr>
              <a:t>DX_PLAYTYPE_LOOP</a:t>
            </a:r>
            <a:r>
              <a:rPr lang="ja-JP" altLang="en-US" sz="2400" dirty="0"/>
              <a:t>を指定している。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DeleteSoundMem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ロードしたサウンドをメモリから削除する関数。</a:t>
            </a:r>
            <a:endParaRPr kumimoji="1" lang="en-US" altLang="ja-JP" sz="2400" dirty="0"/>
          </a:p>
          <a:p>
            <a:r>
              <a:rPr lang="ja-JP" altLang="en-US" sz="2400" dirty="0"/>
              <a:t>画像と同様に不要になったら削除します。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9555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910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SE</a:t>
            </a:r>
            <a:r>
              <a:rPr kumimoji="1" lang="ja-JP" altLang="en-US" sz="2400" dirty="0"/>
              <a:t>側も実装します。</a:t>
            </a:r>
            <a:r>
              <a:rPr lang="en-US" altLang="ja-JP" sz="2400" b="1" dirty="0" err="1">
                <a:solidFill>
                  <a:srgbClr val="FF0000"/>
                </a:solidFill>
              </a:rPr>
              <a:t>SoundManager.h</a:t>
            </a:r>
            <a:r>
              <a:rPr lang="ja-JP" altLang="en-US" sz="2400" dirty="0"/>
              <a:t>から書いていきます。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1F97BB8-EE49-4B01-82B7-88E4D6C8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865070" cy="4616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567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4083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SoundManager.cpp</a:t>
            </a:r>
            <a:r>
              <a:rPr lang="ja-JP" altLang="en-US" sz="2400" dirty="0"/>
              <a:t>側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AFDBBB3-B5BB-46EF-8348-C27191D19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229325" cy="459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047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56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これで好きなタイミングで</a:t>
            </a:r>
            <a:r>
              <a:rPr lang="en-US" altLang="ja-JP" sz="2400" dirty="0"/>
              <a:t>Play</a:t>
            </a:r>
            <a:r>
              <a:rPr lang="ja-JP" altLang="en-US" sz="2400" dirty="0"/>
              <a:t>関数を呼ぶとサウンドを鳴らすことができます。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796B0E-451B-4EC9-840F-2613E1EE74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957893" cy="479898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448031A-F8F5-4A20-B5B7-A80A7A346B4C}"/>
              </a:ext>
            </a:extLst>
          </p:cNvPr>
          <p:cNvSpPr/>
          <p:nvPr/>
        </p:nvSpPr>
        <p:spPr>
          <a:xfrm>
            <a:off x="2393683" y="5145741"/>
            <a:ext cx="2258999" cy="4958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FE4BA9E-147F-4616-835C-0FB396BD7A93}"/>
              </a:ext>
            </a:extLst>
          </p:cNvPr>
          <p:cNvSpPr txBox="1"/>
          <p:nvPr/>
        </p:nvSpPr>
        <p:spPr>
          <a:xfrm>
            <a:off x="8525435" y="6270920"/>
            <a:ext cx="1670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Player.cpp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64900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サウンド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サウンドは</a:t>
            </a:r>
            <a:r>
              <a:rPr lang="ja-JP" altLang="en-US" sz="2400" b="1" dirty="0">
                <a:solidFill>
                  <a:srgbClr val="FF0000"/>
                </a:solidFill>
              </a:rPr>
              <a:t>ゲームを通して使用する</a:t>
            </a:r>
            <a:r>
              <a:rPr lang="ja-JP" altLang="en-US" sz="2400" dirty="0"/>
              <a:t>ことになるので、</a:t>
            </a:r>
            <a:endParaRPr lang="en-US" altLang="ja-JP" sz="2400" dirty="0"/>
          </a:p>
          <a:p>
            <a:r>
              <a:rPr kumimoji="1" lang="ja-JP" altLang="en-US" sz="2400" dirty="0"/>
              <a:t>ロード処理や終了処理は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で呼んでいます。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C4EAEA9-6847-4460-AB7A-934A9CC1F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6"/>
            <a:ext cx="5600176" cy="186226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62C6901-9C4F-457F-878D-8B0A745AC71A}"/>
              </a:ext>
            </a:extLst>
          </p:cNvPr>
          <p:cNvSpPr/>
          <p:nvPr/>
        </p:nvSpPr>
        <p:spPr>
          <a:xfrm>
            <a:off x="1568824" y="2366683"/>
            <a:ext cx="1237129" cy="4213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E10A82A-8AC4-4C7D-9238-1E570D395C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753637"/>
            <a:ext cx="6093234" cy="147575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898501F-A25D-49A7-BF1D-724E50173F36}"/>
              </a:ext>
            </a:extLst>
          </p:cNvPr>
          <p:cNvSpPr/>
          <p:nvPr/>
        </p:nvSpPr>
        <p:spPr>
          <a:xfrm>
            <a:off x="1568824" y="4921624"/>
            <a:ext cx="1237129" cy="42134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249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595</TotalTime>
  <Words>319</Words>
  <Application>Microsoft Office PowerPoint</Application>
  <PresentationFormat>ワイド画面</PresentationFormat>
  <Paragraphs>48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47</cp:revision>
  <dcterms:created xsi:type="dcterms:W3CDTF">2024-08-27T02:15:54Z</dcterms:created>
  <dcterms:modified xsi:type="dcterms:W3CDTF">2025-03-03T04:38:32Z</dcterms:modified>
</cp:coreProperties>
</file>