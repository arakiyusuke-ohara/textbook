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2026/6/22</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2026/6/22</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2026/6/22</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2026/6/22</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2026/6/22</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2026/6/22</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2026/6/22</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2026/6/22</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2026/6/22</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2026/6/22</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2026/6/22</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2026/6/22</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750566" cy="584775"/>
          </a:xfrm>
          <a:prstGeom prst="rect">
            <a:avLst/>
          </a:prstGeom>
          <a:noFill/>
        </p:spPr>
        <p:txBody>
          <a:bodyPr wrap="none" rtlCol="0">
            <a:spAutoFit/>
          </a:bodyPr>
          <a:lstStyle/>
          <a:p>
            <a:r>
              <a:rPr kumimoji="1" lang="ja-JP" altLang="en-US" sz="3200" b="1" u="sng" dirty="0"/>
              <a:t>サンプルシューティングゲーム解説</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416868" cy="5632311"/>
          </a:xfrm>
          <a:prstGeom prst="rect">
            <a:avLst/>
          </a:prstGeom>
          <a:noFill/>
        </p:spPr>
        <p:txBody>
          <a:bodyPr wrap="none" rtlCol="0">
            <a:spAutoFit/>
          </a:bodyPr>
          <a:lstStyle/>
          <a:p>
            <a:r>
              <a:rPr kumimoji="1" lang="ja-JP" altLang="en-US" sz="2400" dirty="0"/>
              <a:t>実際にコードを見ながら解説します。</a:t>
            </a:r>
            <a:endParaRPr kumimoji="1" lang="en-US" altLang="ja-JP" sz="2400" dirty="0"/>
          </a:p>
          <a:p>
            <a:endParaRPr lang="en-US" altLang="ja-JP" sz="2400" dirty="0"/>
          </a:p>
          <a:p>
            <a:r>
              <a:rPr kumimoji="1" lang="ja-JP" altLang="en-US" sz="2400" dirty="0"/>
              <a:t>■解説するところ</a:t>
            </a:r>
            <a:endParaRPr kumimoji="1" lang="en-US" altLang="ja-JP" sz="2400" dirty="0"/>
          </a:p>
          <a:p>
            <a:r>
              <a:rPr lang="ja-JP" altLang="en-US" sz="2400" dirty="0"/>
              <a:t>１．バレット、エネミーの管理</a:t>
            </a:r>
            <a:endParaRPr lang="en-US" altLang="ja-JP" sz="2400" dirty="0"/>
          </a:p>
          <a:p>
            <a:r>
              <a:rPr lang="ja-JP" altLang="en-US" sz="2400" dirty="0"/>
              <a:t>　・配列を使った管理</a:t>
            </a:r>
            <a:endParaRPr lang="en-US" altLang="ja-JP" sz="2400" dirty="0"/>
          </a:p>
          <a:p>
            <a:r>
              <a:rPr lang="ja-JP" altLang="en-US" sz="2400" dirty="0"/>
              <a:t>　・バレットの発射</a:t>
            </a:r>
            <a:endParaRPr lang="en-US" altLang="ja-JP" sz="2400" dirty="0"/>
          </a:p>
          <a:p>
            <a:r>
              <a:rPr lang="ja-JP" altLang="en-US" sz="2400" dirty="0"/>
              <a:t>　・エネミーの配置</a:t>
            </a:r>
            <a:endParaRPr lang="en-US" altLang="ja-JP" sz="2400" dirty="0"/>
          </a:p>
          <a:p>
            <a:endParaRPr kumimoji="1" lang="en-US" altLang="ja-JP" sz="2400" dirty="0"/>
          </a:p>
          <a:p>
            <a:r>
              <a:rPr lang="ja-JP" altLang="en-US" sz="2400" dirty="0"/>
              <a:t>２．当たり判定</a:t>
            </a:r>
            <a:endParaRPr lang="en-US" altLang="ja-JP" sz="2400" dirty="0"/>
          </a:p>
          <a:p>
            <a:r>
              <a:rPr lang="ja-JP" altLang="en-US" sz="2400" dirty="0"/>
              <a:t>　・各データの取得方法</a:t>
            </a:r>
            <a:endParaRPr lang="en-US" altLang="ja-JP" sz="2400" dirty="0"/>
          </a:p>
          <a:p>
            <a:r>
              <a:rPr lang="ja-JP" altLang="en-US" sz="2400" dirty="0"/>
              <a:t>　・プレイヤーとエネミーの区別</a:t>
            </a:r>
            <a:endParaRPr lang="en-US" altLang="ja-JP" sz="2400" dirty="0"/>
          </a:p>
          <a:p>
            <a:endParaRPr kumimoji="1" lang="en-US" altLang="ja-JP" sz="2400" dirty="0"/>
          </a:p>
          <a:p>
            <a:r>
              <a:rPr lang="ja-JP" altLang="en-US" sz="2400" dirty="0"/>
              <a:t>３．</a:t>
            </a:r>
            <a:r>
              <a:rPr lang="en-US" altLang="ja-JP" sz="2400" dirty="0"/>
              <a:t>UI</a:t>
            </a:r>
          </a:p>
          <a:p>
            <a:r>
              <a:rPr lang="ja-JP" altLang="en-US" sz="2400" dirty="0"/>
              <a:t>　・フォント</a:t>
            </a:r>
            <a:endParaRPr lang="en-US" altLang="ja-JP" sz="2400" dirty="0"/>
          </a:p>
          <a:p>
            <a:r>
              <a:rPr lang="ja-JP" altLang="en-US" sz="2400" dirty="0"/>
              <a:t>　・テキスト</a:t>
            </a:r>
            <a:endParaRPr lang="en-US" altLang="ja-JP" sz="2400" dirty="0"/>
          </a:p>
        </p:txBody>
      </p:sp>
    </p:spTree>
    <p:extLst>
      <p:ext uri="{BB962C8B-B14F-4D97-AF65-F5344CB8AC3E}">
        <p14:creationId xmlns:p14="http://schemas.microsoft.com/office/powerpoint/2010/main" val="41002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750566" cy="584775"/>
          </a:xfrm>
          <a:prstGeom prst="rect">
            <a:avLst/>
          </a:prstGeom>
          <a:noFill/>
        </p:spPr>
        <p:txBody>
          <a:bodyPr wrap="none" rtlCol="0">
            <a:spAutoFit/>
          </a:bodyPr>
          <a:lstStyle/>
          <a:p>
            <a:r>
              <a:rPr kumimoji="1" lang="ja-JP" altLang="en-US" sz="3200" b="1" u="sng" dirty="0"/>
              <a:t>サンプルシューティングゲーム解説</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341293" cy="2308324"/>
          </a:xfrm>
          <a:prstGeom prst="rect">
            <a:avLst/>
          </a:prstGeom>
          <a:noFill/>
        </p:spPr>
        <p:txBody>
          <a:bodyPr wrap="none" rtlCol="0">
            <a:spAutoFit/>
          </a:bodyPr>
          <a:lstStyle/>
          <a:p>
            <a:r>
              <a:rPr kumimoji="1" lang="ja-JP" altLang="en-US" sz="2400" dirty="0"/>
              <a:t>次回からシューティングゲームの課題制作が始まります。</a:t>
            </a:r>
            <a:endParaRPr kumimoji="1" lang="en-US" altLang="ja-JP" sz="2400" dirty="0"/>
          </a:p>
          <a:p>
            <a:r>
              <a:rPr lang="ja-JP" altLang="en-US" sz="2400" dirty="0"/>
              <a:t>どのようなものを作るのか考えながら、</a:t>
            </a:r>
            <a:endParaRPr lang="en-US" altLang="ja-JP" sz="2400" dirty="0"/>
          </a:p>
          <a:p>
            <a:r>
              <a:rPr lang="ja-JP" altLang="en-US" sz="2400" dirty="0"/>
              <a:t>どのようなプログラムを書かなければいけないのか考えておきましょう。</a:t>
            </a:r>
            <a:endParaRPr lang="en-US" altLang="ja-JP" sz="2400" dirty="0"/>
          </a:p>
          <a:p>
            <a:endParaRPr lang="en-US" altLang="ja-JP" sz="2400" dirty="0"/>
          </a:p>
          <a:p>
            <a:r>
              <a:rPr lang="ja-JP" altLang="en-US" sz="2400" dirty="0"/>
              <a:t>わからない部分はサンプルを参考にしたり、先生に質問したり、</a:t>
            </a:r>
            <a:endParaRPr lang="en-US" altLang="ja-JP" sz="2400" dirty="0"/>
          </a:p>
          <a:p>
            <a:r>
              <a:rPr lang="ja-JP" altLang="en-US" sz="2400" dirty="0"/>
              <a:t>過去のスライドを見直したり</a:t>
            </a:r>
            <a:r>
              <a:rPr lang="ja-JP" altLang="en-US" sz="2400"/>
              <a:t>しましょう。</a:t>
            </a:r>
            <a:endParaRPr lang="en-US" altLang="ja-JP" sz="2400" dirty="0"/>
          </a:p>
        </p:txBody>
      </p:sp>
    </p:spTree>
    <p:extLst>
      <p:ext uri="{BB962C8B-B14F-4D97-AF65-F5344CB8AC3E}">
        <p14:creationId xmlns:p14="http://schemas.microsoft.com/office/powerpoint/2010/main" val="96477643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556</TotalTime>
  <Words>117</Words>
  <Application>Microsoft Office PowerPoint</Application>
  <PresentationFormat>ワイド画面</PresentationFormat>
  <Paragraphs>23</Paragraphs>
  <Slides>2</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vt:i4>
      </vt:variant>
    </vt:vector>
  </HeadingPairs>
  <TitlesOfParts>
    <vt:vector size="6" baseType="lpstr">
      <vt:lpstr>游ゴシック</vt:lpstr>
      <vt:lpstr>游ゴシック Light</vt:lpstr>
      <vt:lpstr>Arial</vt:lpstr>
      <vt:lpstr>Office テーマ</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北九州校　ゲーム</cp:lastModifiedBy>
  <cp:revision>45</cp:revision>
  <dcterms:created xsi:type="dcterms:W3CDTF">2024-08-27T02:15:54Z</dcterms:created>
  <dcterms:modified xsi:type="dcterms:W3CDTF">2026-06-22T02:18:20Z</dcterms:modified>
</cp:coreProperties>
</file>