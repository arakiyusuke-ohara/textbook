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画像の複数表示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雲を複数表示させます。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A2CC2B4-3D36-44B8-8E45-60162EAE80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8267700" cy="4650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306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画像の複数表示 練習</a:t>
            </a:r>
            <a:r>
              <a:rPr kumimoji="1" lang="en-US" altLang="ja-JP" sz="3200" b="1" u="sng" dirty="0"/>
              <a:t>1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まずは雲の数をマクロで定義します。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2CF25D6-AFDA-40F4-99A3-73E1DF6444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10379962" cy="2525606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0C5F390-8870-45A5-BC82-2350E42D5C2F}"/>
              </a:ext>
            </a:extLst>
          </p:cNvPr>
          <p:cNvSpPr/>
          <p:nvPr/>
        </p:nvSpPr>
        <p:spPr>
          <a:xfrm>
            <a:off x="1954306" y="3429000"/>
            <a:ext cx="6033247" cy="125954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8BDC9BB-8993-4CDA-94DE-DFC8BD1FBCEF}"/>
              </a:ext>
            </a:extLst>
          </p:cNvPr>
          <p:cNvSpPr txBox="1"/>
          <p:nvPr/>
        </p:nvSpPr>
        <p:spPr>
          <a:xfrm>
            <a:off x="567542" y="5017962"/>
            <a:ext cx="91101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このように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ゲーム中に絶対に変わらない固定値</a:t>
            </a:r>
            <a:r>
              <a:rPr kumimoji="1" lang="ja-JP" altLang="en-US" sz="2400" dirty="0"/>
              <a:t>を宣言するのに、</a:t>
            </a:r>
            <a:endParaRPr kumimoji="1" lang="en-US" altLang="ja-JP" sz="2400" dirty="0"/>
          </a:p>
          <a:p>
            <a:r>
              <a:rPr lang="en-US" altLang="ja-JP" sz="2400" b="1" dirty="0"/>
              <a:t>#define</a:t>
            </a:r>
            <a:r>
              <a:rPr lang="ja-JP" altLang="en-US" sz="2400" dirty="0"/>
              <a:t>が使用されます。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84152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306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画像の複数表示 練習</a:t>
            </a:r>
            <a:r>
              <a:rPr kumimoji="1" lang="en-US" altLang="ja-JP" sz="3200" b="1" u="sng" dirty="0"/>
              <a:t>2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3401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雲に関する変数を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構造体に置き換え</a:t>
            </a:r>
            <a:r>
              <a:rPr kumimoji="1" lang="ja-JP" altLang="en-US" sz="2400" dirty="0"/>
              <a:t>ます。</a:t>
            </a:r>
            <a:endParaRPr kumimoji="1" lang="en-US" altLang="ja-JP" sz="2400" dirty="0"/>
          </a:p>
          <a:p>
            <a:r>
              <a:rPr lang="ja-JP" altLang="en-US" sz="2400" dirty="0"/>
              <a:t>その構造体を雲の数だけ配列で用意します。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488D879-3845-434B-A07D-CF6A6FBC0D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187126"/>
            <a:ext cx="7167176" cy="4073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062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306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画像の複数表示 練習</a:t>
            </a:r>
            <a:r>
              <a:rPr kumimoji="1" lang="en-US" altLang="ja-JP" sz="3200" b="1" u="sng" dirty="0"/>
              <a:t>3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5002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70C0"/>
                </a:solidFill>
              </a:rPr>
              <a:t>for</a:t>
            </a:r>
            <a:r>
              <a:rPr lang="ja-JP" altLang="en-US" sz="2400" b="1" dirty="0">
                <a:solidFill>
                  <a:srgbClr val="0070C0"/>
                </a:solidFill>
              </a:rPr>
              <a:t>文</a:t>
            </a:r>
            <a:r>
              <a:rPr lang="ja-JP" altLang="en-US" sz="2400" dirty="0"/>
              <a:t>で雲の数だけ初期化しましょう。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4CAF2B8-F217-4E12-AF00-006E328C4A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7544853" cy="4677428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F41172C-EF22-4FD2-A9AD-1D1ADCADAE53}"/>
              </a:ext>
            </a:extLst>
          </p:cNvPr>
          <p:cNvSpPr txBox="1"/>
          <p:nvPr/>
        </p:nvSpPr>
        <p:spPr>
          <a:xfrm>
            <a:off x="6515367" y="4711700"/>
            <a:ext cx="5109091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練習なので</a:t>
            </a:r>
            <a:endParaRPr lang="en-US" altLang="ja-JP" sz="2400" dirty="0"/>
          </a:p>
          <a:p>
            <a:r>
              <a:rPr lang="ja-JP" altLang="en-US" sz="2400" dirty="0"/>
              <a:t>初期位置設定は単調なもので。。。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86912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306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画像の複数表示 練習</a:t>
            </a:r>
            <a:r>
              <a:rPr kumimoji="1" lang="en-US" altLang="ja-JP" sz="3200" b="1" u="sng" dirty="0"/>
              <a:t>4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1924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70C0"/>
                </a:solidFill>
              </a:rPr>
              <a:t>for</a:t>
            </a:r>
            <a:r>
              <a:rPr lang="ja-JP" altLang="en-US" sz="2400" b="1" dirty="0">
                <a:solidFill>
                  <a:srgbClr val="0070C0"/>
                </a:solidFill>
              </a:rPr>
              <a:t>文</a:t>
            </a:r>
            <a:r>
              <a:rPr lang="ja-JP" altLang="en-US" sz="2400" dirty="0"/>
              <a:t>で雲の数だけ移動しましょう。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DF40C02-DB82-43AB-9D10-267C724A26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1" y="1817794"/>
            <a:ext cx="8786785" cy="3719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735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306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画像の複数表示 練習</a:t>
            </a:r>
            <a:r>
              <a:rPr kumimoji="1" lang="en-US" altLang="ja-JP" sz="3200" b="1" u="sng" dirty="0"/>
              <a:t>5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1924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70C0"/>
                </a:solidFill>
              </a:rPr>
              <a:t>for</a:t>
            </a:r>
            <a:r>
              <a:rPr lang="ja-JP" altLang="en-US" sz="2400" b="1" dirty="0">
                <a:solidFill>
                  <a:srgbClr val="0070C0"/>
                </a:solidFill>
              </a:rPr>
              <a:t>文</a:t>
            </a:r>
            <a:r>
              <a:rPr lang="ja-JP" altLang="en-US" sz="2400" dirty="0"/>
              <a:t>で雲の数だけ描画しましょう。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BAFBD3B-2C3B-4DB5-8090-E4979C7D1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11103758" cy="2996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582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306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画像の複数表示 練習</a:t>
            </a:r>
            <a:r>
              <a:rPr kumimoji="1" lang="en-US" altLang="ja-JP" sz="3200" b="1" u="sng" dirty="0"/>
              <a:t>6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1924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70C0"/>
                </a:solidFill>
              </a:rPr>
              <a:t>for</a:t>
            </a:r>
            <a:r>
              <a:rPr lang="ja-JP" altLang="en-US" sz="2400" b="1" dirty="0">
                <a:solidFill>
                  <a:srgbClr val="0070C0"/>
                </a:solidFill>
              </a:rPr>
              <a:t>文</a:t>
            </a:r>
            <a:r>
              <a:rPr lang="ja-JP" altLang="en-US" sz="2400" dirty="0"/>
              <a:t>で雲の数だけ削除しましょう。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0F0ADA7C-76AA-40D7-BA34-77E25D2C31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6621324" cy="4417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682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9950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画像の複数表示 練習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このように</a:t>
            </a:r>
            <a:r>
              <a:rPr lang="ja-JP" altLang="en-US" sz="2400" b="1" dirty="0">
                <a:solidFill>
                  <a:srgbClr val="FF0000"/>
                </a:solidFill>
              </a:rPr>
              <a:t>同じものを複数扱うこと</a:t>
            </a:r>
            <a:r>
              <a:rPr lang="ja-JP" altLang="en-US" sz="2400" dirty="0"/>
              <a:t>はゲームではよくあります。</a:t>
            </a:r>
            <a:endParaRPr lang="en-US" altLang="ja-JP" sz="2400" dirty="0"/>
          </a:p>
          <a:p>
            <a:r>
              <a:rPr kumimoji="1" lang="ja-JP" altLang="en-US" sz="2400" dirty="0"/>
              <a:t>その場合は、</a:t>
            </a:r>
            <a:r>
              <a:rPr lang="ja-JP" altLang="en-US" sz="2400" b="1" dirty="0">
                <a:solidFill>
                  <a:srgbClr val="FF0000"/>
                </a:solidFill>
              </a:rPr>
              <a:t>必要な変数を構造体にまとめて管理</a:t>
            </a:r>
            <a:r>
              <a:rPr lang="ja-JP" altLang="en-US" sz="2400" dirty="0"/>
              <a:t>すると、</a:t>
            </a:r>
            <a:endParaRPr lang="en-US" altLang="ja-JP" sz="2400" dirty="0"/>
          </a:p>
          <a:p>
            <a:r>
              <a:rPr kumimoji="1" lang="ja-JP" altLang="en-US" sz="2400" dirty="0"/>
              <a:t>きれいに実装することができます。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dirty="0"/>
              <a:t>■似たものの例</a:t>
            </a:r>
            <a:endParaRPr kumimoji="1" lang="en-US" altLang="ja-JP" sz="2400" dirty="0"/>
          </a:p>
          <a:p>
            <a:r>
              <a:rPr lang="ja-JP" altLang="en-US" sz="2400" dirty="0"/>
              <a:t>・敵キャラクター</a:t>
            </a:r>
            <a:endParaRPr lang="en-US" altLang="ja-JP" sz="2400" dirty="0"/>
          </a:p>
          <a:p>
            <a:r>
              <a:rPr kumimoji="1" lang="ja-JP" altLang="en-US" sz="2400" dirty="0"/>
              <a:t>・ステージのブロック</a:t>
            </a:r>
            <a:endParaRPr kumimoji="1" lang="en-US" altLang="ja-JP" sz="2400" dirty="0"/>
          </a:p>
          <a:p>
            <a:r>
              <a:rPr lang="ja-JP" altLang="en-US" sz="2400" dirty="0"/>
              <a:t>・アイテム</a:t>
            </a:r>
            <a:endParaRPr lang="en-US" altLang="ja-JP" sz="2400" dirty="0"/>
          </a:p>
          <a:p>
            <a:r>
              <a:rPr kumimoji="1" lang="ja-JP" altLang="en-US" sz="2400" dirty="0"/>
              <a:t>・シューティングの弾丸</a:t>
            </a:r>
            <a:endParaRPr kumimoji="1" lang="en-US" altLang="ja-JP" sz="2400" dirty="0"/>
          </a:p>
          <a:p>
            <a:r>
              <a:rPr lang="ja-JP" altLang="en-US" sz="2400" dirty="0"/>
              <a:t>など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84835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374</TotalTime>
  <Words>214</Words>
  <Application>Microsoft Office PowerPoint</Application>
  <PresentationFormat>ワイド画面</PresentationFormat>
  <Paragraphs>30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2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45</cp:revision>
  <dcterms:created xsi:type="dcterms:W3CDTF">2024-08-27T02:15:54Z</dcterms:created>
  <dcterms:modified xsi:type="dcterms:W3CDTF">2026-06-04T01:41:58Z</dcterms:modified>
</cp:coreProperties>
</file>