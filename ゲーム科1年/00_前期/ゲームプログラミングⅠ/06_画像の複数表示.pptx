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76" d="100"/>
          <a:sy n="76" d="100"/>
        </p:scale>
        <p:origin x="67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2024/9/4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2024/9/4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画像の複数表示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35702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雲を複数表示させます。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FA2CC2B4-3D36-44B8-8E45-60162EAE80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8267700" cy="4650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3064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画像の複数表示 練習</a:t>
            </a:r>
            <a:r>
              <a:rPr kumimoji="1" lang="en-US" altLang="ja-JP" sz="3200" b="1" u="sng" dirty="0"/>
              <a:t>1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416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まずは雲の数をマクロで定義します。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C2CF25D6-AFDA-40F4-99A3-73E1DF6444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10379962" cy="2525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1520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3064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画像の複数表示 練習</a:t>
            </a:r>
            <a:r>
              <a:rPr kumimoji="1" lang="en-US" altLang="ja-JP" sz="3200" b="1" u="sng" dirty="0"/>
              <a:t>2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34019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雲に関する変数を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構造体に置き換え</a:t>
            </a:r>
            <a:r>
              <a:rPr kumimoji="1" lang="ja-JP" altLang="en-US" sz="2400" dirty="0"/>
              <a:t>ます。</a:t>
            </a:r>
            <a:endParaRPr kumimoji="1" lang="en-US" altLang="ja-JP" sz="2400" dirty="0"/>
          </a:p>
          <a:p>
            <a:r>
              <a:rPr lang="ja-JP" altLang="en-US" sz="2400" dirty="0"/>
              <a:t>その構造体を雲の数だけ配列で用意します。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2488D879-3845-434B-A07D-CF6A6FBC0D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7167176" cy="4073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30620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3064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画像の複数表示 練習</a:t>
            </a:r>
            <a:r>
              <a:rPr kumimoji="1" lang="en-US" altLang="ja-JP" sz="3200" b="1" u="sng" dirty="0"/>
              <a:t>3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5002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for</a:t>
            </a:r>
            <a:r>
              <a:rPr lang="ja-JP" altLang="en-US" sz="2400" dirty="0"/>
              <a:t>文で雲の数だけ初期化しましょう。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DE90DF3-7ECB-4147-A109-6E5E4ECB56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3" y="1817794"/>
            <a:ext cx="7439178" cy="4671906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37965832-5359-469B-89CA-539B0A547B24}"/>
              </a:ext>
            </a:extLst>
          </p:cNvPr>
          <p:cNvSpPr txBox="1"/>
          <p:nvPr/>
        </p:nvSpPr>
        <p:spPr>
          <a:xfrm>
            <a:off x="6384142" y="4610100"/>
            <a:ext cx="510909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練習なので</a:t>
            </a:r>
            <a:endParaRPr lang="en-US" altLang="ja-JP" sz="2400" dirty="0"/>
          </a:p>
          <a:p>
            <a:r>
              <a:rPr lang="ja-JP" altLang="en-US" sz="2400" dirty="0"/>
              <a:t>初期位置設定は単調なもので。。。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869129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3064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画像の複数表示 練習</a:t>
            </a:r>
            <a:r>
              <a:rPr kumimoji="1" lang="en-US" altLang="ja-JP" sz="3200" b="1" u="sng" dirty="0"/>
              <a:t>4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19244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for</a:t>
            </a:r>
            <a:r>
              <a:rPr lang="ja-JP" altLang="en-US" sz="2400" dirty="0"/>
              <a:t>文で雲の数だけ移動しましょう。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1DF40C02-DB82-43AB-9D10-267C724A26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1817794"/>
            <a:ext cx="8786785" cy="3719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67350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3064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画像の複数表示 練習</a:t>
            </a:r>
            <a:r>
              <a:rPr kumimoji="1" lang="en-US" altLang="ja-JP" sz="3200" b="1" u="sng" dirty="0"/>
              <a:t>5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19244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for</a:t>
            </a:r>
            <a:r>
              <a:rPr lang="ja-JP" altLang="en-US" sz="2400" dirty="0"/>
              <a:t>文で雲の数だけ描画しましょう。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BBAFBD3B-2C3B-4DB5-8090-E4979C7D1D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11103758" cy="2996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35821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3064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画像の複数表示 練習</a:t>
            </a:r>
            <a:r>
              <a:rPr kumimoji="1" lang="en-US" altLang="ja-JP" sz="3200" b="1" u="sng" dirty="0"/>
              <a:t>6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19244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for</a:t>
            </a:r>
            <a:r>
              <a:rPr lang="ja-JP" altLang="en-US" sz="2400" dirty="0"/>
              <a:t>文で雲の数だけ削除しましょう。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0F0ADA7C-76AA-40D7-BA34-77E25D2C31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6621324" cy="4417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16822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9950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画像の複数表示 練習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このように</a:t>
            </a:r>
            <a:r>
              <a:rPr lang="ja-JP" altLang="en-US" sz="2400" b="1" dirty="0">
                <a:solidFill>
                  <a:srgbClr val="FF0000"/>
                </a:solidFill>
              </a:rPr>
              <a:t>同じものを複数扱うこと</a:t>
            </a:r>
            <a:r>
              <a:rPr lang="ja-JP" altLang="en-US" sz="2400" dirty="0"/>
              <a:t>はゲームではよくあります。</a:t>
            </a:r>
            <a:endParaRPr lang="en-US" altLang="ja-JP" sz="2400" dirty="0"/>
          </a:p>
          <a:p>
            <a:r>
              <a:rPr kumimoji="1" lang="ja-JP" altLang="en-US" sz="2400" dirty="0"/>
              <a:t>その場合は、</a:t>
            </a:r>
            <a:r>
              <a:rPr lang="ja-JP" altLang="en-US" sz="2400" b="1" dirty="0">
                <a:solidFill>
                  <a:srgbClr val="FF0000"/>
                </a:solidFill>
              </a:rPr>
              <a:t>必要な変数を構造体にまとめて管理</a:t>
            </a:r>
            <a:r>
              <a:rPr lang="ja-JP" altLang="en-US" sz="2400" dirty="0"/>
              <a:t>すると、</a:t>
            </a:r>
            <a:endParaRPr lang="en-US" altLang="ja-JP" sz="2400" dirty="0"/>
          </a:p>
          <a:p>
            <a:r>
              <a:rPr kumimoji="1" lang="ja-JP" altLang="en-US" sz="2400" dirty="0"/>
              <a:t>きれいに実装することができます。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dirty="0"/>
              <a:t>■似たものの例</a:t>
            </a:r>
            <a:endParaRPr kumimoji="1" lang="en-US" altLang="ja-JP" sz="2400" dirty="0"/>
          </a:p>
          <a:p>
            <a:r>
              <a:rPr lang="ja-JP" altLang="en-US" sz="2400" dirty="0"/>
              <a:t>・敵キャラクター</a:t>
            </a:r>
            <a:endParaRPr lang="en-US" altLang="ja-JP" sz="2400" dirty="0"/>
          </a:p>
          <a:p>
            <a:r>
              <a:rPr kumimoji="1" lang="ja-JP" altLang="en-US" sz="2400" dirty="0"/>
              <a:t>・ステージのブロック</a:t>
            </a:r>
            <a:endParaRPr kumimoji="1" lang="en-US" altLang="ja-JP" sz="2400" dirty="0"/>
          </a:p>
          <a:p>
            <a:r>
              <a:rPr lang="ja-JP" altLang="en-US" sz="2400" dirty="0"/>
              <a:t>・アイテム</a:t>
            </a:r>
            <a:endParaRPr lang="en-US" altLang="ja-JP" sz="2400" dirty="0"/>
          </a:p>
          <a:p>
            <a:r>
              <a:rPr kumimoji="1" lang="ja-JP" altLang="en-US" sz="2400" dirty="0"/>
              <a:t>・シューティングの弾丸</a:t>
            </a:r>
            <a:endParaRPr kumimoji="1" lang="en-US" altLang="ja-JP" sz="2400" dirty="0"/>
          </a:p>
          <a:p>
            <a:r>
              <a:rPr lang="ja-JP" altLang="en-US" sz="2400" dirty="0"/>
              <a:t>など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848357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360</TotalTime>
  <Words>194</Words>
  <Application>Microsoft Office PowerPoint</Application>
  <PresentationFormat>ワイド画面</PresentationFormat>
  <Paragraphs>28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2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41</cp:revision>
  <dcterms:created xsi:type="dcterms:W3CDTF">2024-08-27T02:15:54Z</dcterms:created>
  <dcterms:modified xsi:type="dcterms:W3CDTF">2024-09-04T08:03:11Z</dcterms:modified>
</cp:coreProperties>
</file>