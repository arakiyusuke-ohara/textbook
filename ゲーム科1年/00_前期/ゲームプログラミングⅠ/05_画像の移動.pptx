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背景に雲を追加して、動かすプログラムを作ります。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2348352-7A26-4F2D-84B8-E531B639B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810500" cy="43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まずは移動に必要な変数を用意します。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5C0DAF-6220-4A38-9C70-62C6218B4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62" y="1817794"/>
            <a:ext cx="8945344" cy="336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続いて、各変数を初期化していきます。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12977-6B44-4AFC-9370-2B8FD4881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AB8EFB-938A-489C-B52E-C768A1FE855B}"/>
              </a:ext>
            </a:extLst>
          </p:cNvPr>
          <p:cNvSpPr/>
          <p:nvPr/>
        </p:nvSpPr>
        <p:spPr>
          <a:xfrm>
            <a:off x="1930400" y="3429000"/>
            <a:ext cx="5825067" cy="2836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41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続いて雲の移動処理を書きます。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4F9DDE-4DB7-4EB3-91A8-B9DFFF5B58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721613" cy="2576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39BE4AD-B5FE-4020-8A62-EEC821A28DDD}"/>
              </a:ext>
            </a:extLst>
          </p:cNvPr>
          <p:cNvSpPr/>
          <p:nvPr/>
        </p:nvSpPr>
        <p:spPr>
          <a:xfrm>
            <a:off x="2302933" y="3022601"/>
            <a:ext cx="4351867" cy="11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7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続いて雲の描画処理を書きます。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3F3C0C-4647-4DDA-9EA8-C3A5C2B44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38660" cy="30082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98E6CE-0743-4B3C-9EA8-3B8E4F4A3B69}"/>
              </a:ext>
            </a:extLst>
          </p:cNvPr>
          <p:cNvSpPr txBox="1"/>
          <p:nvPr/>
        </p:nvSpPr>
        <p:spPr>
          <a:xfrm>
            <a:off x="567542" y="4967394"/>
            <a:ext cx="6707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座標の引数は</a:t>
            </a:r>
            <a:r>
              <a:rPr lang="en-US" altLang="ja-JP" sz="2400" dirty="0">
                <a:solidFill>
                  <a:srgbClr val="0070C0"/>
                </a:solidFill>
              </a:rPr>
              <a:t>int</a:t>
            </a:r>
            <a:r>
              <a:rPr lang="ja-JP" altLang="en-US" sz="2400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なのでキャストしましょう。</a:t>
            </a:r>
            <a:endParaRPr kumimoji="1"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EC1A5-8B9F-462A-A6D5-86199A5486C4}"/>
              </a:ext>
            </a:extLst>
          </p:cNvPr>
          <p:cNvSpPr/>
          <p:nvPr/>
        </p:nvSpPr>
        <p:spPr>
          <a:xfrm>
            <a:off x="2150532" y="3835399"/>
            <a:ext cx="9473925" cy="70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74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削除処理を忘れずに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11806A-CC87-41EC-AA77-5228C85BB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214192" cy="38237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36DBC6-D71E-4738-AE65-5CD289229332}"/>
              </a:ext>
            </a:extLst>
          </p:cNvPr>
          <p:cNvSpPr txBox="1"/>
          <p:nvPr/>
        </p:nvSpPr>
        <p:spPr>
          <a:xfrm>
            <a:off x="567542" y="578127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実行すると雲が右から流れてくるはずです。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C5064D-5F17-4BAE-9830-B54E4388DDA9}"/>
              </a:ext>
            </a:extLst>
          </p:cNvPr>
          <p:cNvSpPr/>
          <p:nvPr/>
        </p:nvSpPr>
        <p:spPr>
          <a:xfrm>
            <a:off x="2286000" y="4495800"/>
            <a:ext cx="5469467" cy="897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519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移動に必要なのは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座標と移動量の変数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現在の位置</a:t>
            </a:r>
            <a:r>
              <a:rPr kumimoji="1" lang="ja-JP" altLang="en-US" sz="2400" dirty="0"/>
              <a:t>が格納され、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移動量</a:t>
            </a:r>
            <a:r>
              <a:rPr lang="ja-JP" altLang="en-US" sz="2400" dirty="0"/>
              <a:t>には</a:t>
            </a:r>
            <a:r>
              <a:rPr lang="ja-JP" altLang="en-US" sz="2400" b="1" dirty="0">
                <a:solidFill>
                  <a:srgbClr val="FF0000"/>
                </a:solidFill>
              </a:rPr>
              <a:t>一度にどれほど移動するか</a:t>
            </a:r>
            <a:r>
              <a:rPr lang="ja-JP" altLang="en-US" sz="2400" dirty="0"/>
              <a:t>を格納します。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D1095F-CF96-4429-8FBA-155BF525A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8945344" cy="336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初期位置や移動量の設定は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度で良いので、</a:t>
            </a:r>
            <a:r>
              <a:rPr lang="ja-JP" altLang="en-US" sz="2400" dirty="0"/>
              <a:t>初期化関数で設定します。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F6B5994-C33F-4766-AEDA-D6332EC7C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601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移動処理は更新関数で処理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ループで通るたびに、徐々に座標の値が変わっていくようになります。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D467F4F-83BC-40CA-8DB1-E1702CE3B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721613" cy="25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57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現状のプログラムを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ブレークポイント</a:t>
            </a:r>
            <a:r>
              <a:rPr kumimoji="1" lang="ja-JP" altLang="en-US" sz="2400" dirty="0"/>
              <a:t>で確認しましょう。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FA46A-5E5B-439E-9130-D75E3383C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335803" cy="321037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09C1B54-9354-4939-862C-7B793B20AAD7}"/>
              </a:ext>
            </a:extLst>
          </p:cNvPr>
          <p:cNvSpPr txBox="1"/>
          <p:nvPr/>
        </p:nvSpPr>
        <p:spPr>
          <a:xfrm>
            <a:off x="567541" y="5167867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ここまでの流れをおさらいしましょう。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7233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雲の初期位置や移動量の数値を書き換えて、</a:t>
            </a:r>
            <a:endParaRPr kumimoji="1" lang="en-US" altLang="ja-JP" sz="2400" dirty="0"/>
          </a:p>
          <a:p>
            <a:r>
              <a:rPr kumimoji="1" lang="ja-JP" altLang="en-US" sz="2400" dirty="0"/>
              <a:t>挙動の違いを調べてみましょう。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・右に移動するにはどうすれば？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・縦にいどうするにはどうする？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・もっと速く移動するにはどうすれば？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・移動量に小数を設定するとどうなる？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いろいろ試してみましょう。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1054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287</Words>
  <Application>Microsoft Office PowerPoint</Application>
  <PresentationFormat>ワイド画面</PresentationFormat>
  <Paragraphs>36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41</cp:revision>
  <dcterms:created xsi:type="dcterms:W3CDTF">2024-08-27T02:15:54Z</dcterms:created>
  <dcterms:modified xsi:type="dcterms:W3CDTF">2025-01-06T04:32:15Z</dcterms:modified>
</cp:coreProperties>
</file>