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8721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 課題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プレイヤーが青エネミーに当たったら、</a:t>
            </a:r>
            <a:r>
              <a:rPr lang="ja-JP" altLang="en-US" sz="2400" dirty="0"/>
              <a:t>青エネミーが消えるようにしましょう。</a:t>
            </a:r>
            <a:endParaRPr lang="en-US" altLang="ja-JP" sz="2400" dirty="0"/>
          </a:p>
          <a:p>
            <a:r>
              <a:rPr kumimoji="1" lang="ja-JP" altLang="en-US" sz="2400" dirty="0"/>
              <a:t>（要サンプル確認）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次ページにヒントがありますが、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なるべく見ないで自分で考えてやってみよう。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220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 課題</a:t>
            </a:r>
            <a:r>
              <a:rPr kumimoji="1" lang="en-US" altLang="ja-JP" sz="3200" b="1" u="sng" dirty="0"/>
              <a:t>1 </a:t>
            </a:r>
            <a:r>
              <a:rPr kumimoji="1" lang="ja-JP" altLang="en-US" sz="3200" b="1" u="sng" dirty="0"/>
              <a:t>ヒント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2168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手順としては以下の通りです。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１．青エネミーに生存フラグ（生きてるか死んでるか）用の変数を追加</a:t>
            </a:r>
            <a:endParaRPr kumimoji="1" lang="en-US" altLang="ja-JP" sz="2400" dirty="0"/>
          </a:p>
          <a:p>
            <a:r>
              <a:rPr lang="ja-JP" altLang="en-US" sz="2400" dirty="0"/>
              <a:t>　　（構造体に追加で</a:t>
            </a:r>
            <a:r>
              <a:rPr lang="en-US" altLang="ja-JP" sz="2400" dirty="0"/>
              <a:t>OK</a:t>
            </a:r>
            <a:r>
              <a:rPr lang="ja-JP" altLang="en-US" sz="2400" dirty="0"/>
              <a:t>。初期化で</a:t>
            </a:r>
            <a:r>
              <a:rPr lang="en-US" altLang="ja-JP" sz="2400" dirty="0"/>
              <a:t>true</a:t>
            </a:r>
            <a:r>
              <a:rPr lang="ja-JP" altLang="en-US" sz="2400" dirty="0"/>
              <a:t>にしないといきなり死にます）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２．青エネミーがプレイヤーに当たった時に呼ばれる関数を追加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３．２で追加した関数で生存フラグを折る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４．当たり判定で当たったら２で追加した関数を呼ぶ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５．</a:t>
            </a:r>
            <a:r>
              <a:rPr kumimoji="1" lang="en-US" altLang="ja-JP" sz="2400" dirty="0" err="1"/>
              <a:t>BlueEnemy</a:t>
            </a:r>
            <a:r>
              <a:rPr kumimoji="1" lang="ja-JP" altLang="en-US" sz="2400" dirty="0"/>
              <a:t>は生存フラグが</a:t>
            </a:r>
            <a:r>
              <a:rPr kumimoji="1" lang="en-US" altLang="ja-JP" sz="2400" dirty="0"/>
              <a:t>true</a:t>
            </a:r>
            <a:r>
              <a:rPr kumimoji="1" lang="ja-JP" altLang="en-US" sz="2400" dirty="0"/>
              <a:t>の時だけ描画する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21157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8721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 課題</a:t>
            </a:r>
            <a:r>
              <a:rPr kumimoji="1" lang="en-US" altLang="ja-JP" sz="3200" b="1" u="sng" dirty="0"/>
              <a:t>2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プレイヤーが青エネミーにめり込まないようにしましょう。</a:t>
            </a:r>
            <a:endParaRPr kumimoji="1" lang="en-US" altLang="ja-JP" sz="2400" dirty="0"/>
          </a:p>
          <a:p>
            <a:r>
              <a:rPr lang="ja-JP" altLang="en-US" sz="2400" dirty="0"/>
              <a:t>（要サンプル確認）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サンプル通りに仕上げるのはかなり難しいです。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まずは、めり込まないようにすることを目標にしてみましょう。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余裕がある方はサンプル通りになるように目指しましょう。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68410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220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 課題</a:t>
            </a:r>
            <a:r>
              <a:rPr kumimoji="1" lang="en-US" altLang="ja-JP" sz="3200" b="1" u="sng" dirty="0"/>
              <a:t>2 </a:t>
            </a:r>
            <a:r>
              <a:rPr kumimoji="1" lang="ja-JP" altLang="en-US" sz="3200" b="1" u="sng" dirty="0"/>
              <a:t>ヒント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めり込まないようにするもっとも簡単な方法は、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当たる前の座標に戻してあげる</a:t>
            </a:r>
            <a:r>
              <a:rPr lang="ja-JP" altLang="en-US" sz="2400" dirty="0"/>
              <a:t>ことです。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サンプルのように当たりながらスライドできませんが、</a:t>
            </a:r>
            <a:endParaRPr lang="en-US" altLang="ja-JP" sz="2400" dirty="0"/>
          </a:p>
          <a:p>
            <a:r>
              <a:rPr kumimoji="1" lang="ja-JP" altLang="en-US" sz="2400" dirty="0"/>
              <a:t>めり込まないようにはなります。</a:t>
            </a:r>
            <a:endParaRPr kumimoji="1" lang="en-US" altLang="ja-JP" sz="2400" dirty="0"/>
          </a:p>
          <a:p>
            <a:r>
              <a:rPr lang="ja-JP" altLang="en-US" sz="2400" dirty="0"/>
              <a:t>（最低限、この方法で実装して提出しましょう）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0709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220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 課題</a:t>
            </a:r>
            <a:r>
              <a:rPr kumimoji="1" lang="en-US" altLang="ja-JP" sz="3200" b="1" u="sng" dirty="0"/>
              <a:t>2 </a:t>
            </a:r>
            <a:r>
              <a:rPr kumimoji="1" lang="ja-JP" altLang="en-US" sz="3200" b="1" u="sng" dirty="0"/>
              <a:t>ヒント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次に難しい方法は、当たった分だけ押し出す方法です。</a:t>
            </a:r>
            <a:endParaRPr kumimoji="1" lang="en-US" altLang="ja-JP" sz="2400" dirty="0"/>
          </a:p>
          <a:p>
            <a:r>
              <a:rPr lang="ja-JP" altLang="en-US" sz="2400" dirty="0"/>
              <a:t>当たった時にどれだけめり込んだかを計算する必要があります。</a:t>
            </a:r>
            <a:endParaRPr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369589E-9134-42C0-850D-8C6EE9F4CF15}"/>
              </a:ext>
            </a:extLst>
          </p:cNvPr>
          <p:cNvSpPr/>
          <p:nvPr/>
        </p:nvSpPr>
        <p:spPr>
          <a:xfrm>
            <a:off x="4902200" y="2349500"/>
            <a:ext cx="4546600" cy="36957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5FB4281-D85E-4347-9218-60E8E249C854}"/>
              </a:ext>
            </a:extLst>
          </p:cNvPr>
          <p:cNvSpPr/>
          <p:nvPr/>
        </p:nvSpPr>
        <p:spPr>
          <a:xfrm>
            <a:off x="2743200" y="2786264"/>
            <a:ext cx="3517900" cy="282217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6BDAEE57-3D50-409F-A656-D5D37B2B640A}"/>
              </a:ext>
            </a:extLst>
          </p:cNvPr>
          <p:cNvCxnSpPr/>
          <p:nvPr/>
        </p:nvCxnSpPr>
        <p:spPr>
          <a:xfrm>
            <a:off x="4902200" y="4038600"/>
            <a:ext cx="1358900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D7B973-8110-4C6D-969A-BEDB8537E92C}"/>
              </a:ext>
            </a:extLst>
          </p:cNvPr>
          <p:cNvSpPr txBox="1"/>
          <p:nvPr/>
        </p:nvSpPr>
        <p:spPr>
          <a:xfrm>
            <a:off x="5260488" y="4204730"/>
            <a:ext cx="25273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この矢印の長さが必要</a:t>
            </a:r>
          </a:p>
        </p:txBody>
      </p:sp>
    </p:spTree>
    <p:extLst>
      <p:ext uri="{BB962C8B-B14F-4D97-AF65-F5344CB8AC3E}">
        <p14:creationId xmlns:p14="http://schemas.microsoft.com/office/powerpoint/2010/main" val="455504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220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 課題</a:t>
            </a:r>
            <a:r>
              <a:rPr kumimoji="1" lang="en-US" altLang="ja-JP" sz="3200" b="1" u="sng" dirty="0"/>
              <a:t>2 </a:t>
            </a:r>
            <a:r>
              <a:rPr kumimoji="1" lang="ja-JP" altLang="en-US" sz="3200" b="1" u="sng" dirty="0"/>
              <a:t>ヒント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めり込んだ長さが分かれば、その分だけ押し出しましょう。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今回は左側からめり込んだ時の例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369589E-9134-42C0-850D-8C6EE9F4CF15}"/>
              </a:ext>
            </a:extLst>
          </p:cNvPr>
          <p:cNvSpPr/>
          <p:nvPr/>
        </p:nvSpPr>
        <p:spPr>
          <a:xfrm>
            <a:off x="4902200" y="2349500"/>
            <a:ext cx="4546600" cy="36957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5FB4281-D85E-4347-9218-60E8E249C854}"/>
              </a:ext>
            </a:extLst>
          </p:cNvPr>
          <p:cNvSpPr/>
          <p:nvPr/>
        </p:nvSpPr>
        <p:spPr>
          <a:xfrm>
            <a:off x="1384300" y="2786264"/>
            <a:ext cx="3517900" cy="282217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D7B973-8110-4C6D-969A-BEDB8537E92C}"/>
              </a:ext>
            </a:extLst>
          </p:cNvPr>
          <p:cNvSpPr txBox="1"/>
          <p:nvPr/>
        </p:nvSpPr>
        <p:spPr>
          <a:xfrm>
            <a:off x="5109935" y="4197349"/>
            <a:ext cx="300721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めり込んだ分だけ押し出す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E793375F-B96C-4978-9E93-6AB3264D852E}"/>
              </a:ext>
            </a:extLst>
          </p:cNvPr>
          <p:cNvCxnSpPr>
            <a:cxnSpLocks/>
          </p:cNvCxnSpPr>
          <p:nvPr/>
        </p:nvCxnSpPr>
        <p:spPr>
          <a:xfrm flipH="1">
            <a:off x="4902200" y="4038600"/>
            <a:ext cx="13589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085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220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矩形と矩形の当たり判定 課題</a:t>
            </a:r>
            <a:r>
              <a:rPr kumimoji="1" lang="en-US" altLang="ja-JP" sz="3200" b="1" u="sng" dirty="0"/>
              <a:t>2 </a:t>
            </a:r>
            <a:r>
              <a:rPr kumimoji="1" lang="ja-JP" altLang="en-US" sz="3200" b="1" u="sng" dirty="0"/>
              <a:t>ヒント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05002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サンプル通りにするには、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当たった時の処理</a:t>
            </a:r>
            <a:r>
              <a:rPr kumimoji="1" lang="ja-JP" altLang="en-US" sz="2000" dirty="0"/>
              <a:t>で以下の</a:t>
            </a:r>
            <a:r>
              <a:rPr lang="ja-JP" altLang="en-US" sz="2000" dirty="0"/>
              <a:t>手順で処理します。</a:t>
            </a:r>
            <a:endParaRPr kumimoji="1" lang="en-US" altLang="ja-JP" sz="2000" dirty="0"/>
          </a:p>
          <a:p>
            <a:r>
              <a:rPr kumimoji="1" lang="ja-JP" altLang="en-US" sz="2000" dirty="0"/>
              <a:t>余裕があれば挑戦</a:t>
            </a:r>
            <a:r>
              <a:rPr kumimoji="1" lang="ja-JP" altLang="en-US" sz="2000"/>
              <a:t>してみましょう。</a:t>
            </a:r>
            <a:endParaRPr kumimoji="1" lang="en-US" altLang="ja-JP" sz="2000" dirty="0"/>
          </a:p>
          <a:p>
            <a:endParaRPr lang="en-US" altLang="ja-JP" sz="2000" dirty="0"/>
          </a:p>
          <a:p>
            <a:r>
              <a:rPr kumimoji="1" lang="ja-JP" altLang="en-US" sz="2000" dirty="0"/>
              <a:t>１．横にだけ移動したときに当たっているかどうかを判定する</a:t>
            </a:r>
            <a:endParaRPr kumimoji="1" lang="en-US" altLang="ja-JP" sz="2000" dirty="0"/>
          </a:p>
          <a:p>
            <a:r>
              <a:rPr lang="ja-JP" altLang="en-US" sz="2000" dirty="0"/>
              <a:t>　　判定するときはエネミー側の矩形を少しだけ小さめにして判定する。</a:t>
            </a:r>
            <a:endParaRPr lang="en-US" altLang="ja-JP" sz="2000" dirty="0"/>
          </a:p>
          <a:p>
            <a:endParaRPr kumimoji="1" lang="en-US" altLang="ja-JP" sz="2000" dirty="0"/>
          </a:p>
          <a:p>
            <a:r>
              <a:rPr lang="ja-JP" altLang="en-US" sz="2000" dirty="0"/>
              <a:t>２．１で当たっていたら横に押しだす。</a:t>
            </a:r>
            <a:endParaRPr lang="en-US" altLang="ja-JP" sz="2000" dirty="0"/>
          </a:p>
          <a:p>
            <a:r>
              <a:rPr lang="ja-JP" altLang="en-US" sz="2000" dirty="0"/>
              <a:t>　　押し出し後の座標はローカル変数に保存しておく</a:t>
            </a:r>
            <a:endParaRPr lang="en-US" altLang="ja-JP" sz="2000" dirty="0"/>
          </a:p>
          <a:p>
            <a:endParaRPr kumimoji="1" lang="en-US" altLang="ja-JP" sz="2000" dirty="0"/>
          </a:p>
          <a:p>
            <a:r>
              <a:rPr lang="ja-JP" altLang="en-US" sz="2000" dirty="0"/>
              <a:t>３．縦にだけ移動したときに当たっているかどうかを判定する</a:t>
            </a:r>
            <a:endParaRPr lang="en-US" altLang="ja-JP" sz="2000" dirty="0"/>
          </a:p>
          <a:p>
            <a:r>
              <a:rPr lang="ja-JP" altLang="en-US" sz="2000" dirty="0"/>
              <a:t>　　判定するときはエネミー側の矩形を少しだけ小さめにして判定する。</a:t>
            </a:r>
            <a:endParaRPr lang="en-US" altLang="ja-JP" sz="2000" dirty="0"/>
          </a:p>
          <a:p>
            <a:endParaRPr kumimoji="1" lang="en-US" altLang="ja-JP" sz="2000" dirty="0"/>
          </a:p>
          <a:p>
            <a:r>
              <a:rPr lang="ja-JP" altLang="en-US" sz="2000" dirty="0"/>
              <a:t>４．３で当たっていたら縦に押し出す。</a:t>
            </a:r>
            <a:endParaRPr lang="en-US" altLang="ja-JP" sz="2000" dirty="0"/>
          </a:p>
          <a:p>
            <a:r>
              <a:rPr kumimoji="1" lang="ja-JP" altLang="en-US" sz="2000" dirty="0"/>
              <a:t>　　押し出し後の座標はローカル変数に保存しておく</a:t>
            </a:r>
            <a:endParaRPr kumimoji="1" lang="en-US" altLang="ja-JP" sz="2000" dirty="0"/>
          </a:p>
          <a:p>
            <a:endParaRPr lang="en-US" altLang="ja-JP" sz="2000" dirty="0"/>
          </a:p>
          <a:p>
            <a:r>
              <a:rPr kumimoji="1" lang="ja-JP" altLang="en-US" sz="2000" dirty="0"/>
              <a:t>５．ローカル変数に保存してしてある座標を</a:t>
            </a:r>
            <a:r>
              <a:rPr lang="ja-JP" altLang="en-US" sz="2000" dirty="0"/>
              <a:t>プレイヤーの座標に反映する。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423891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498</Words>
  <Application>Microsoft Office PowerPoint</Application>
  <PresentationFormat>ワイド画面</PresentationFormat>
  <Paragraphs>59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39</cp:revision>
  <dcterms:created xsi:type="dcterms:W3CDTF">2024-08-27T02:15:54Z</dcterms:created>
  <dcterms:modified xsi:type="dcterms:W3CDTF">2024-09-30T00:46:13Z</dcterms:modified>
</cp:coreProperties>
</file>