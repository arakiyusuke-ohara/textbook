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DirectX</a:t>
            </a:r>
            <a:r>
              <a:rPr kumimoji="1" lang="ja-JP" altLang="en-US" sz="3200" b="1" u="sng" dirty="0"/>
              <a:t>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DirectX</a:t>
            </a:r>
            <a:r>
              <a:rPr kumimoji="1" lang="ja-JP" altLang="en-US" sz="2400" dirty="0"/>
              <a:t>とはゲーム制作には欠かせない、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画像、音声、コントローラー入力などをサポートしたライブラリ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1995</a:t>
            </a:r>
            <a:r>
              <a:rPr kumimoji="1" lang="ja-JP" altLang="en-US" sz="2400" dirty="0"/>
              <a:t>年に</a:t>
            </a:r>
            <a:r>
              <a:rPr kumimoji="1" lang="en-US" altLang="ja-JP" sz="2400" dirty="0"/>
              <a:t>Micro Soft</a:t>
            </a:r>
            <a:r>
              <a:rPr kumimoji="1" lang="ja-JP" altLang="en-US" sz="2400" dirty="0"/>
              <a:t>が公開したもので、</a:t>
            </a:r>
            <a:endParaRPr kumimoji="1" lang="en-US" altLang="ja-JP" sz="2400" dirty="0"/>
          </a:p>
          <a:p>
            <a:r>
              <a:rPr lang="en-US" altLang="ja-JP" sz="2400" dirty="0"/>
              <a:t>PC</a:t>
            </a:r>
            <a:r>
              <a:rPr lang="ja-JP" altLang="en-US" sz="2400" dirty="0"/>
              <a:t>ゲームを制作するには欠かせないものでした。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公開後から技術の進歩に連れてバージョンアップされており、</a:t>
            </a:r>
            <a:endParaRPr lang="en-US" altLang="ja-JP" sz="2400" dirty="0"/>
          </a:p>
          <a:p>
            <a:r>
              <a:rPr kumimoji="1" lang="ja-JP" altLang="en-US" sz="2400" dirty="0"/>
              <a:t>最新版は</a:t>
            </a:r>
            <a:r>
              <a:rPr kumimoji="1" lang="en-US" altLang="ja-JP" sz="2400" dirty="0"/>
              <a:t>2015</a:t>
            </a:r>
            <a:r>
              <a:rPr kumimoji="1" lang="ja-JP" altLang="en-US" sz="2400" dirty="0"/>
              <a:t>年に公開された</a:t>
            </a:r>
            <a:r>
              <a:rPr kumimoji="1" lang="en-US" altLang="ja-JP" sz="2400" dirty="0"/>
              <a:t>DirectX12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※2020</a:t>
            </a:r>
            <a:r>
              <a:rPr kumimoji="1" lang="ja-JP" altLang="en-US" sz="2400" dirty="0"/>
              <a:t>年に</a:t>
            </a:r>
            <a:r>
              <a:rPr kumimoji="1" lang="en-US" altLang="ja-JP" sz="2400" dirty="0"/>
              <a:t>DirectX12 Ultimate</a:t>
            </a:r>
            <a:r>
              <a:rPr kumimoji="1" lang="ja-JP" altLang="en-US" sz="2400" dirty="0"/>
              <a:t>なるものが一応公開されている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DirectX</a:t>
            </a:r>
            <a:r>
              <a:rPr kumimoji="1" lang="ja-JP" altLang="en-US" sz="3200" b="1" u="sng" dirty="0"/>
              <a:t>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5421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PC</a:t>
            </a:r>
            <a:r>
              <a:rPr kumimoji="1" lang="ja-JP" altLang="en-US" sz="2400" dirty="0"/>
              <a:t>ゲームを制作するためには</a:t>
            </a:r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を使わなければいけません。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ただし、</a:t>
            </a:r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はハードウェアにまつわるあらゆる機能の設定や、</a:t>
            </a:r>
            <a:endParaRPr lang="en-US" altLang="ja-JP" sz="2400" dirty="0"/>
          </a:p>
          <a:p>
            <a:r>
              <a:rPr kumimoji="1" lang="en-US" altLang="ja-JP" sz="2400" dirty="0"/>
              <a:t>2D</a:t>
            </a:r>
            <a:r>
              <a:rPr kumimoji="1" lang="ja-JP" altLang="en-US" sz="2400" dirty="0"/>
              <a:t>、</a:t>
            </a:r>
            <a:r>
              <a:rPr kumimoji="1" lang="en-US" altLang="ja-JP" sz="2400" dirty="0"/>
              <a:t>3D</a:t>
            </a:r>
            <a:r>
              <a:rPr kumimoji="1" lang="ja-JP" altLang="en-US" sz="2400" dirty="0"/>
              <a:t>画像の読み込み、解析など、</a:t>
            </a:r>
            <a:endParaRPr kumimoji="1" lang="en-US" altLang="ja-JP" sz="2400" dirty="0"/>
          </a:p>
          <a:p>
            <a:r>
              <a:rPr lang="ja-JP" altLang="en-US" sz="2400" dirty="0"/>
              <a:t>あらゆるものを、詳細に理解して使いこなさなければいけません。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そのため、</a:t>
            </a:r>
            <a:endParaRPr kumimoji="1" lang="en-US" altLang="ja-JP" sz="2400" dirty="0"/>
          </a:p>
          <a:p>
            <a:r>
              <a:rPr kumimoji="1" lang="ja-JP" altLang="en-US" sz="2400" dirty="0"/>
              <a:t>１枚の画像を表示するだけでも非常に手間と時間がかかります。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■補足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その分、自分好みのカスタマイズができるので、</a:t>
            </a:r>
            <a:endParaRPr kumimoji="1" lang="en-US" altLang="ja-JP" sz="2400" dirty="0"/>
          </a:p>
          <a:p>
            <a:r>
              <a:rPr lang="ja-JP" altLang="en-US" sz="2400" dirty="0"/>
              <a:t>ゲームに合った動作環境を構築することはできます。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2293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DirectX</a:t>
            </a:r>
            <a:r>
              <a:rPr kumimoji="1" lang="ja-JP" altLang="en-US" sz="3200" b="1" u="sng" dirty="0"/>
              <a:t>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9310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DirectX</a:t>
            </a:r>
            <a:r>
              <a:rPr lang="ja-JP" altLang="en-US" sz="2400" dirty="0"/>
              <a:t>があまりにも難易度が高いため、</a:t>
            </a:r>
            <a:endParaRPr lang="en-US" altLang="ja-JP" sz="2400" dirty="0"/>
          </a:p>
          <a:p>
            <a:r>
              <a:rPr kumimoji="1" lang="ja-JP" altLang="en-US" sz="2400" dirty="0"/>
              <a:t>それを簡単にまとめて使いやすくしてくれたのが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DxLib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は</a:t>
            </a:r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の難しい部分を、</a:t>
            </a:r>
            <a:endParaRPr kumimoji="1" lang="en-US" altLang="ja-JP" sz="2400" dirty="0"/>
          </a:p>
          <a:p>
            <a:r>
              <a:rPr kumimoji="1" lang="en-US" altLang="ja-JP" sz="2400" dirty="0"/>
              <a:t>C</a:t>
            </a:r>
            <a:r>
              <a:rPr kumimoji="1" lang="ja-JP" altLang="en-US" sz="2400" dirty="0"/>
              <a:t>言語の関数を呼ぶだけで簡単に使用できるように作られています。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昨今、</a:t>
            </a:r>
            <a:r>
              <a:rPr kumimoji="1" lang="en-US" altLang="ja-JP" sz="2400" dirty="0"/>
              <a:t>Unity</a:t>
            </a:r>
            <a:r>
              <a:rPr lang="ja-JP" altLang="en-US" sz="2400" dirty="0"/>
              <a:t>などのゲームエンジンも普及してきている中で、</a:t>
            </a:r>
            <a:endParaRPr lang="en-US" altLang="ja-JP" sz="2400" dirty="0"/>
          </a:p>
          <a:p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の知識はゲーム業界もあまり必要とされていません。</a:t>
            </a:r>
            <a:endParaRPr kumimoji="1" lang="en-US" altLang="ja-JP" sz="2400" dirty="0"/>
          </a:p>
          <a:p>
            <a:r>
              <a:rPr lang="ja-JP" altLang="en-US" sz="2400" dirty="0"/>
              <a:t>よって在学中は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でゲームを制作していきます。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DirectX</a:t>
            </a:r>
            <a:r>
              <a:rPr kumimoji="1" lang="ja-JP" altLang="en-US" sz="2400" dirty="0"/>
              <a:t>は無料で使用できるので、興味のある方はチャレンジしてみては。。。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8649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284</Words>
  <Application>Microsoft Office PowerPoint</Application>
  <PresentationFormat>ワイド画面</PresentationFormat>
  <Paragraphs>36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9</cp:revision>
  <dcterms:created xsi:type="dcterms:W3CDTF">2024-08-27T02:15:54Z</dcterms:created>
  <dcterms:modified xsi:type="dcterms:W3CDTF">2025-03-03T01:03:04Z</dcterms:modified>
</cp:coreProperties>
</file>