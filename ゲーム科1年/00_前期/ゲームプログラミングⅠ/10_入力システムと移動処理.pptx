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6" r:id="rId20"/>
    <p:sldId id="274" r:id="rId21"/>
    <p:sldId id="275" r:id="rId2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2026/6/24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49463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入力はただ押すだけではなく、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同時押しや、押した瞬間など</a:t>
            </a:r>
            <a:r>
              <a:rPr lang="ja-JP" altLang="en-US" sz="2400" dirty="0"/>
              <a:t>、様々な状況が考えられます。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dirty="0"/>
              <a:t>必要な時に機能を拡張できるように、</a:t>
            </a:r>
            <a:endParaRPr lang="en-US" altLang="ja-JP" sz="2400" dirty="0"/>
          </a:p>
          <a:p>
            <a:r>
              <a:rPr kumimoji="1" lang="ja-JP" altLang="en-US" sz="2400" dirty="0"/>
              <a:t>入力システムを作成します。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6196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Input</a:t>
            </a:r>
            <a:r>
              <a:rPr kumimoji="1" lang="ja-JP" altLang="en-US" sz="2400" dirty="0"/>
              <a:t>フォルダを作成して、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Input.cpp/.h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1FF799C-FC09-435C-B9C3-69C9B184DA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4304135" cy="205570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9E3EFC7D-C4AE-4B18-AFAA-746B70B778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4430358"/>
            <a:ext cx="5175278" cy="16529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24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942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FF0000"/>
                </a:solidFill>
              </a:rPr>
              <a:t>Input.h</a:t>
            </a:r>
            <a:r>
              <a:rPr kumimoji="1" lang="ja-JP" altLang="en-US" sz="2400" dirty="0"/>
              <a:t>に必要な宣言を書きます。</a:t>
            </a:r>
            <a:endParaRPr kumimoji="1" lang="en-US" altLang="ja-JP" sz="24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B2D07E3-C83A-4ABB-B7A2-B3FEC2A13A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7369068" cy="476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4083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6842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Input.cpp</a:t>
            </a:r>
            <a:r>
              <a:rPr kumimoji="1" lang="ja-JP" altLang="en-US" sz="2400" dirty="0"/>
              <a:t>側に処理を書きます。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EF4F747-6733-4CDB-8758-DE80FEEB09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244949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73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301F08C-59EF-4EF7-A2F8-34FBE693AC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3987805" cy="4773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337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222208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Input.cpp</a:t>
            </a:r>
            <a:r>
              <a:rPr kumimoji="1" lang="ja-JP" altLang="en-US" sz="2400" dirty="0"/>
              <a:t>続き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921277D8-DB38-4F8A-8C10-314EFC9CA8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182792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1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解説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335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入力には同時入力があるため、ビットフラグで入力状態を管理します。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DC06EA34-3B80-4A31-8A9F-E94B6AE40B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649113" cy="193384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C4BFB05-8652-4C5C-B5C5-7358774C9921}"/>
              </a:ext>
            </a:extLst>
          </p:cNvPr>
          <p:cNvSpPr txBox="1"/>
          <p:nvPr/>
        </p:nvSpPr>
        <p:spPr>
          <a:xfrm>
            <a:off x="567542" y="4031039"/>
            <a:ext cx="57967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■同時入力された時の</a:t>
            </a:r>
            <a:r>
              <a:rPr lang="en-US" altLang="ja-JP" sz="2400" b="1" dirty="0" err="1">
                <a:solidFill>
                  <a:srgbClr val="FF0000"/>
                </a:solidFill>
              </a:rPr>
              <a:t>g_InputState</a:t>
            </a:r>
            <a:r>
              <a:rPr lang="ja-JP" altLang="en-US" sz="2400" b="1" dirty="0">
                <a:solidFill>
                  <a:srgbClr val="FF0000"/>
                </a:solidFill>
              </a:rPr>
              <a:t>の例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graphicFrame>
        <p:nvGraphicFramePr>
          <p:cNvPr id="8" name="表 8">
            <a:extLst>
              <a:ext uri="{FF2B5EF4-FFF2-40B4-BE49-F238E27FC236}">
                <a16:creationId xmlns:a16="http://schemas.microsoft.com/office/drawing/2014/main" id="{47D05A67-4CFD-4913-877C-694A96AFA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7588144"/>
              </p:ext>
            </p:extLst>
          </p:nvPr>
        </p:nvGraphicFramePr>
        <p:xfrm>
          <a:off x="567542" y="449270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639303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512973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入力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 err="1"/>
                        <a:t>g_InputState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94680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右上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1001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731191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左下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0110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086817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右下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0x0000 1010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80492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493547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282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 err="1">
                <a:solidFill>
                  <a:srgbClr val="0070C0"/>
                </a:solidFill>
              </a:rPr>
              <a:t>UpdateInput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で、入力に対応したフラグを設定します。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31A3E33-B4C4-4E07-ACDB-EEDD7292BE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5747434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351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197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0070C0"/>
                </a:solidFill>
              </a:rPr>
              <a:t>And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演算</a:t>
            </a:r>
            <a:r>
              <a:rPr kumimoji="1" lang="ja-JP" altLang="en-US" sz="2400" dirty="0"/>
              <a:t>すれば、入力されているキーを判定できます。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B0513984-0E01-4E6B-B78E-771DB5137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29643" cy="187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18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6479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今回押されていて、前回押されてない場合</a:t>
            </a:r>
            <a:r>
              <a:rPr kumimoji="1" lang="ja-JP" altLang="en-US" sz="2400" dirty="0"/>
              <a:t>は、</a:t>
            </a:r>
            <a:endParaRPr kumimoji="1"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押した瞬間</a:t>
            </a:r>
            <a:r>
              <a:rPr kumimoji="1" lang="ja-JP" altLang="en-US" sz="2400" dirty="0"/>
              <a:t>と判定できます。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312A232-1DC3-421B-A891-B1E7594F76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712132" cy="1699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7946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81949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の各関数で、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en-US" altLang="ja-JP" sz="2400" b="1" dirty="0">
                <a:solidFill>
                  <a:srgbClr val="FF0000"/>
                </a:solidFill>
              </a:rPr>
              <a:t>Input</a:t>
            </a:r>
            <a:r>
              <a:rPr lang="ja-JP" altLang="en-US" sz="2400" b="1" dirty="0">
                <a:solidFill>
                  <a:srgbClr val="FF0000"/>
                </a:solidFill>
              </a:rPr>
              <a:t>システムの関数を呼ぶようにしましょう。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2489FE-231A-4A1B-8D09-3EFF754B3F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695141" cy="2623449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096CA04-7D66-4CDB-818E-9DF318F69C8F}"/>
              </a:ext>
            </a:extLst>
          </p:cNvPr>
          <p:cNvSpPr txBox="1"/>
          <p:nvPr/>
        </p:nvSpPr>
        <p:spPr>
          <a:xfrm>
            <a:off x="567542" y="4953001"/>
            <a:ext cx="902843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Update</a:t>
            </a:r>
            <a:r>
              <a:rPr kumimoji="1" lang="ja-JP" altLang="en-US" sz="2400" dirty="0"/>
              <a:t>関数以降も対応しましょう。</a:t>
            </a:r>
            <a:endParaRPr kumimoji="1" lang="en-US" altLang="ja-JP" sz="2400" dirty="0"/>
          </a:p>
          <a:p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注意：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UpdateInput</a:t>
            </a:r>
            <a:r>
              <a:rPr lang="ja-JP" altLang="en-US" sz="2400" b="1" dirty="0">
                <a:solidFill>
                  <a:srgbClr val="FF0000"/>
                </a:solidFill>
              </a:rPr>
              <a:t>は</a:t>
            </a:r>
            <a:r>
              <a:rPr lang="en-US" altLang="ja-JP" sz="2400" b="1" dirty="0" err="1">
                <a:solidFill>
                  <a:srgbClr val="FF0000"/>
                </a:solidFill>
              </a:rPr>
              <a:t>UpdatePlayer</a:t>
            </a:r>
            <a:r>
              <a:rPr lang="ja-JP" altLang="en-US" sz="2400" b="1" dirty="0">
                <a:solidFill>
                  <a:srgbClr val="FF0000"/>
                </a:solidFill>
              </a:rPr>
              <a:t>よりも前に呼びましょう。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735033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293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Player.cpp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の入力処理を、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今回の入力システムのものに置き換えましょう。（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if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文の条件部分）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338E21AE-743E-44E8-A78E-F69EE6B025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2187127"/>
            <a:ext cx="4842588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142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入力システム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動作確認して正しく操作できるか確認しましょう。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6B69679-4495-4FCE-A3A0-350FA686B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324600" cy="3557588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8AA436FE-E92C-40B0-9BDE-503A7488C2D1}"/>
              </a:ext>
            </a:extLst>
          </p:cNvPr>
          <p:cNvSpPr txBox="1"/>
          <p:nvPr/>
        </p:nvSpPr>
        <p:spPr>
          <a:xfrm>
            <a:off x="567541" y="5515082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ちょっと想定と違うかも？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831812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8552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移動処理を本格的なものに変更します。</a:t>
            </a:r>
            <a:endParaRPr kumimoji="1" lang="en-US" altLang="ja-JP" sz="2400" dirty="0"/>
          </a:p>
          <a:p>
            <a:r>
              <a:rPr lang="ja-JP" altLang="en-US" sz="2400" dirty="0"/>
              <a:t>そのために新しいゲームロジックである</a:t>
            </a:r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処理</a:t>
            </a:r>
            <a:r>
              <a:rPr lang="ja-JP" altLang="en-US" sz="2400" dirty="0"/>
              <a:t>を追加します。</a:t>
            </a:r>
            <a:endParaRPr kumimoji="1" lang="en-US" altLang="ja-JP" sz="2400" dirty="0"/>
          </a:p>
          <a:p>
            <a:r>
              <a:rPr lang="en-US" altLang="ja-JP" sz="2400" dirty="0"/>
              <a:t>Step</a:t>
            </a:r>
            <a:r>
              <a:rPr lang="ja-JP" altLang="en-US" sz="2400" dirty="0"/>
              <a:t>処理では、</a:t>
            </a:r>
            <a:r>
              <a:rPr lang="ja-JP" altLang="en-US" sz="2400" b="1" dirty="0">
                <a:solidFill>
                  <a:srgbClr val="FF0000"/>
                </a:solidFill>
              </a:rPr>
              <a:t>ゲーム中のものを１つ進める処理</a:t>
            </a:r>
            <a:r>
              <a:rPr lang="ja-JP" altLang="en-US" sz="2400" dirty="0"/>
              <a:t>を</a:t>
            </a:r>
            <a:r>
              <a:rPr kumimoji="1" lang="ja-JP" altLang="en-US" sz="2400" dirty="0"/>
              <a:t>実装します。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5297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690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</a:t>
            </a:r>
            <a:r>
              <a:rPr kumimoji="1" lang="en-US" altLang="ja-JP" sz="2400" b="1" dirty="0" err="1">
                <a:solidFill>
                  <a:srgbClr val="FF0000"/>
                </a:solidFill>
              </a:rPr>
              <a:t>Player.h</a:t>
            </a:r>
            <a:r>
              <a:rPr kumimoji="1" lang="ja-JP" altLang="en-US" sz="2400" dirty="0"/>
              <a:t>に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Step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を追加しましょう。</a:t>
            </a:r>
            <a:endParaRPr kumimoji="1"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79C1AE0F-2800-4B5F-8D51-039D15F0FD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6504797" cy="2525606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044260F-CF22-4666-B04E-F57912120775}"/>
              </a:ext>
            </a:extLst>
          </p:cNvPr>
          <p:cNvSpPr/>
          <p:nvPr/>
        </p:nvSpPr>
        <p:spPr>
          <a:xfrm>
            <a:off x="3136900" y="2654300"/>
            <a:ext cx="2616200" cy="4191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89046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0506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プレイヤーの移動量の初期値を</a:t>
            </a:r>
            <a:r>
              <a:rPr kumimoji="1" lang="en-US" altLang="ja-JP" sz="2400" dirty="0"/>
              <a:t>0</a:t>
            </a:r>
            <a:r>
              <a:rPr kumimoji="1" lang="ja-JP" altLang="en-US" sz="2400" dirty="0"/>
              <a:t>に変更します。</a:t>
            </a:r>
            <a:endParaRPr kumimoji="1" lang="en-US" altLang="ja-JP" sz="2400" dirty="0"/>
          </a:p>
          <a:p>
            <a:r>
              <a:rPr lang="ja-JP" altLang="en-US" sz="2400" dirty="0"/>
              <a:t>（移動量</a:t>
            </a:r>
            <a:r>
              <a:rPr lang="en-US" altLang="ja-JP" sz="2400" dirty="0"/>
              <a:t>0</a:t>
            </a:r>
            <a:r>
              <a:rPr lang="ja-JP" altLang="en-US" sz="2400" dirty="0"/>
              <a:t>ということは最初は動いていないということ）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C5C838-8128-4ECB-88D7-486A0D554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2187125"/>
            <a:ext cx="9239601" cy="247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34212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9739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b="1" dirty="0">
                <a:solidFill>
                  <a:srgbClr val="FF0000"/>
                </a:solidFill>
              </a:rPr>
              <a:t>ステップ処理で移動量を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0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でリセットするようにしましょう。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（何も押されなければ動かないということ）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DF498BD-945A-48FA-AC45-3B7328459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875994" cy="216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3004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リセット後に入力処理を書いていきます。</a:t>
            </a:r>
            <a:endParaRPr kumimoji="1" lang="en-US" altLang="ja-JP" sz="2400" dirty="0"/>
          </a:p>
          <a:p>
            <a:r>
              <a:rPr lang="ja-JP" altLang="en-US" sz="2400" dirty="0"/>
              <a:t>入力方向に合わせて移動量を設定します。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FEE3C33-AA7D-452D-AFE3-878632B8AF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422156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141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8379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移動処理（座標に移動量を加算する処理）は</a:t>
            </a:r>
            <a:r>
              <a:rPr kumimoji="1" lang="en-US" altLang="ja-JP" sz="2400" b="1" dirty="0">
                <a:solidFill>
                  <a:srgbClr val="0070C0"/>
                </a:solidFill>
              </a:rPr>
              <a:t>Update</a:t>
            </a:r>
            <a:r>
              <a:rPr kumimoji="1" lang="ja-JP" altLang="en-US" sz="2400" b="1" dirty="0">
                <a:solidFill>
                  <a:srgbClr val="0070C0"/>
                </a:solidFill>
              </a:rPr>
              <a:t>関数</a:t>
            </a:r>
            <a:r>
              <a:rPr kumimoji="1" lang="ja-JP" altLang="en-US" sz="2400" dirty="0"/>
              <a:t>に書きます。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B824D5-ABE1-498E-8C04-2ADFD79E32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994265" cy="222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55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11124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b="1" dirty="0">
                <a:solidFill>
                  <a:srgbClr val="FF0000"/>
                </a:solidFill>
              </a:rPr>
              <a:t>Main.cpp</a:t>
            </a:r>
            <a:r>
              <a:rPr kumimoji="1" lang="ja-JP" altLang="en-US" sz="2400" dirty="0"/>
              <a:t>側に大元のステップ関数を追加します。</a:t>
            </a:r>
            <a:endParaRPr kumimoji="1" lang="en-US" altLang="ja-JP" sz="2400" dirty="0"/>
          </a:p>
          <a:p>
            <a:r>
              <a:rPr lang="ja-JP" altLang="en-US" sz="2400" dirty="0"/>
              <a:t>中でプレイヤーのステップ関数を呼びましょう。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483FA0F-B5C2-4834-9DBC-C352EF6EEB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169897" cy="2346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477381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移動処理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73989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Step</a:t>
            </a:r>
            <a:r>
              <a:rPr kumimoji="1" lang="ja-JP" altLang="en-US" sz="2400" dirty="0"/>
              <a:t>処理は</a:t>
            </a:r>
            <a:r>
              <a:rPr kumimoji="1" lang="en-US" altLang="ja-JP" sz="2400" dirty="0"/>
              <a:t>Update</a:t>
            </a:r>
            <a:r>
              <a:rPr kumimoji="1" lang="ja-JP" altLang="en-US" sz="2400" dirty="0"/>
              <a:t>処理の前になります。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Step</a:t>
            </a:r>
            <a:r>
              <a:rPr lang="ja-JP" altLang="en-US" sz="2400" b="1" dirty="0">
                <a:solidFill>
                  <a:srgbClr val="FF0000"/>
                </a:solidFill>
              </a:rPr>
              <a:t>で移動量を確定</a:t>
            </a:r>
            <a:r>
              <a:rPr lang="ja-JP" altLang="en-US" sz="2400" dirty="0"/>
              <a:t>して、</a:t>
            </a:r>
            <a:r>
              <a:rPr lang="en-US" altLang="ja-JP" sz="2400" b="1" dirty="0">
                <a:solidFill>
                  <a:srgbClr val="FF0000"/>
                </a:solidFill>
              </a:rPr>
              <a:t>Update</a:t>
            </a:r>
            <a:r>
              <a:rPr lang="ja-JP" altLang="en-US" sz="2400" b="1" dirty="0">
                <a:solidFill>
                  <a:srgbClr val="FF0000"/>
                </a:solidFill>
              </a:rPr>
              <a:t>で移動</a:t>
            </a:r>
            <a:r>
              <a:rPr lang="ja-JP" altLang="en-US" sz="2400" dirty="0"/>
              <a:t>するイメージです。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93E64BC-31F4-4BF0-9579-8BEFE9EAC3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7"/>
            <a:ext cx="5320222" cy="4178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1622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443</TotalTime>
  <Words>472</Words>
  <Application>Microsoft Office PowerPoint</Application>
  <PresentationFormat>ワイド画面</PresentationFormat>
  <Paragraphs>69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5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30</cp:revision>
  <dcterms:created xsi:type="dcterms:W3CDTF">2024-08-27T02:15:54Z</dcterms:created>
  <dcterms:modified xsi:type="dcterms:W3CDTF">2026-06-24T07:51:57Z</dcterms:modified>
</cp:coreProperties>
</file>