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入力はただ押すだけではなく、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同時押しや、押した瞬間など</a:t>
            </a:r>
            <a:r>
              <a:rPr lang="ja-JP" altLang="en-US" sz="2400" dirty="0"/>
              <a:t>、様々な状況が考えられます。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必要な時に機能を拡張できるように、</a:t>
            </a:r>
            <a:endParaRPr lang="en-US" altLang="ja-JP" sz="2400" dirty="0"/>
          </a:p>
          <a:p>
            <a:r>
              <a:rPr kumimoji="1" lang="ja-JP" altLang="en-US" sz="2400" dirty="0"/>
              <a:t>入力システムを作成します。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196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Input</a:t>
            </a:r>
            <a:r>
              <a:rPr kumimoji="1" lang="ja-JP" altLang="en-US" sz="2400" dirty="0"/>
              <a:t>フォルダを作成して、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Input.cpp/.h</a:t>
            </a:r>
            <a:r>
              <a:rPr kumimoji="1"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1FF799C-FC09-435C-B9C3-69C9B184D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4304135" cy="205570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E3EFC7D-C4AE-4B18-AFAA-746B70B77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4430358"/>
            <a:ext cx="5175278" cy="165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24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42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Input.h</a:t>
            </a:r>
            <a:r>
              <a:rPr kumimoji="1" lang="ja-JP" altLang="en-US" sz="2400" dirty="0"/>
              <a:t>に必要な宣言を書きます。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2B2D07E3-C83A-4ABB-B7A2-B3FEC2A13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369068" cy="476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0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84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Input.cpp</a:t>
            </a:r>
            <a:r>
              <a:rPr kumimoji="1" lang="ja-JP" altLang="en-US" sz="2400" dirty="0"/>
              <a:t>側に処理を書きます。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EF4F747-6733-4CDB-8758-DE80FEEB0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244949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73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Input.cpp</a:t>
            </a:r>
            <a:r>
              <a:rPr kumimoji="1" lang="ja-JP" altLang="en-US" sz="2400" dirty="0"/>
              <a:t>続き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301F08C-59EF-4EF7-A2F8-34FBE693A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3987805" cy="477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Input.cpp</a:t>
            </a:r>
            <a:r>
              <a:rPr kumimoji="1" lang="ja-JP" altLang="en-US" sz="2400" dirty="0"/>
              <a:t>続き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21277D8-DB38-4F8A-8C10-314EFC9CA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182792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1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入力には同時入力があるため、ビットフラグで入力状態を管理します。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C06EA34-3B80-4A31-8A9F-E94B6AE40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649113" cy="193384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C4BFB05-8652-4C5C-B5C5-7358774C9921}"/>
              </a:ext>
            </a:extLst>
          </p:cNvPr>
          <p:cNvSpPr txBox="1"/>
          <p:nvPr/>
        </p:nvSpPr>
        <p:spPr>
          <a:xfrm>
            <a:off x="567542" y="4031039"/>
            <a:ext cx="5796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■同時入力された時の</a:t>
            </a:r>
            <a:r>
              <a:rPr lang="en-US" altLang="ja-JP" sz="2400" b="1" dirty="0" err="1">
                <a:solidFill>
                  <a:srgbClr val="FF0000"/>
                </a:solidFill>
              </a:rPr>
              <a:t>g_InputState</a:t>
            </a:r>
            <a:r>
              <a:rPr lang="ja-JP" altLang="en-US" sz="2400" b="1" dirty="0">
                <a:solidFill>
                  <a:srgbClr val="FF0000"/>
                </a:solidFill>
              </a:rPr>
              <a:t>の例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表 8">
            <a:extLst>
              <a:ext uri="{FF2B5EF4-FFF2-40B4-BE49-F238E27FC236}">
                <a16:creationId xmlns:a16="http://schemas.microsoft.com/office/drawing/2014/main" id="{47D05A67-4CFD-4913-877C-694A96AFA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588144"/>
              </p:ext>
            </p:extLst>
          </p:nvPr>
        </p:nvGraphicFramePr>
        <p:xfrm>
          <a:off x="567542" y="449270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39303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1297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入力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g_InputState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68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右上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0x0000 1001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119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左下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0x0000 0110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681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右下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0x0000 1010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049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354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28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UpdateInput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で、入力に対応したフラグを設定します。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31A3E33-B4C4-4E07-ACDB-EEDD7292B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747434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5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1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And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演算</a:t>
            </a:r>
            <a:r>
              <a:rPr kumimoji="1" lang="ja-JP" altLang="en-US" sz="2400" dirty="0"/>
              <a:t>すれば、入力されているキーを判定できます。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0513984-0E01-4E6B-B78E-771DB5137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229643" cy="187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18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今回押されていて、前回押されてない場合</a:t>
            </a:r>
            <a:r>
              <a:rPr kumimoji="1" lang="ja-JP" altLang="en-US" sz="2400" dirty="0"/>
              <a:t>は、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押した瞬間</a:t>
            </a:r>
            <a:r>
              <a:rPr kumimoji="1" lang="ja-JP" altLang="en-US" sz="2400" dirty="0"/>
              <a:t>と判定できます。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12A232-1DC3-421B-A891-B1E7594F7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10712132" cy="169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794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194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の各関数で、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FF0000"/>
                </a:solidFill>
              </a:rPr>
              <a:t>Input</a:t>
            </a:r>
            <a:r>
              <a:rPr lang="ja-JP" altLang="en-US" sz="2400" b="1" dirty="0">
                <a:solidFill>
                  <a:srgbClr val="FF0000"/>
                </a:solidFill>
              </a:rPr>
              <a:t>システムの関数を呼ぶようにしましょう。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42489FE-231A-4A1B-8D09-3EFF754B3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695141" cy="262344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096CA04-7D66-4CDB-818E-9DF318F69C8F}"/>
              </a:ext>
            </a:extLst>
          </p:cNvPr>
          <p:cNvSpPr txBox="1"/>
          <p:nvPr/>
        </p:nvSpPr>
        <p:spPr>
          <a:xfrm>
            <a:off x="567542" y="4953001"/>
            <a:ext cx="90284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Update</a:t>
            </a:r>
            <a:r>
              <a:rPr kumimoji="1" lang="ja-JP" altLang="en-US" sz="2400" dirty="0"/>
              <a:t>関数以降も対応しましょう。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注意：</a:t>
            </a:r>
            <a:r>
              <a:rPr lang="en-US" altLang="ja-JP" sz="2400" b="1" dirty="0" err="1">
                <a:solidFill>
                  <a:srgbClr val="FF0000"/>
                </a:solidFill>
              </a:rPr>
              <a:t>UpdateInput</a:t>
            </a:r>
            <a:r>
              <a:rPr lang="ja-JP" altLang="en-US" sz="2400" b="1" dirty="0">
                <a:solidFill>
                  <a:srgbClr val="FF0000"/>
                </a:solidFill>
              </a:rPr>
              <a:t>は</a:t>
            </a:r>
            <a:r>
              <a:rPr lang="en-US" altLang="ja-JP" sz="2400" b="1" dirty="0" err="1">
                <a:solidFill>
                  <a:srgbClr val="FF0000"/>
                </a:solidFill>
              </a:rPr>
              <a:t>UpdatePlayer</a:t>
            </a:r>
            <a:r>
              <a:rPr lang="ja-JP" altLang="en-US" sz="2400" b="1" dirty="0">
                <a:solidFill>
                  <a:srgbClr val="FF0000"/>
                </a:solidFill>
              </a:rPr>
              <a:t>よりも前に呼びましょう。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503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21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Player.cpp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の入力処理を、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今回の入力システムのものに置き換えましょう。（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if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分の条件部分）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38E21AE-743E-44E8-A78E-F69EE6B02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187127"/>
            <a:ext cx="4842588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142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入力システム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381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動作確認して正しく操作できるか確認しましょう。</a:t>
            </a:r>
            <a:endParaRPr kumimoji="1" lang="en-US" altLang="ja-JP" sz="2400" dirty="0"/>
          </a:p>
          <a:p>
            <a:r>
              <a:rPr lang="ja-JP" altLang="en-US" sz="2400" dirty="0"/>
              <a:t>また、いずれかのキー入力を</a:t>
            </a:r>
            <a:r>
              <a:rPr lang="en-US" altLang="ja-JP" sz="2400" b="1" dirty="0" err="1">
                <a:solidFill>
                  <a:srgbClr val="FF0000"/>
                </a:solidFill>
              </a:rPr>
              <a:t>IsTriggerKey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に変えて、</a:t>
            </a:r>
            <a:endParaRPr lang="en-US" altLang="ja-JP" sz="2400" dirty="0"/>
          </a:p>
          <a:p>
            <a:r>
              <a:rPr kumimoji="1" lang="ja-JP" altLang="en-US" sz="2400" dirty="0"/>
              <a:t>挙動を確認してみましょう。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6B69679-4495-4FCE-A3A0-350FA686B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6458"/>
            <a:ext cx="6324600" cy="355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12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移動処理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855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移動処理を本格的なものに変更します。</a:t>
            </a:r>
            <a:endParaRPr kumimoji="1" lang="en-US" altLang="ja-JP" sz="2400" dirty="0"/>
          </a:p>
          <a:p>
            <a:r>
              <a:rPr lang="ja-JP" altLang="en-US" sz="2400" dirty="0"/>
              <a:t>そのために新しいゲームロジックである</a:t>
            </a:r>
            <a:r>
              <a:rPr lang="en-US" altLang="ja-JP" sz="2400" b="1" dirty="0">
                <a:solidFill>
                  <a:srgbClr val="FF0000"/>
                </a:solidFill>
              </a:rPr>
              <a:t>Step</a:t>
            </a:r>
            <a:r>
              <a:rPr lang="ja-JP" altLang="en-US" sz="2400" b="1" dirty="0">
                <a:solidFill>
                  <a:srgbClr val="FF0000"/>
                </a:solidFill>
              </a:rPr>
              <a:t>処理</a:t>
            </a:r>
            <a:r>
              <a:rPr lang="ja-JP" altLang="en-US" sz="2400" dirty="0"/>
              <a:t>を追加します。</a:t>
            </a:r>
            <a:endParaRPr kumimoji="1" lang="en-US" altLang="ja-JP" sz="2400" dirty="0"/>
          </a:p>
          <a:p>
            <a:r>
              <a:rPr lang="en-US" altLang="ja-JP" sz="2400" dirty="0"/>
              <a:t>Step</a:t>
            </a:r>
            <a:r>
              <a:rPr lang="ja-JP" altLang="en-US" sz="2400" dirty="0"/>
              <a:t>処理では、</a:t>
            </a:r>
            <a:r>
              <a:rPr lang="ja-JP" altLang="en-US" sz="2400" b="1" dirty="0">
                <a:solidFill>
                  <a:srgbClr val="FF0000"/>
                </a:solidFill>
              </a:rPr>
              <a:t>ゲーム中のものを１つ進める処理</a:t>
            </a:r>
            <a:r>
              <a:rPr lang="ja-JP" altLang="en-US" sz="2400" dirty="0"/>
              <a:t>を</a:t>
            </a:r>
            <a:r>
              <a:rPr kumimoji="1" lang="ja-JP" altLang="en-US" sz="2400" dirty="0"/>
              <a:t>実装します。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5297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移動処理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69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Player.h</a:t>
            </a:r>
            <a:r>
              <a:rPr kumimoji="1" lang="ja-JP" altLang="en-US" sz="2400" dirty="0"/>
              <a:t>に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Step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9C1AE0F-2800-4B5F-8D51-039D15F0F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6504797" cy="2525606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044260F-CF22-4666-B04E-F57912120775}"/>
              </a:ext>
            </a:extLst>
          </p:cNvPr>
          <p:cNvSpPr/>
          <p:nvPr/>
        </p:nvSpPr>
        <p:spPr>
          <a:xfrm>
            <a:off x="3136900" y="2654300"/>
            <a:ext cx="2616200" cy="419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8904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移動処理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506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プレイヤーの移動量の初期値を</a:t>
            </a:r>
            <a:r>
              <a:rPr kumimoji="1" lang="en-US" altLang="ja-JP" sz="2400" dirty="0"/>
              <a:t>0</a:t>
            </a:r>
            <a:r>
              <a:rPr kumimoji="1" lang="ja-JP" altLang="en-US" sz="2400" dirty="0"/>
              <a:t>に変更します。</a:t>
            </a:r>
            <a:endParaRPr kumimoji="1" lang="en-US" altLang="ja-JP" sz="2400" dirty="0"/>
          </a:p>
          <a:p>
            <a:r>
              <a:rPr lang="ja-JP" altLang="en-US" sz="2400" dirty="0"/>
              <a:t>（移動量</a:t>
            </a:r>
            <a:r>
              <a:rPr lang="en-US" altLang="ja-JP" sz="2400" dirty="0"/>
              <a:t>0</a:t>
            </a:r>
            <a:r>
              <a:rPr lang="ja-JP" altLang="en-US" sz="2400" dirty="0"/>
              <a:t>ということは最初は動いていないということ）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7C5C838-8128-4ECB-88D7-486A0D554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9239601" cy="247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21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移動処理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739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ステップ処理でも移動量を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0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でリセットするようにしましょう。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（何も押されなければ動かないということ）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DF498BD-945A-48FA-AC45-3B7328459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7875994" cy="216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0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移動処理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リセット後に入力処理を書いていきます。</a:t>
            </a:r>
            <a:endParaRPr kumimoji="1" lang="en-US" altLang="ja-JP" sz="2400" dirty="0"/>
          </a:p>
          <a:p>
            <a:r>
              <a:rPr lang="ja-JP" altLang="en-US" sz="2400" dirty="0"/>
              <a:t>入力方向に合わせて移動量を設定します。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FEE3C33-AA7D-452D-AFE3-878632B8A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221562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1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移動処理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37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移動処理（座標に移動量を加算する処理）は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Update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に書きます。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1B824D5-ABE1-498E-8C04-2ADFD79E3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994265" cy="222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55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移動処理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112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kumimoji="1" lang="ja-JP" altLang="en-US" sz="2400" dirty="0"/>
              <a:t>側に大元のステップ関数を追加します。</a:t>
            </a:r>
            <a:endParaRPr kumimoji="1" lang="en-US" altLang="ja-JP" sz="2400" dirty="0"/>
          </a:p>
          <a:p>
            <a:r>
              <a:rPr lang="ja-JP" altLang="en-US" sz="2400" dirty="0"/>
              <a:t>中でプレイヤーのステップ関数を呼びましょう。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483FA0F-B5C2-4834-9DBC-C352EF6EE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6"/>
            <a:ext cx="7169897" cy="234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73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移動処理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39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Step</a:t>
            </a:r>
            <a:r>
              <a:rPr kumimoji="1" lang="ja-JP" altLang="en-US" sz="2400" dirty="0"/>
              <a:t>処理は</a:t>
            </a:r>
            <a:r>
              <a:rPr kumimoji="1" lang="en-US" altLang="ja-JP" sz="2400" dirty="0"/>
              <a:t>Update</a:t>
            </a:r>
            <a:r>
              <a:rPr kumimoji="1" lang="ja-JP" altLang="en-US" sz="2400" dirty="0"/>
              <a:t>処理の前になります。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Step</a:t>
            </a:r>
            <a:r>
              <a:rPr lang="ja-JP" altLang="en-US" sz="2400" b="1" dirty="0">
                <a:solidFill>
                  <a:srgbClr val="FF0000"/>
                </a:solidFill>
              </a:rPr>
              <a:t>で移動量を確定</a:t>
            </a:r>
            <a:r>
              <a:rPr lang="ja-JP" altLang="en-US" sz="2400" dirty="0"/>
              <a:t>して、</a:t>
            </a:r>
            <a:r>
              <a:rPr lang="en-US" altLang="ja-JP" sz="2400" b="1" dirty="0">
                <a:solidFill>
                  <a:srgbClr val="FF0000"/>
                </a:solidFill>
              </a:rPr>
              <a:t>Update</a:t>
            </a:r>
            <a:r>
              <a:rPr lang="ja-JP" altLang="en-US" sz="2400" b="1" dirty="0">
                <a:solidFill>
                  <a:srgbClr val="FF0000"/>
                </a:solidFill>
              </a:rPr>
              <a:t>で移動</a:t>
            </a:r>
            <a:r>
              <a:rPr lang="ja-JP" altLang="en-US" sz="2400" dirty="0"/>
              <a:t>するイメージです。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93E64BC-31F4-4BF0-9579-8BEFE9EAC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7"/>
            <a:ext cx="5320222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62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484</Words>
  <Application>Microsoft Office PowerPoint</Application>
  <PresentationFormat>ワイド画面</PresentationFormat>
  <Paragraphs>70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28</cp:revision>
  <dcterms:created xsi:type="dcterms:W3CDTF">2024-08-27T02:15:54Z</dcterms:created>
  <dcterms:modified xsi:type="dcterms:W3CDTF">2026-06-04T01:59:09Z</dcterms:modified>
</cp:coreProperties>
</file>