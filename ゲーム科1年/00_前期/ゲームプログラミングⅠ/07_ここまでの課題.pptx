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6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2928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ここまでの課題</a:t>
            </a:r>
            <a:r>
              <a:rPr kumimoji="1" lang="en-US" altLang="ja-JP" sz="3200" b="1" u="sng" dirty="0"/>
              <a:t>1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666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オリジナルの画像を最低</a:t>
            </a:r>
            <a:r>
              <a:rPr lang="en-US" altLang="ja-JP" sz="2400" dirty="0"/>
              <a:t>1</a:t>
            </a:r>
            <a:r>
              <a:rPr lang="ja-JP" altLang="en-US" sz="2400" dirty="0"/>
              <a:t>つ作って、</a:t>
            </a:r>
            <a:r>
              <a:rPr kumimoji="1" lang="ja-JP" altLang="en-US" sz="2400" dirty="0"/>
              <a:t>画面に表示しましょう。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1F84A84-852B-415F-BFAB-D1D59EF869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3"/>
            <a:ext cx="7776358" cy="437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2928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ここまでの課題</a:t>
            </a:r>
            <a:r>
              <a:rPr kumimoji="1" lang="en-US" altLang="ja-JP" sz="3200" b="1" u="sng" dirty="0"/>
              <a:t>2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雲が画面の左側へ通り過ぎたら、</a:t>
            </a:r>
            <a:r>
              <a:rPr kumimoji="1" lang="ja-JP" altLang="en-US" sz="2400" dirty="0"/>
              <a:t>再び右から登場するようにしましょう。</a:t>
            </a:r>
            <a:endParaRPr kumimoji="1" lang="en-US" altLang="ja-JP" sz="2400" dirty="0"/>
          </a:p>
          <a:p>
            <a:r>
              <a:rPr kumimoji="1" lang="ja-JP" altLang="en-US" sz="2400" dirty="0"/>
              <a:t>サンプルで動作を確認できます。</a:t>
            </a:r>
            <a:endParaRPr kumimoji="1" lang="en-US" altLang="ja-JP" sz="2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FE70CDB-9B8C-4DBA-AA36-B766EC6AC4D5}"/>
              </a:ext>
            </a:extLst>
          </p:cNvPr>
          <p:cNvSpPr txBox="1"/>
          <p:nvPr/>
        </p:nvSpPr>
        <p:spPr>
          <a:xfrm>
            <a:off x="567542" y="2187126"/>
            <a:ext cx="900919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ヒント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・座標の位置は画像の左上になります。</a:t>
            </a:r>
            <a:endParaRPr kumimoji="1" lang="en-US" altLang="ja-JP" sz="2400" dirty="0"/>
          </a:p>
          <a:p>
            <a:r>
              <a:rPr kumimoji="1" lang="ja-JP" altLang="en-US" sz="2400" dirty="0"/>
              <a:t>・雲の画像の横幅の値が必要です。（雲の横幅は</a:t>
            </a:r>
            <a:r>
              <a:rPr kumimoji="1" lang="en-US" altLang="ja-JP" sz="2400" dirty="0"/>
              <a:t>370</a:t>
            </a:r>
            <a:r>
              <a:rPr kumimoji="1" lang="ja-JP" altLang="en-US" sz="2400" dirty="0"/>
              <a:t>ピクセル）</a:t>
            </a:r>
            <a:endParaRPr kumimoji="1" lang="en-US" altLang="ja-JP" sz="2400" dirty="0"/>
          </a:p>
          <a:p>
            <a:r>
              <a:rPr kumimoji="1" lang="ja-JP" altLang="en-US" sz="2400" dirty="0"/>
              <a:t>・通り過ぎたら右端に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移動</a:t>
            </a:r>
            <a:r>
              <a:rPr kumimoji="1" lang="ja-JP" altLang="en-US" sz="2400" dirty="0"/>
              <a:t>させます。（移動は更新処理）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112357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3105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画像処理 課題</a:t>
            </a:r>
            <a:r>
              <a:rPr kumimoji="1" lang="en-US" altLang="ja-JP" sz="3200" b="1" u="sng" dirty="0"/>
              <a:t>EX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雲が画面の外へ出たら、反対側から再登場させましょう。</a:t>
            </a:r>
            <a:endParaRPr kumimoji="1" lang="en-US" altLang="ja-JP" sz="2400" dirty="0"/>
          </a:p>
          <a:p>
            <a:r>
              <a:rPr kumimoji="1" lang="ja-JP" altLang="en-US" sz="2400" dirty="0"/>
              <a:t>サンプルで動作を確認できます。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en-US" altLang="ja-JP" sz="2400" dirty="0"/>
              <a:t>※</a:t>
            </a:r>
            <a:r>
              <a:rPr kumimoji="1" lang="ja-JP" altLang="en-US" sz="2400" dirty="0"/>
              <a:t>見づらかったのでサンプルは空を描画していません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275571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127</Words>
  <Application>Microsoft Office PowerPoint</Application>
  <PresentationFormat>ワイド画面</PresentationFormat>
  <Paragraphs>14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38</cp:revision>
  <dcterms:created xsi:type="dcterms:W3CDTF">2024-08-27T02:15:54Z</dcterms:created>
  <dcterms:modified xsi:type="dcterms:W3CDTF">2024-09-30T00:19:54Z</dcterms:modified>
</cp:coreProperties>
</file>