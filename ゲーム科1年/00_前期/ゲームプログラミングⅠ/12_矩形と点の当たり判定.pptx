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マウスカーソルとプレイヤーが当たっているか判定してみます。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A37B9BD-C681-4363-80CF-B156966D0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840169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矩形と点が当たっているか判定するには、</a:t>
            </a:r>
            <a:endParaRPr kumimoji="1" lang="en-US" altLang="ja-JP" sz="2400" dirty="0"/>
          </a:p>
          <a:p>
            <a:r>
              <a:rPr lang="ja-JP" altLang="en-US" sz="2400" dirty="0"/>
              <a:t>まず、</a:t>
            </a:r>
            <a:r>
              <a:rPr lang="ja-JP" altLang="en-US" sz="2400" b="1" dirty="0">
                <a:solidFill>
                  <a:srgbClr val="FF0000"/>
                </a:solidFill>
              </a:rPr>
              <a:t>横幅</a:t>
            </a:r>
            <a:r>
              <a:rPr lang="ja-JP" altLang="en-US" sz="2400" dirty="0"/>
              <a:t>のエリアに点があるかどうかを判定します。</a:t>
            </a:r>
            <a:endParaRPr kumimoji="1" lang="en-US" altLang="ja-JP" sz="24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74AAE59-DD6A-4894-8CB5-5083FAEE5E70}"/>
              </a:ext>
            </a:extLst>
          </p:cNvPr>
          <p:cNvGrpSpPr/>
          <p:nvPr/>
        </p:nvGrpSpPr>
        <p:grpSpPr>
          <a:xfrm>
            <a:off x="567542" y="2187126"/>
            <a:ext cx="7840169" cy="4620270"/>
            <a:chOff x="567542" y="1817794"/>
            <a:chExt cx="7840169" cy="462027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AC70C003-11F3-4861-8DB9-401DA1E6A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542" y="1817794"/>
              <a:ext cx="7840169" cy="4620270"/>
            </a:xfrm>
            <a:prstGeom prst="rect">
              <a:avLst/>
            </a:prstGeom>
          </p:spPr>
        </p:pic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C7E06C6E-1E1F-49BA-BFEC-AB2867497F40}"/>
                </a:ext>
              </a:extLst>
            </p:cNvPr>
            <p:cNvSpPr/>
            <p:nvPr/>
          </p:nvSpPr>
          <p:spPr>
            <a:xfrm>
              <a:off x="4479131" y="2100263"/>
              <a:ext cx="571500" cy="4337801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2548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8801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縦幅</a:t>
            </a:r>
            <a:r>
              <a:rPr kumimoji="1" lang="ja-JP" altLang="en-US" sz="2400" dirty="0"/>
              <a:t>のエリアにも点が存在すれば、</a:t>
            </a:r>
            <a:endParaRPr kumimoji="1" lang="en-US" altLang="ja-JP" sz="2400" dirty="0"/>
          </a:p>
          <a:p>
            <a:r>
              <a:rPr kumimoji="1" lang="ja-JP" altLang="en-US" sz="2400" dirty="0"/>
              <a:t>点は当たっていると判定できます。（赤と緑が交わっている箇所が当たっている）</a:t>
            </a:r>
            <a:endParaRPr kumimoji="1"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278C1EC-7DAB-404F-BA25-7F3B945942AD}"/>
              </a:ext>
            </a:extLst>
          </p:cNvPr>
          <p:cNvGrpSpPr/>
          <p:nvPr/>
        </p:nvGrpSpPr>
        <p:grpSpPr>
          <a:xfrm>
            <a:off x="567542" y="2187126"/>
            <a:ext cx="7840169" cy="4620270"/>
            <a:chOff x="567542" y="2187126"/>
            <a:chExt cx="7840169" cy="4620270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E74AAE59-DD6A-4894-8CB5-5083FAEE5E70}"/>
                </a:ext>
              </a:extLst>
            </p:cNvPr>
            <p:cNvGrpSpPr/>
            <p:nvPr/>
          </p:nvGrpSpPr>
          <p:grpSpPr>
            <a:xfrm>
              <a:off x="567542" y="2187126"/>
              <a:ext cx="7840169" cy="4620270"/>
              <a:chOff x="567542" y="1817794"/>
              <a:chExt cx="7840169" cy="4620270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AC70C003-11F3-4861-8DB9-401DA1E6A6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7542" y="1817794"/>
                <a:ext cx="7840169" cy="4620270"/>
              </a:xfrm>
              <a:prstGeom prst="rect">
                <a:avLst/>
              </a:prstGeom>
            </p:spPr>
          </p:pic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C7E06C6E-1E1F-49BA-BFEC-AB2867497F40}"/>
                  </a:ext>
                </a:extLst>
              </p:cNvPr>
              <p:cNvSpPr/>
              <p:nvPr/>
            </p:nvSpPr>
            <p:spPr>
              <a:xfrm>
                <a:off x="4479131" y="2100263"/>
                <a:ext cx="571500" cy="4337801"/>
              </a:xfrm>
              <a:prstGeom prst="rect">
                <a:avLst/>
              </a:prstGeom>
              <a:solidFill>
                <a:srgbClr val="FF0000">
                  <a:alpha val="6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5F72E87-C5A2-4F07-8DF0-B8636503FBD3}"/>
                </a:ext>
              </a:extLst>
            </p:cNvPr>
            <p:cNvSpPr/>
            <p:nvPr/>
          </p:nvSpPr>
          <p:spPr>
            <a:xfrm>
              <a:off x="567542" y="5052060"/>
              <a:ext cx="7840169" cy="589511"/>
            </a:xfrm>
            <a:prstGeom prst="rect">
              <a:avLst/>
            </a:prstGeom>
            <a:solidFill>
              <a:schemeClr val="accent6">
                <a:lumMod val="75000"/>
                <a:alpha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C244097-AC3A-45A6-9C55-1ED936456615}"/>
              </a:ext>
            </a:extLst>
          </p:cNvPr>
          <p:cNvSpPr txBox="1"/>
          <p:nvPr/>
        </p:nvSpPr>
        <p:spPr>
          <a:xfrm>
            <a:off x="5170413" y="5781271"/>
            <a:ext cx="4185761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赤と緑が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交わっている箇所</a:t>
            </a:r>
            <a:r>
              <a:rPr kumimoji="1" lang="ja-JP" altLang="en-US" sz="2400" dirty="0"/>
              <a:t>が</a:t>
            </a:r>
            <a:endParaRPr kumimoji="1" lang="en-US" altLang="ja-JP" sz="2400" dirty="0"/>
          </a:p>
          <a:p>
            <a:r>
              <a:rPr kumimoji="1" lang="ja-JP" altLang="en-US" sz="2400" dirty="0"/>
              <a:t>当たっている！！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39780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つまり当たり判定に必要な情報は以下の通りになります。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■必要な情報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・矩形の座標</a:t>
            </a:r>
            <a:endParaRPr kumimoji="1" lang="en-US" altLang="ja-JP" sz="2400" dirty="0"/>
          </a:p>
          <a:p>
            <a:r>
              <a:rPr lang="ja-JP" altLang="en-US" sz="2400" dirty="0"/>
              <a:t>・矩形のサイズ</a:t>
            </a:r>
            <a:endParaRPr lang="en-US" altLang="ja-JP" sz="2400" dirty="0"/>
          </a:p>
          <a:p>
            <a:r>
              <a:rPr kumimoji="1" lang="ja-JP" altLang="en-US" sz="2400" dirty="0"/>
              <a:t>・点の座標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これらを踏まえて、</a:t>
            </a:r>
            <a:r>
              <a:rPr lang="ja-JP" altLang="en-US" sz="2400" dirty="0"/>
              <a:t>当たり判定をする関数を作成します。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68762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0385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Collision.h</a:t>
            </a:r>
            <a:r>
              <a:rPr kumimoji="1" lang="ja-JP" altLang="en-US" sz="2400" dirty="0"/>
              <a:t>に関数を宣言します。</a:t>
            </a:r>
            <a:endParaRPr kumimoji="1" lang="en-US" altLang="ja-JP" sz="2400" dirty="0"/>
          </a:p>
          <a:p>
            <a:r>
              <a:rPr lang="ja-JP" altLang="en-US" sz="2400" dirty="0"/>
              <a:t>これまでの内容を思い出しながら、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Collision.cpp</a:t>
            </a:r>
            <a:r>
              <a:rPr kumimoji="1" lang="ja-JP" altLang="en-US" sz="2400" dirty="0"/>
              <a:t>に処理を書いてみましょう。</a:t>
            </a:r>
            <a:endParaRPr kumimoji="1" lang="en-US" altLang="ja-JP" sz="2400" dirty="0"/>
          </a:p>
          <a:p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8ABA4CA-9E5C-40E3-975E-5E35FF2B1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66543"/>
            <a:ext cx="11268858" cy="58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0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289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ヒント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dirty="0"/>
              <a:t>If(0)</a:t>
            </a:r>
            <a:r>
              <a:rPr kumimoji="1" lang="ja-JP" altLang="en-US" sz="2400" dirty="0"/>
              <a:t>のところに正しい判定を書きましょう。</a:t>
            </a:r>
            <a:endParaRPr kumimoji="1" lang="en-US" altLang="ja-JP" sz="2400" dirty="0"/>
          </a:p>
          <a:p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B9DE587-662B-4B24-9BAE-783FA403E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6812"/>
            <a:ext cx="4391181" cy="345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33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矩形と点の当たり判定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40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CheckCollision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に当たり判定処理を書きます。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3FD553-395C-4DF3-A4F6-576578E62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791217" cy="394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81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213</Words>
  <Application>Microsoft Office PowerPoint</Application>
  <PresentationFormat>ワイド画面</PresentationFormat>
  <Paragraphs>27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29</cp:revision>
  <dcterms:created xsi:type="dcterms:W3CDTF">2024-08-27T02:15:54Z</dcterms:created>
  <dcterms:modified xsi:type="dcterms:W3CDTF">2025-01-06T05:20:16Z</dcterms:modified>
</cp:coreProperties>
</file>