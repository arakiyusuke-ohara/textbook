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矩形同士で当たり判定をして、</a:t>
            </a:r>
            <a:endParaRPr kumimoji="1" lang="en-US" altLang="ja-JP" sz="2400" dirty="0"/>
          </a:p>
          <a:p>
            <a:r>
              <a:rPr lang="ja-JP" altLang="en-US" sz="2400" dirty="0"/>
              <a:t>キャラクター同士が当たっているか判定できるようにします。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0A3FAE0-1631-4CEF-9F7E-C1B87768B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047426"/>
            <a:ext cx="4474886" cy="4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矩形同士の当たり判定に必要なものは以下の通りです。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■必要なもの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矩形</a:t>
            </a:r>
            <a:r>
              <a:rPr lang="en-US" altLang="ja-JP" sz="2400" dirty="0"/>
              <a:t>A</a:t>
            </a:r>
            <a:r>
              <a:rPr lang="ja-JP" altLang="en-US" sz="2400" dirty="0"/>
              <a:t>の座標</a:t>
            </a:r>
            <a:endParaRPr lang="en-US" altLang="ja-JP" sz="2400" dirty="0"/>
          </a:p>
          <a:p>
            <a:r>
              <a:rPr kumimoji="1" lang="ja-JP" altLang="en-US" sz="2400" dirty="0"/>
              <a:t>矩形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のサイズ</a:t>
            </a:r>
            <a:endParaRPr kumimoji="1" lang="en-US" altLang="ja-JP" sz="2400" dirty="0"/>
          </a:p>
          <a:p>
            <a:r>
              <a:rPr lang="ja-JP" altLang="en-US" sz="2400" dirty="0"/>
              <a:t>矩形</a:t>
            </a:r>
            <a:r>
              <a:rPr lang="en-US" altLang="ja-JP" sz="2400" dirty="0"/>
              <a:t>B</a:t>
            </a:r>
            <a:r>
              <a:rPr lang="ja-JP" altLang="en-US" sz="2400" dirty="0"/>
              <a:t>の座標</a:t>
            </a:r>
            <a:endParaRPr lang="en-US" altLang="ja-JP" sz="2400" dirty="0"/>
          </a:p>
          <a:p>
            <a:r>
              <a:rPr kumimoji="1" lang="ja-JP" altLang="en-US" sz="2400" dirty="0"/>
              <a:t>矩形</a:t>
            </a:r>
            <a:r>
              <a:rPr kumimoji="1" lang="en-US" altLang="ja-JP" sz="2400" dirty="0"/>
              <a:t>B</a:t>
            </a:r>
            <a:r>
              <a:rPr kumimoji="1" lang="ja-JP" altLang="en-US" sz="2400" dirty="0"/>
              <a:t>のサイズ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まずは当たり判定の関数を作ります。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3249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必要なものを引数にした関数を宣言しましょう。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1483A9-F354-4A2E-AD0C-7B2BC6474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349943" cy="912706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FB8BF6F-D4F5-428E-A196-1CCB33C780D0}"/>
              </a:ext>
            </a:extLst>
          </p:cNvPr>
          <p:cNvSpPr/>
          <p:nvPr/>
        </p:nvSpPr>
        <p:spPr>
          <a:xfrm>
            <a:off x="948267" y="2370667"/>
            <a:ext cx="11099800" cy="499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12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矩形同士の当たり判定には、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それぞれの矩形の４つの辺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  <a:p>
            <a:r>
              <a:rPr lang="ja-JP" altLang="en-US" sz="2400" dirty="0"/>
              <a:t>実際に当たっている時をイメージしてみましょう。</a:t>
            </a:r>
            <a:endParaRPr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C6113A-E617-4D04-B436-1CD140261E65}"/>
              </a:ext>
            </a:extLst>
          </p:cNvPr>
          <p:cNvGrpSpPr/>
          <p:nvPr/>
        </p:nvGrpSpPr>
        <p:grpSpPr>
          <a:xfrm>
            <a:off x="567542" y="2387600"/>
            <a:ext cx="3826797" cy="2082800"/>
            <a:chOff x="3439717" y="2794000"/>
            <a:chExt cx="3826797" cy="2082800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60C098B-7752-49EE-9BA4-5D5EC385668D}"/>
                </a:ext>
              </a:extLst>
            </p:cNvPr>
            <p:cNvSpPr/>
            <p:nvPr/>
          </p:nvSpPr>
          <p:spPr>
            <a:xfrm>
              <a:off x="4358214" y="2794000"/>
              <a:ext cx="2908300" cy="2082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266346E-3276-4826-AE59-8C3B20640DCB}"/>
                </a:ext>
              </a:extLst>
            </p:cNvPr>
            <p:cNvSpPr/>
            <p:nvPr/>
          </p:nvSpPr>
          <p:spPr>
            <a:xfrm>
              <a:off x="3463003" y="3213100"/>
              <a:ext cx="1346200" cy="12446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BBF8328-C095-4C11-91CF-C5CDE804AF39}"/>
                </a:ext>
              </a:extLst>
            </p:cNvPr>
            <p:cNvSpPr txBox="1"/>
            <p:nvPr/>
          </p:nvSpPr>
          <p:spPr>
            <a:xfrm>
              <a:off x="6870252" y="2794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20223FD-743C-4746-A992-1524287DB07F}"/>
                </a:ext>
              </a:extLst>
            </p:cNvPr>
            <p:cNvSpPr txBox="1"/>
            <p:nvPr/>
          </p:nvSpPr>
          <p:spPr>
            <a:xfrm>
              <a:off x="3439717" y="3198167"/>
              <a:ext cx="402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705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横からあたっている場合は、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左辺と右辺が交差する</a:t>
            </a:r>
            <a:r>
              <a:rPr kumimoji="1" lang="ja-JP" altLang="en-US" sz="2400" dirty="0"/>
              <a:t>形になります。</a:t>
            </a:r>
            <a:endParaRPr lang="en-US" altLang="ja-JP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0EDB4DE-8E90-48FE-9CF6-900794A9465A}"/>
              </a:ext>
            </a:extLst>
          </p:cNvPr>
          <p:cNvSpPr txBox="1"/>
          <p:nvPr/>
        </p:nvSpPr>
        <p:spPr>
          <a:xfrm>
            <a:off x="146796" y="4664789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の左辺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の右辺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68CA960-4EE5-4DCF-9777-280CC628E6BF}"/>
              </a:ext>
            </a:extLst>
          </p:cNvPr>
          <p:cNvGrpSpPr/>
          <p:nvPr/>
        </p:nvGrpSpPr>
        <p:grpSpPr>
          <a:xfrm>
            <a:off x="6960489" y="2387600"/>
            <a:ext cx="3857808" cy="2082800"/>
            <a:chOff x="4358214" y="2794000"/>
            <a:chExt cx="3857808" cy="20828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C1E50DF-9E4D-4BA1-AC41-8B7EDB5A170B}"/>
                </a:ext>
              </a:extLst>
            </p:cNvPr>
            <p:cNvSpPr/>
            <p:nvPr/>
          </p:nvSpPr>
          <p:spPr>
            <a:xfrm>
              <a:off x="4358214" y="2794000"/>
              <a:ext cx="2908300" cy="2082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006A4DE-7DA3-406E-86BC-D1CF9791C508}"/>
                </a:ext>
              </a:extLst>
            </p:cNvPr>
            <p:cNvSpPr/>
            <p:nvPr/>
          </p:nvSpPr>
          <p:spPr>
            <a:xfrm>
              <a:off x="6869822" y="3220566"/>
              <a:ext cx="1346200" cy="12446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CDE792A-F2D4-4F1D-A937-E67C73DF7C58}"/>
                </a:ext>
              </a:extLst>
            </p:cNvPr>
            <p:cNvSpPr txBox="1"/>
            <p:nvPr/>
          </p:nvSpPr>
          <p:spPr>
            <a:xfrm>
              <a:off x="6870252" y="2794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D99B8EB-0B2C-4993-93ED-8315FA8F9553}"/>
                </a:ext>
              </a:extLst>
            </p:cNvPr>
            <p:cNvSpPr txBox="1"/>
            <p:nvPr/>
          </p:nvSpPr>
          <p:spPr>
            <a:xfrm>
              <a:off x="7790460" y="3220566"/>
              <a:ext cx="402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9D263D-C28A-4B12-8528-E834DCE595F5}"/>
              </a:ext>
            </a:extLst>
          </p:cNvPr>
          <p:cNvSpPr txBox="1"/>
          <p:nvPr/>
        </p:nvSpPr>
        <p:spPr>
          <a:xfrm>
            <a:off x="6096000" y="4664789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の右辺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の左辺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F3DC47C-2FEF-45A1-9689-B9DE79238A98}"/>
              </a:ext>
            </a:extLst>
          </p:cNvPr>
          <p:cNvCxnSpPr>
            <a:cxnSpLocks/>
          </p:cNvCxnSpPr>
          <p:nvPr/>
        </p:nvCxnSpPr>
        <p:spPr>
          <a:xfrm>
            <a:off x="9867114" y="2395066"/>
            <a:ext cx="0" cy="2082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EFA43ED-7C52-4ABF-881F-EE20423B1A15}"/>
              </a:ext>
            </a:extLst>
          </p:cNvPr>
          <p:cNvCxnSpPr/>
          <p:nvPr/>
        </p:nvCxnSpPr>
        <p:spPr>
          <a:xfrm>
            <a:off x="9500496" y="2794000"/>
            <a:ext cx="0" cy="127000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2BA44C6B-53ED-44E9-BA48-144603FC28E3}"/>
              </a:ext>
            </a:extLst>
          </p:cNvPr>
          <p:cNvGrpSpPr/>
          <p:nvPr/>
        </p:nvGrpSpPr>
        <p:grpSpPr>
          <a:xfrm>
            <a:off x="567542" y="2387600"/>
            <a:ext cx="3826797" cy="2082800"/>
            <a:chOff x="3439717" y="2794000"/>
            <a:chExt cx="3826797" cy="2082800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6B711552-DD0E-4C31-95C6-2F9474382458}"/>
                </a:ext>
              </a:extLst>
            </p:cNvPr>
            <p:cNvSpPr/>
            <p:nvPr/>
          </p:nvSpPr>
          <p:spPr>
            <a:xfrm>
              <a:off x="4358214" y="2794000"/>
              <a:ext cx="2908300" cy="2082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500D3EE1-7B9B-4CD5-AB07-6CB7654CC006}"/>
                </a:ext>
              </a:extLst>
            </p:cNvPr>
            <p:cNvSpPr/>
            <p:nvPr/>
          </p:nvSpPr>
          <p:spPr>
            <a:xfrm>
              <a:off x="3463003" y="3213100"/>
              <a:ext cx="1346200" cy="12446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4D44D65-0968-4D34-9C75-96F267D6F25C}"/>
                </a:ext>
              </a:extLst>
            </p:cNvPr>
            <p:cNvSpPr txBox="1"/>
            <p:nvPr/>
          </p:nvSpPr>
          <p:spPr>
            <a:xfrm>
              <a:off x="6870252" y="2794000"/>
              <a:ext cx="396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C98966FB-C6DC-4518-9C03-92EA94393B9F}"/>
                </a:ext>
              </a:extLst>
            </p:cNvPr>
            <p:cNvSpPr txBox="1"/>
            <p:nvPr/>
          </p:nvSpPr>
          <p:spPr>
            <a:xfrm>
              <a:off x="3439717" y="3198167"/>
              <a:ext cx="402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EB3B58AD-88E8-426F-9FE2-62DEB7546692}"/>
              </a:ext>
            </a:extLst>
          </p:cNvPr>
          <p:cNvCxnSpPr/>
          <p:nvPr/>
        </p:nvCxnSpPr>
        <p:spPr>
          <a:xfrm>
            <a:off x="1937028" y="2805006"/>
            <a:ext cx="0" cy="127000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D44C48C-346D-4761-954C-C556169A5E5E}"/>
              </a:ext>
            </a:extLst>
          </p:cNvPr>
          <p:cNvCxnSpPr>
            <a:cxnSpLocks/>
          </p:cNvCxnSpPr>
          <p:nvPr/>
        </p:nvCxnSpPr>
        <p:spPr>
          <a:xfrm>
            <a:off x="1486039" y="2387600"/>
            <a:ext cx="0" cy="2082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49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上下からあたっている場合は、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上辺と下辺が交差する</a:t>
            </a:r>
            <a:r>
              <a:rPr kumimoji="1" lang="ja-JP" altLang="en-US" sz="2400" dirty="0"/>
              <a:t>形になります。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9A05098-C3A7-478B-896B-742BE478ADE2}"/>
              </a:ext>
            </a:extLst>
          </p:cNvPr>
          <p:cNvGrpSpPr/>
          <p:nvPr/>
        </p:nvGrpSpPr>
        <p:grpSpPr>
          <a:xfrm>
            <a:off x="1486039" y="2091862"/>
            <a:ext cx="2908300" cy="2939032"/>
            <a:chOff x="1486039" y="961562"/>
            <a:chExt cx="2908300" cy="2939032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72D5C37-5FC1-4B07-B3C4-E29E0F720489}"/>
                </a:ext>
              </a:extLst>
            </p:cNvPr>
            <p:cNvGrpSpPr/>
            <p:nvPr/>
          </p:nvGrpSpPr>
          <p:grpSpPr>
            <a:xfrm>
              <a:off x="1486039" y="961562"/>
              <a:ext cx="2908300" cy="2939032"/>
              <a:chOff x="4358214" y="1937768"/>
              <a:chExt cx="2908300" cy="2939032"/>
            </a:xfrm>
          </p:grpSpPr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04885786-7F5D-427C-AAFA-5BE64B4DE072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C95247A-7B4A-4FB2-AEAA-31C207418625}"/>
                  </a:ext>
                </a:extLst>
              </p:cNvPr>
              <p:cNvSpPr/>
              <p:nvPr/>
            </p:nvSpPr>
            <p:spPr>
              <a:xfrm>
                <a:off x="5169227" y="1937768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FD1DE14-282E-4CA1-85D8-7055221FEE2D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53D1E63-1D47-457C-9FE1-8C89286319AC}"/>
                  </a:ext>
                </a:extLst>
              </p:cNvPr>
              <p:cNvSpPr txBox="1"/>
              <p:nvPr/>
            </p:nvSpPr>
            <p:spPr>
              <a:xfrm>
                <a:off x="5146339" y="1948333"/>
                <a:ext cx="402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23E25929-F77C-4995-A06A-2F3A783B95E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2" y="2206162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407B1DF-01B1-45DC-BF4C-6194EBD48AE1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1817794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0EDB4DE-8E90-48FE-9CF6-900794A9465A}"/>
              </a:ext>
            </a:extLst>
          </p:cNvPr>
          <p:cNvSpPr txBox="1"/>
          <p:nvPr/>
        </p:nvSpPr>
        <p:spPr>
          <a:xfrm>
            <a:off x="72867" y="5384429"/>
            <a:ext cx="5791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の上辺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の下辺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99D263D-C28A-4B12-8528-E834DCE595F5}"/>
              </a:ext>
            </a:extLst>
          </p:cNvPr>
          <p:cNvSpPr txBox="1"/>
          <p:nvPr/>
        </p:nvSpPr>
        <p:spPr>
          <a:xfrm>
            <a:off x="6096000" y="5384429"/>
            <a:ext cx="558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↑</a:t>
            </a:r>
            <a:r>
              <a:rPr kumimoji="1" lang="en-US" altLang="ja-JP" sz="1600" dirty="0">
                <a:solidFill>
                  <a:srgbClr val="FF0000"/>
                </a:solidFill>
              </a:rPr>
              <a:t>A</a:t>
            </a:r>
            <a:r>
              <a:rPr kumimoji="1" lang="ja-JP" altLang="en-US" sz="1600" dirty="0">
                <a:solidFill>
                  <a:srgbClr val="FF0000"/>
                </a:solidFill>
              </a:rPr>
              <a:t>の下辺</a:t>
            </a:r>
            <a:r>
              <a:rPr kumimoji="1" lang="ja-JP" altLang="en-US" sz="1600" dirty="0"/>
              <a:t>と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の上辺</a:t>
            </a:r>
            <a:r>
              <a:rPr kumimoji="1" lang="ja-JP" altLang="en-US" sz="1600" dirty="0"/>
              <a:t>が交差すると当たっている可能性あり</a:t>
            </a:r>
            <a:endParaRPr lang="en-US" altLang="ja-JP" sz="1600" dirty="0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1CAFA6C-F4F8-48B9-8A51-619C9595522D}"/>
              </a:ext>
            </a:extLst>
          </p:cNvPr>
          <p:cNvGrpSpPr/>
          <p:nvPr/>
        </p:nvGrpSpPr>
        <p:grpSpPr>
          <a:xfrm>
            <a:off x="7240953" y="1991249"/>
            <a:ext cx="2908300" cy="3080025"/>
            <a:chOff x="1486039" y="1817794"/>
            <a:chExt cx="2908300" cy="3080025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0EFC7B14-A6D0-4762-80C6-4767FDB705A0}"/>
                </a:ext>
              </a:extLst>
            </p:cNvPr>
            <p:cNvGrpSpPr/>
            <p:nvPr/>
          </p:nvGrpSpPr>
          <p:grpSpPr>
            <a:xfrm>
              <a:off x="1486039" y="1817794"/>
              <a:ext cx="2908300" cy="3080025"/>
              <a:chOff x="4358214" y="2794000"/>
              <a:chExt cx="2908300" cy="3080025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E23683C2-DF8D-49F0-91BC-A972E03D3AE4}"/>
                  </a:ext>
                </a:extLst>
              </p:cNvPr>
              <p:cNvSpPr/>
              <p:nvPr/>
            </p:nvSpPr>
            <p:spPr>
              <a:xfrm>
                <a:off x="4358214" y="2794000"/>
                <a:ext cx="2908300" cy="208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699BA73A-6F2F-4E36-A35D-9138AEE594DE}"/>
                  </a:ext>
                </a:extLst>
              </p:cNvPr>
              <p:cNvSpPr/>
              <p:nvPr/>
            </p:nvSpPr>
            <p:spPr>
              <a:xfrm>
                <a:off x="5169227" y="4535551"/>
                <a:ext cx="1346200" cy="12446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B7C45E5B-A924-498B-96FF-69076F24A16C}"/>
                  </a:ext>
                </a:extLst>
              </p:cNvPr>
              <p:cNvSpPr txBox="1"/>
              <p:nvPr/>
            </p:nvSpPr>
            <p:spPr>
              <a:xfrm>
                <a:off x="6870252" y="2794000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65A7E69-D5C9-4164-8728-E8DD558D6DC1}"/>
                  </a:ext>
                </a:extLst>
              </p:cNvPr>
              <p:cNvSpPr txBox="1"/>
              <p:nvPr/>
            </p:nvSpPr>
            <p:spPr>
              <a:xfrm>
                <a:off x="5112077" y="5412360"/>
                <a:ext cx="4037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  <a:endParaRPr lang="en-US" altLang="ja-JP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B9380D28-F8E0-40A4-9221-DF5D7027A521}"/>
                </a:ext>
              </a:extLst>
            </p:cNvPr>
            <p:cNvCxnSpPr>
              <a:cxnSpLocks/>
            </p:cNvCxnSpPr>
            <p:nvPr/>
          </p:nvCxnSpPr>
          <p:spPr>
            <a:xfrm>
              <a:off x="2298099" y="3544105"/>
              <a:ext cx="1343601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0B12998D-040E-4C0C-89BA-F11EBC7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1486039" y="3878893"/>
              <a:ext cx="2908300" cy="746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829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</a:t>
            </a:r>
            <a:r>
              <a:rPr lang="ja-JP" altLang="en-US" sz="3200" b="1" u="sng" dirty="0"/>
              <a:t>問題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9896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CheckSquareSquare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を完成させましょう。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■ヒント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判定方法は、</a:t>
            </a:r>
            <a:endParaRPr kumimoji="1" lang="en-US" altLang="ja-JP" sz="2400" dirty="0"/>
          </a:p>
          <a:p>
            <a:r>
              <a:rPr lang="en-US" altLang="ja-JP" sz="2400" dirty="0"/>
              <a:t>A</a:t>
            </a:r>
            <a:r>
              <a:rPr lang="ja-JP" altLang="en-US" sz="2400" dirty="0"/>
              <a:t>の右辺と</a:t>
            </a:r>
            <a:r>
              <a:rPr lang="en-US" altLang="ja-JP" sz="2400" dirty="0"/>
              <a:t>B</a:t>
            </a:r>
            <a:r>
              <a:rPr lang="ja-JP" altLang="en-US" sz="2400" dirty="0"/>
              <a:t>の左辺が交差している　かつ</a:t>
            </a:r>
            <a:endParaRPr lang="en-US" altLang="ja-JP" sz="2400" dirty="0"/>
          </a:p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の左辺と</a:t>
            </a:r>
            <a:r>
              <a:rPr kumimoji="1" lang="en-US" altLang="ja-JP" sz="2400" dirty="0"/>
              <a:t>B</a:t>
            </a:r>
            <a:r>
              <a:rPr kumimoji="1" lang="ja-JP" altLang="en-US" sz="2400" dirty="0"/>
              <a:t>の右辺が交差している　かつ</a:t>
            </a:r>
            <a:endParaRPr kumimoji="1" lang="en-US" altLang="ja-JP" sz="2400" dirty="0"/>
          </a:p>
          <a:p>
            <a:r>
              <a:rPr lang="en-US" altLang="ja-JP" sz="2400" dirty="0"/>
              <a:t>A</a:t>
            </a:r>
            <a:r>
              <a:rPr lang="ja-JP" altLang="en-US" sz="2400" dirty="0"/>
              <a:t>の下辺と</a:t>
            </a:r>
            <a:r>
              <a:rPr lang="en-US" altLang="ja-JP" sz="2400" dirty="0"/>
              <a:t>B</a:t>
            </a:r>
            <a:r>
              <a:rPr lang="ja-JP" altLang="en-US" sz="2400" dirty="0"/>
              <a:t>の上辺が交差している　かつ</a:t>
            </a:r>
            <a:endParaRPr lang="en-US" altLang="ja-JP" sz="2400" dirty="0"/>
          </a:p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の上辺と</a:t>
            </a:r>
            <a:r>
              <a:rPr kumimoji="1" lang="en-US" altLang="ja-JP" sz="2400" dirty="0"/>
              <a:t>B</a:t>
            </a:r>
            <a:r>
              <a:rPr kumimoji="1" lang="ja-JP" altLang="en-US" sz="2400" dirty="0"/>
              <a:t>の下辺が交差している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8990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</a:t>
            </a:r>
            <a:r>
              <a:rPr lang="ja-JP" altLang="en-US" sz="3200" b="1" u="sng" dirty="0"/>
              <a:t>問題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63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当たった時の処理を関数化して実装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Player.h</a:t>
            </a:r>
            <a:r>
              <a:rPr lang="ja-JP" altLang="en-US" sz="2400" dirty="0"/>
              <a:t>に当たった時に呼ばれる関数を宣言します。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BCCF57F-AB6E-44DA-B616-2F82E1638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5217703" cy="195307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1293C6-D8B5-4CC6-A0E2-524C54A17A8D}"/>
              </a:ext>
            </a:extLst>
          </p:cNvPr>
          <p:cNvSpPr/>
          <p:nvPr/>
        </p:nvSpPr>
        <p:spPr>
          <a:xfrm>
            <a:off x="1714500" y="3073400"/>
            <a:ext cx="4070745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64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</a:t>
            </a:r>
            <a:r>
              <a:rPr lang="ja-JP" altLang="en-US" sz="3200" b="1" u="sng" dirty="0"/>
              <a:t>問題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65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Player.cpp</a:t>
            </a:r>
            <a:r>
              <a:rPr kumimoji="1" lang="ja-JP" altLang="en-US" sz="2400" dirty="0"/>
              <a:t>側に処理を書きます。</a:t>
            </a:r>
            <a:r>
              <a:rPr lang="ja-JP" altLang="en-US" sz="2400" dirty="0"/>
              <a:t>今回はフラグを立てるだけです。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27BB79-9E5C-41A4-B3B5-717B9919B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131649" cy="195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1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</a:t>
            </a:r>
            <a:r>
              <a:rPr lang="ja-JP" altLang="en-US" sz="3200" b="1" u="sng" dirty="0"/>
              <a:t>問題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ヒットフラグが立ったら、文字を描画します。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6EFA35-FBB6-4C73-9CCF-5D6B3539D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10560251" cy="237320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B76562-540B-4385-9BCB-3F446387802B}"/>
              </a:ext>
            </a:extLst>
          </p:cNvPr>
          <p:cNvSpPr/>
          <p:nvPr/>
        </p:nvSpPr>
        <p:spPr>
          <a:xfrm>
            <a:off x="1816100" y="2616200"/>
            <a:ext cx="8420100" cy="140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9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</a:t>
            </a:r>
            <a:r>
              <a:rPr lang="ja-JP" altLang="en-US" sz="3200" b="1" u="sng" dirty="0"/>
              <a:t>問題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297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Collision.cpp</a:t>
            </a:r>
            <a:r>
              <a:rPr kumimoji="1" lang="ja-JP" altLang="en-US" sz="2400" dirty="0"/>
              <a:t>の当たり判定処理で判定を行い、</a:t>
            </a:r>
            <a:endParaRPr kumimoji="1" lang="en-US" altLang="ja-JP" sz="2400" dirty="0"/>
          </a:p>
          <a:p>
            <a:r>
              <a:rPr lang="ja-JP" altLang="en-US" sz="2400" dirty="0"/>
              <a:t>あたったら関数を呼ぶようにしましょう。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50395AB-A36B-4D51-9E6F-60F063A8D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10580165" cy="379457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13481F8-0BDB-45D0-BB4D-6F091E4854AE}"/>
              </a:ext>
            </a:extLst>
          </p:cNvPr>
          <p:cNvSpPr/>
          <p:nvPr/>
        </p:nvSpPr>
        <p:spPr>
          <a:xfrm>
            <a:off x="1905000" y="4076701"/>
            <a:ext cx="9423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89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414</Words>
  <Application>Microsoft Office PowerPoint</Application>
  <PresentationFormat>ワイド画面</PresentationFormat>
  <Paragraphs>55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2026-06-04T02:07:37Z</dcterms:modified>
</cp:coreProperties>
</file>