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矩形同士で当たり判定をして、</a:t>
            </a:r>
            <a:endParaRPr kumimoji="1" lang="en-US" altLang="ja-JP" sz="2400" dirty="0"/>
          </a:p>
          <a:p>
            <a:r>
              <a:rPr lang="ja-JP" altLang="en-US" sz="2400" dirty="0"/>
              <a:t>キャラクター同士が当たっているか判定できるようにします。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A3FAE0-1631-4CEF-9F7E-C1B87768B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047426"/>
            <a:ext cx="4474886" cy="4318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矩形同士の当たり判定に必要なものは以下の通りです。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■必要なもの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A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r>
              <a:rPr lang="ja-JP" altLang="en-US" sz="2400" dirty="0"/>
              <a:t>矩形</a:t>
            </a:r>
            <a:r>
              <a:rPr lang="en-US" altLang="ja-JP" sz="2400" dirty="0"/>
              <a:t>B</a:t>
            </a:r>
            <a:r>
              <a:rPr lang="ja-JP" altLang="en-US" sz="2400" dirty="0"/>
              <a:t>の座標</a:t>
            </a:r>
            <a:endParaRPr lang="en-US" altLang="ja-JP" sz="2400" dirty="0"/>
          </a:p>
          <a:p>
            <a:r>
              <a:rPr kumimoji="1" lang="ja-JP" altLang="en-US" sz="2400" dirty="0"/>
              <a:t>矩形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のサイズ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まずは当たり判定の関数を作ります。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32495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必要なものを引数にした関数を宣言しましょう。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11483A9-F354-4A2E-AD0C-7B2BC6474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349943" cy="9127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FB8BF6F-D4F5-428E-A196-1CCB33C780D0}"/>
              </a:ext>
            </a:extLst>
          </p:cNvPr>
          <p:cNvSpPr/>
          <p:nvPr/>
        </p:nvSpPr>
        <p:spPr>
          <a:xfrm>
            <a:off x="948267" y="2370667"/>
            <a:ext cx="11099800" cy="4995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61266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矩形同士の当たり判定には、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それぞれの矩形の４つの辺</a:t>
            </a:r>
            <a:r>
              <a:rPr kumimoji="1" lang="ja-JP" altLang="en-US" sz="2400" dirty="0"/>
              <a:t>を使います。</a:t>
            </a:r>
            <a:endParaRPr kumimoji="1" lang="en-US" altLang="ja-JP" sz="2400" dirty="0"/>
          </a:p>
          <a:p>
            <a:r>
              <a:rPr lang="ja-JP" altLang="en-US" sz="2400" dirty="0"/>
              <a:t>実際に当たっている時をイメージしてみましょう。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CFC6113A-E617-4D04-B436-1CD140261E65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660C098B-7752-49EE-9BA4-5D5EC385668D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9266346E-3276-4826-AE59-8C3B20640DCB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6BBF8328-C095-4C11-91CF-C5CDE804AF39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720223FD-743C-4746-A992-1524287DB07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87059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6796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6960489" y="2387600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66478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9867114" y="2395066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500496" y="27940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BA44C6B-53ED-44E9-BA48-144603FC28E3}"/>
              </a:ext>
            </a:extLst>
          </p:cNvPr>
          <p:cNvGrpSpPr/>
          <p:nvPr/>
        </p:nvGrpSpPr>
        <p:grpSpPr>
          <a:xfrm>
            <a:off x="567542" y="2387600"/>
            <a:ext cx="3826797" cy="2082800"/>
            <a:chOff x="3439717" y="2794000"/>
            <a:chExt cx="3826797" cy="2082800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6B711552-DD0E-4C31-95C6-2F9474382458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500D3EE1-7B9B-4CD5-AB07-6CB7654CC006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64D44D65-0968-4D34-9C75-96F267D6F25C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C98966FB-C6DC-4518-9C03-92EA94393B9F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EB3B58AD-88E8-426F-9FE2-62DEB7546692}"/>
              </a:ext>
            </a:extLst>
          </p:cNvPr>
          <p:cNvCxnSpPr/>
          <p:nvPr/>
        </p:nvCxnSpPr>
        <p:spPr>
          <a:xfrm>
            <a:off x="1937028" y="2805006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7D44C48C-346D-4761-954C-C556169A5E5E}"/>
              </a:ext>
            </a:extLst>
          </p:cNvPr>
          <p:cNvCxnSpPr>
            <a:cxnSpLocks/>
          </p:cNvCxnSpPr>
          <p:nvPr/>
        </p:nvCxnSpPr>
        <p:spPr>
          <a:xfrm>
            <a:off x="1486039" y="238760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9896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以上を踏まえて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CheckSquareSquare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関数</a:t>
            </a:r>
            <a:r>
              <a:rPr kumimoji="1" lang="ja-JP" altLang="en-US" sz="2400" dirty="0"/>
              <a:t>を完成させましょう。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■ヒント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判定方法は、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の右辺と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の左辺が交差している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の左辺と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の右辺が交差している　かつ</a:t>
            </a:r>
            <a:endParaRPr kumimoji="1" lang="en-US" altLang="ja-JP" sz="2400" dirty="0"/>
          </a:p>
          <a:p>
            <a:r>
              <a:rPr lang="en-US" altLang="ja-JP" sz="2400" dirty="0"/>
              <a:t>A</a:t>
            </a:r>
            <a:r>
              <a:rPr lang="ja-JP" altLang="en-US" sz="2400" dirty="0"/>
              <a:t>の下辺と</a:t>
            </a:r>
            <a:r>
              <a:rPr lang="en-US" altLang="ja-JP" sz="2400" dirty="0"/>
              <a:t>B</a:t>
            </a:r>
            <a:r>
              <a:rPr lang="ja-JP" altLang="en-US" sz="2400" dirty="0"/>
              <a:t>の上辺が交差している　かつ</a:t>
            </a:r>
            <a:endParaRPr lang="en-US" altLang="ja-JP" sz="2400" dirty="0"/>
          </a:p>
          <a:p>
            <a:r>
              <a:rPr kumimoji="1" lang="en-US" altLang="ja-JP" sz="2400" dirty="0"/>
              <a:t>A</a:t>
            </a:r>
            <a:r>
              <a:rPr kumimoji="1" lang="ja-JP" altLang="en-US" sz="2400" dirty="0"/>
              <a:t>の上辺と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の下辺が交差している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89903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632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当たった時の処理を関数化して実装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lang="ja-JP" altLang="en-US" sz="2400" dirty="0"/>
              <a:t>に当たった時に呼ばれる関数を宣言します。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BCCF57F-AB6E-44DA-B616-2F82E1638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17703" cy="1953074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A1293C6-D8B5-4CC6-A0E2-524C54A17A8D}"/>
              </a:ext>
            </a:extLst>
          </p:cNvPr>
          <p:cNvSpPr/>
          <p:nvPr/>
        </p:nvSpPr>
        <p:spPr>
          <a:xfrm>
            <a:off x="1714500" y="3073400"/>
            <a:ext cx="4070745" cy="83099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664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596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dirty="0"/>
              <a:t>側に処理を書きます。</a:t>
            </a:r>
            <a:r>
              <a:rPr lang="ja-JP" altLang="en-US" sz="2400" dirty="0"/>
              <a:t>今回はフラグを立てるだけです。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E27BB79-9E5C-41A4-B3B5-717B9919B2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131649" cy="195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013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ヒットフラグが立ったら、文字を描画します。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6EFA35-FBB6-4C73-9CCF-5D6B3539D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10560251" cy="2373206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9B76562-540B-4385-9BCB-3F446387802B}"/>
              </a:ext>
            </a:extLst>
          </p:cNvPr>
          <p:cNvSpPr/>
          <p:nvPr/>
        </p:nvSpPr>
        <p:spPr>
          <a:xfrm>
            <a:off x="1816100" y="2616200"/>
            <a:ext cx="8420100" cy="14097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6910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</a:t>
            </a:r>
            <a:r>
              <a:rPr lang="ja-JP" altLang="en-US" sz="3200" b="1" u="sng" dirty="0"/>
              <a:t>問題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297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Collision.cpp</a:t>
            </a:r>
            <a:r>
              <a:rPr kumimoji="1" lang="ja-JP" altLang="en-US" sz="2400" dirty="0"/>
              <a:t>の当たり判定処理で判定を行い、</a:t>
            </a:r>
            <a:endParaRPr kumimoji="1" lang="en-US" altLang="ja-JP" sz="2400" dirty="0"/>
          </a:p>
          <a:p>
            <a:r>
              <a:rPr lang="ja-JP" altLang="en-US" sz="2400" dirty="0"/>
              <a:t>あたったら関数を呼ぶようにしましょう。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50395AB-A36B-4D51-9E6F-60F063A8D5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10580165" cy="3794574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13481F8-0BDB-45D0-BB4D-6F091E4854AE}"/>
              </a:ext>
            </a:extLst>
          </p:cNvPr>
          <p:cNvSpPr/>
          <p:nvPr/>
        </p:nvSpPr>
        <p:spPr>
          <a:xfrm>
            <a:off x="1905000" y="4076701"/>
            <a:ext cx="9423400" cy="1905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8972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451</TotalTime>
  <Words>414</Words>
  <Application>Microsoft Office PowerPoint</Application>
  <PresentationFormat>ワイド画面</PresentationFormat>
  <Paragraphs>55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30</cp:revision>
  <dcterms:created xsi:type="dcterms:W3CDTF">2024-08-27T02:15:54Z</dcterms:created>
  <dcterms:modified xsi:type="dcterms:W3CDTF">2026-06-22T01:39:28Z</dcterms:modified>
</cp:coreProperties>
</file>