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当たり判定の導入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当たり判定は、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全てのオブジェクトが移動した後にチェック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たとえば、</a:t>
            </a:r>
            <a:endParaRPr lang="en-US" altLang="ja-JP" sz="2400" dirty="0"/>
          </a:p>
          <a:p>
            <a:r>
              <a:rPr lang="ja-JP" altLang="en-US" sz="2400" dirty="0"/>
              <a:t>プレイヤーだけ移動して、エネミーが移動していないときに当たり判定をとると、</a:t>
            </a:r>
            <a:endParaRPr lang="en-US" altLang="ja-JP" sz="2400" dirty="0"/>
          </a:p>
          <a:p>
            <a:r>
              <a:rPr lang="ja-JP" altLang="en-US" sz="2400" dirty="0"/>
              <a:t>本当は当たっていないのに、当たっていると判定されることがあるからです。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そのため、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当たり判定のチェックは、関数に分けて実装します。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当たり判定の導入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6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Collision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を作り、</a:t>
            </a:r>
            <a:r>
              <a:rPr lang="en-US" altLang="ja-JP" sz="2400" b="1" dirty="0">
                <a:solidFill>
                  <a:srgbClr val="FF0000"/>
                </a:solidFill>
              </a:rPr>
              <a:t>Collision.cpp/h</a:t>
            </a:r>
            <a:r>
              <a:rPr lang="ja-JP" altLang="en-US" sz="2400" dirty="0"/>
              <a:t>を用意します。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E774F3E-39A7-4345-A392-DCC4D90E2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139833" cy="133180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227037-B29A-48F9-BA11-0B946984C67A}"/>
              </a:ext>
            </a:extLst>
          </p:cNvPr>
          <p:cNvSpPr txBox="1"/>
          <p:nvPr/>
        </p:nvSpPr>
        <p:spPr>
          <a:xfrm>
            <a:off x="567542" y="3289300"/>
            <a:ext cx="5440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Visual Studio</a:t>
            </a:r>
            <a:r>
              <a:rPr lang="ja-JP" altLang="en-US" sz="2400" dirty="0"/>
              <a:t>側にも追加しましょう。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0117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当たり判定の導入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87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Collision.h</a:t>
            </a:r>
            <a:r>
              <a:rPr lang="ja-JP" altLang="en-US" sz="2400" dirty="0"/>
              <a:t>に当たり判定用の関数を宣言します。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EAEB0BE-BDA3-43CC-8FA0-998E46F09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982906" cy="150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7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当たり判定の導入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297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Collision.cpp</a:t>
            </a:r>
            <a:r>
              <a:rPr lang="ja-JP" altLang="en-US" sz="2400" dirty="0"/>
              <a:t>側には空で関数を書きましょう。</a:t>
            </a:r>
            <a:endParaRPr lang="en-US" altLang="ja-JP" sz="2400" dirty="0"/>
          </a:p>
          <a:p>
            <a:r>
              <a:rPr lang="ja-JP" altLang="en-US" sz="2400" dirty="0"/>
              <a:t>（今後追加していきます）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537BE52-5E32-487B-9418-EABF17E01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296962" cy="214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9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当たり判定の導入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51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Update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の末尾で、当たり判定の関数を呼びましょう。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CFC25F-85F4-40C5-B4A4-35502965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106377" cy="449642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9DA8C9-B535-4802-8A0E-7A658CF57967}"/>
              </a:ext>
            </a:extLst>
          </p:cNvPr>
          <p:cNvSpPr/>
          <p:nvPr/>
        </p:nvSpPr>
        <p:spPr>
          <a:xfrm>
            <a:off x="1778000" y="5444067"/>
            <a:ext cx="5020733" cy="78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39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161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27</cp:revision>
  <dcterms:created xsi:type="dcterms:W3CDTF">2024-08-27T02:15:54Z</dcterms:created>
  <dcterms:modified xsi:type="dcterms:W3CDTF">2025-03-03T03:32:22Z</dcterms:modified>
</cp:coreProperties>
</file>