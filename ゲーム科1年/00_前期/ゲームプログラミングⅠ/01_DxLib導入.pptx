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xlib.xsrv.j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DxLib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はフリーで配布されているライブラリになります。</a:t>
            </a:r>
            <a:endParaRPr lang="en-US" altLang="ja-JP" sz="2400" dirty="0"/>
          </a:p>
          <a:p>
            <a:r>
              <a:rPr kumimoji="1" lang="ja-JP" altLang="en-US" sz="2400" dirty="0"/>
              <a:t>まずはホームページを開いてみましょう。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■リンク</a:t>
            </a:r>
            <a:endParaRPr kumimoji="1" lang="en-US" altLang="ja-JP" sz="2400" dirty="0"/>
          </a:p>
          <a:p>
            <a:r>
              <a:rPr lang="ja-JP" altLang="en-US" sz="2400" dirty="0">
                <a:hlinkClick r:id="rId2"/>
              </a:rPr>
              <a:t>ＤＸライブラリ置き場　ＨＯＭＥ </a:t>
            </a:r>
            <a:r>
              <a:rPr lang="en-US" altLang="ja-JP" sz="2400" dirty="0">
                <a:hlinkClick r:id="rId2"/>
              </a:rPr>
              <a:t>(xsrv.jp)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何度も開くと思いますのでお気に入りにしておきましょう。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※PC</a:t>
            </a:r>
            <a:r>
              <a:rPr lang="ja-JP" altLang="en-US" sz="2400" b="1" dirty="0">
                <a:solidFill>
                  <a:srgbClr val="FF0000"/>
                </a:solidFill>
              </a:rPr>
              <a:t>の設定上ダウンロードまでは終わっています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29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DxLib</a:t>
            </a:r>
            <a:r>
              <a:rPr kumimoji="1" lang="ja-JP" altLang="en-US" sz="3200" b="1" u="sng" dirty="0"/>
              <a:t>導入（お家の</a:t>
            </a:r>
            <a:r>
              <a:rPr kumimoji="1" lang="en-US" altLang="ja-JP" sz="3200" b="1" u="sng" dirty="0"/>
              <a:t>PC</a:t>
            </a:r>
            <a:r>
              <a:rPr lang="ja-JP" altLang="en-US" sz="3200" b="1" u="sng" dirty="0"/>
              <a:t>の場合</a:t>
            </a:r>
            <a:r>
              <a:rPr kumimoji="1" lang="ja-JP" altLang="en-US" sz="3200" b="1" u="sng" dirty="0"/>
              <a:t>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95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ダウンロードページからライブラリをダウンロードします。</a:t>
            </a:r>
            <a:endParaRPr lang="en-US" altLang="ja-JP" sz="2400" dirty="0"/>
          </a:p>
          <a:p>
            <a:r>
              <a:rPr kumimoji="1" lang="en-US" altLang="ja-JP" sz="2400" dirty="0"/>
              <a:t>Windows</a:t>
            </a:r>
            <a:r>
              <a:rPr kumimoji="1" lang="ja-JP" altLang="en-US" sz="2400" dirty="0"/>
              <a:t>で</a:t>
            </a:r>
            <a:r>
              <a:rPr kumimoji="1" lang="en-US" altLang="ja-JP" sz="2400" dirty="0"/>
              <a:t>Visual Studio</a:t>
            </a:r>
            <a:r>
              <a:rPr kumimoji="1" lang="ja-JP" altLang="en-US" sz="2400" dirty="0"/>
              <a:t>向けのものをダウンロードしましょう。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C794B4-748A-4BF4-87B4-883999EBC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9272279" cy="4505774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62522B4E-AC15-4755-A93E-6B0183C66075}"/>
              </a:ext>
            </a:extLst>
          </p:cNvPr>
          <p:cNvSpPr/>
          <p:nvPr/>
        </p:nvSpPr>
        <p:spPr>
          <a:xfrm rot="13526817">
            <a:off x="4109474" y="5197164"/>
            <a:ext cx="538565" cy="4572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93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DxLib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使い方のページを参考にプロジェクト作成～設定をしましょう。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（実演します）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0F6458-C720-4EF0-9685-91B70A9AB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0623006" cy="43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97</Words>
  <Application>Microsoft Office PowerPoint</Application>
  <PresentationFormat>ワイド画面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9</cp:revision>
  <dcterms:created xsi:type="dcterms:W3CDTF">2024-08-27T02:15:54Z</dcterms:created>
  <dcterms:modified xsi:type="dcterms:W3CDTF">2024-08-27T08:08:47Z</dcterms:modified>
</cp:coreProperties>
</file>