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入力の基礎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74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キー入力は</a:t>
            </a:r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の、</a:t>
            </a:r>
            <a:r>
              <a:rPr lang="en-US" altLang="ja-JP" sz="2400" b="1" dirty="0" err="1">
                <a:solidFill>
                  <a:srgbClr val="FF0000"/>
                </a:solidFill>
              </a:rPr>
              <a:t>CheckHitKey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ja-JP" altLang="en-US" sz="2400" dirty="0"/>
              <a:t>引数はチェックしたいキーのキーコードになります。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例：上キーが押されているか確認したい。</a:t>
            </a:r>
            <a:endParaRPr lang="en-US" altLang="ja-JP" sz="2400" dirty="0"/>
          </a:p>
          <a:p>
            <a:r>
              <a:rPr lang="en-US" altLang="ja-JP" sz="2400" b="1" dirty="0" err="1"/>
              <a:t>CheckHitKey</a:t>
            </a:r>
            <a:r>
              <a:rPr lang="en-US" altLang="ja-JP" sz="2400" b="1" dirty="0"/>
              <a:t>(</a:t>
            </a:r>
            <a:r>
              <a:rPr lang="en-US" altLang="ja-JP" sz="2400" b="1" dirty="0">
                <a:solidFill>
                  <a:srgbClr val="7030A0"/>
                </a:solidFill>
              </a:rPr>
              <a:t>KEY_INPUT_UP</a:t>
            </a:r>
            <a:r>
              <a:rPr lang="en-US" altLang="ja-JP" sz="24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入力の基礎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51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Player.cpp</a:t>
            </a:r>
            <a:r>
              <a:rPr kumimoji="1" lang="ja-JP" altLang="en-US" sz="2400" dirty="0"/>
              <a:t>の更新処理に上下左右キーのチェック処理を書いて、</a:t>
            </a:r>
            <a:endParaRPr kumimoji="1" lang="en-US" altLang="ja-JP" sz="2400" dirty="0"/>
          </a:p>
          <a:p>
            <a:r>
              <a:rPr lang="ja-JP" altLang="en-US" sz="2400" dirty="0"/>
              <a:t>移動処理を作ります。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64467A3-8E5B-48F7-9424-F23D8F72D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799913" cy="417892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FC4534-AE38-4FF3-A67E-DFB1EC05C21E}"/>
              </a:ext>
            </a:extLst>
          </p:cNvPr>
          <p:cNvSpPr txBox="1"/>
          <p:nvPr/>
        </p:nvSpPr>
        <p:spPr>
          <a:xfrm>
            <a:off x="5838042" y="590438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実行して動作を確認してみましょう。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39393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75</Words>
  <Application>Microsoft Office PowerPoint</Application>
  <PresentationFormat>ワイド画面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19</cp:revision>
  <dcterms:created xsi:type="dcterms:W3CDTF">2024-08-27T02:15:54Z</dcterms:created>
  <dcterms:modified xsi:type="dcterms:W3CDTF">2025-03-03T03:27:51Z</dcterms:modified>
</cp:coreProperties>
</file>