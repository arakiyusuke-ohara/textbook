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矩形と点の当たり判定 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9071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RedEnemy</a:t>
            </a:r>
            <a:r>
              <a:rPr lang="ja-JP" altLang="en-US" sz="2400" b="1" dirty="0">
                <a:solidFill>
                  <a:srgbClr val="FF0000"/>
                </a:solidFill>
              </a:rPr>
              <a:t>を３体別々の座標に配置</a:t>
            </a:r>
            <a:r>
              <a:rPr lang="ja-JP" altLang="en-US" sz="2400" dirty="0"/>
              <a:t>して、</a:t>
            </a:r>
            <a:endParaRPr lang="en-US" altLang="ja-JP" sz="2400" dirty="0"/>
          </a:p>
          <a:p>
            <a:r>
              <a:rPr lang="ja-JP" altLang="en-US" sz="2400" dirty="0"/>
              <a:t>全ての</a:t>
            </a:r>
            <a:r>
              <a:rPr lang="en-US" altLang="ja-JP" sz="2400" dirty="0" err="1"/>
              <a:t>RedEnemy</a:t>
            </a:r>
            <a:r>
              <a:rPr lang="ja-JP" altLang="en-US" sz="2400" dirty="0"/>
              <a:t>とマウスポインタの当たり判定を取りましょう。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あたったら、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と同様、当たった旨の文字を描画しましょう。</a:t>
            </a:r>
            <a:endParaRPr kumimoji="1" lang="en-US" altLang="ja-JP" sz="2400" dirty="0"/>
          </a:p>
          <a:p>
            <a:r>
              <a:rPr lang="ja-JP" altLang="en-US" sz="2400" dirty="0"/>
              <a:t>（要サンプル確認）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■ヒント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画像サイズは、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画像ファイルを右クリック　→　プロパティ　→　詳細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から確認できます。</a:t>
            </a:r>
            <a:endParaRPr lang="en-US" altLang="ja-JP" sz="2400" dirty="0"/>
          </a:p>
          <a:p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690330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65</Words>
  <Application>Microsoft Office PowerPoint</Application>
  <PresentationFormat>ワイド画面</PresentationFormat>
  <Paragraphs>11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26</cp:revision>
  <dcterms:created xsi:type="dcterms:W3CDTF">2024-08-27T02:15:54Z</dcterms:created>
  <dcterms:modified xsi:type="dcterms:W3CDTF">2024-12-04T01:40:09Z</dcterms:modified>
</cp:coreProperties>
</file>