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70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矩形と点の当たり判定 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790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Player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を参考に、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BlueEnemy</a:t>
            </a:r>
            <a:r>
              <a:rPr lang="ja-JP" altLang="en-US" sz="2400" b="1" dirty="0">
                <a:solidFill>
                  <a:srgbClr val="FF0000"/>
                </a:solidFill>
              </a:rPr>
              <a:t>の情報を</a:t>
            </a:r>
            <a:r>
              <a:rPr lang="en-US" altLang="ja-JP" sz="2400" b="1" dirty="0" err="1">
                <a:solidFill>
                  <a:srgbClr val="FF0000"/>
                </a:solidFill>
              </a:rPr>
              <a:t>CheckCollision</a:t>
            </a:r>
            <a:r>
              <a:rPr lang="ja-JP" altLang="en-US" sz="2400" b="1" dirty="0">
                <a:solidFill>
                  <a:srgbClr val="FF0000"/>
                </a:solidFill>
              </a:rPr>
              <a:t>関数で取得</a:t>
            </a:r>
            <a:r>
              <a:rPr lang="ja-JP" altLang="en-US" sz="2400" dirty="0"/>
              <a:t>し、</a:t>
            </a:r>
            <a:endParaRPr lang="en-US" altLang="ja-JP" sz="2400" dirty="0"/>
          </a:p>
          <a:p>
            <a:r>
              <a:rPr kumimoji="1" lang="en-US" altLang="ja-JP" sz="2400" dirty="0" err="1"/>
              <a:t>BlueEnemy</a:t>
            </a:r>
            <a:r>
              <a:rPr kumimoji="1" lang="ja-JP" altLang="en-US" sz="2400" dirty="0"/>
              <a:t>とマウスポインタの当たり判定を取りましょう。</a:t>
            </a:r>
            <a:endParaRPr kumimoji="1" lang="en-US" altLang="ja-JP" sz="2400" dirty="0"/>
          </a:p>
          <a:p>
            <a:r>
              <a:rPr kumimoji="1" lang="ja-JP" altLang="en-US" sz="2400" dirty="0"/>
              <a:t>当たったら、</a:t>
            </a:r>
            <a:r>
              <a:rPr kumimoji="1" lang="en-US" altLang="ja-JP" sz="2400" dirty="0"/>
              <a:t>Player</a:t>
            </a:r>
            <a:r>
              <a:rPr kumimoji="1" lang="ja-JP" altLang="en-US" sz="2400" dirty="0"/>
              <a:t>と同様に当たった旨の文字を描画しましょう。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19E06A3-AEB3-4A3F-911B-981B81C78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3665791" cy="3805518"/>
          </a:xfrm>
          <a:prstGeom prst="rect">
            <a:avLst/>
          </a:prstGeom>
        </p:spPr>
      </p:pic>
      <p:sp>
        <p:nvSpPr>
          <p:cNvPr id="5" name="矢印: 下 4">
            <a:extLst>
              <a:ext uri="{FF2B5EF4-FFF2-40B4-BE49-F238E27FC236}">
                <a16:creationId xmlns:a16="http://schemas.microsoft.com/office/drawing/2014/main" id="{DB5D8667-D6D5-4B5C-A219-C2A3F7BEBB55}"/>
              </a:ext>
            </a:extLst>
          </p:cNvPr>
          <p:cNvSpPr/>
          <p:nvPr/>
        </p:nvSpPr>
        <p:spPr>
          <a:xfrm rot="8602307">
            <a:off x="2458653" y="5669531"/>
            <a:ext cx="177800" cy="25400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6219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矩形と点の当たり判定 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90712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RedEnemy</a:t>
            </a:r>
            <a:r>
              <a:rPr lang="ja-JP" altLang="en-US" sz="2400" b="1" dirty="0">
                <a:solidFill>
                  <a:srgbClr val="FF0000"/>
                </a:solidFill>
              </a:rPr>
              <a:t>を３体別々の座標に配置</a:t>
            </a:r>
            <a:r>
              <a:rPr lang="ja-JP" altLang="en-US" sz="2400" dirty="0"/>
              <a:t>して、</a:t>
            </a:r>
            <a:endParaRPr lang="en-US" altLang="ja-JP" sz="2400" dirty="0"/>
          </a:p>
          <a:p>
            <a:r>
              <a:rPr lang="ja-JP" altLang="en-US" sz="2400" dirty="0"/>
              <a:t>全ての</a:t>
            </a:r>
            <a:r>
              <a:rPr lang="en-US" altLang="ja-JP" sz="2400" dirty="0" err="1"/>
              <a:t>RedEnemy</a:t>
            </a:r>
            <a:r>
              <a:rPr lang="ja-JP" altLang="en-US" sz="2400" dirty="0"/>
              <a:t>とマウスポインタの当たり判定を取りましょう。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あたったら、</a:t>
            </a:r>
            <a:r>
              <a:rPr kumimoji="1" lang="en-US" altLang="ja-JP" sz="2400" dirty="0"/>
              <a:t>Player</a:t>
            </a:r>
            <a:r>
              <a:rPr kumimoji="1" lang="ja-JP" altLang="en-US" sz="2400" dirty="0"/>
              <a:t>と同様、当たった旨の文字を描画しましょう。</a:t>
            </a:r>
            <a:endParaRPr kumimoji="1" lang="en-US" altLang="ja-JP" sz="2400" dirty="0"/>
          </a:p>
          <a:p>
            <a:r>
              <a:rPr lang="ja-JP" altLang="en-US" sz="2400" dirty="0"/>
              <a:t>（要サンプル確認）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■ヒント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画像サイズは、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画像ファイルを右クリック　→　プロパティ　→　詳細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から確認できます。</a:t>
            </a:r>
            <a:endParaRPr lang="en-US" altLang="ja-JP" sz="2400" dirty="0"/>
          </a:p>
          <a:p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269033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110</Words>
  <Application>Microsoft Office PowerPoint</Application>
  <PresentationFormat>ワイド画面</PresentationFormat>
  <Paragraphs>15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27</cp:revision>
  <dcterms:created xsi:type="dcterms:W3CDTF">2024-08-27T02:15:54Z</dcterms:created>
  <dcterms:modified xsi:type="dcterms:W3CDTF">2025-01-06T05:20:12Z</dcterms:modified>
</cp:coreProperties>
</file>