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いよいよ画像を画面に描画する処理を作成します。</a:t>
            </a:r>
            <a:endParaRPr lang="en-US" altLang="ja-JP" sz="2400" dirty="0"/>
          </a:p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を使えば簡単に処理できます。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3284482-97EB-424B-B90B-68343EE6F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311400"/>
            <a:ext cx="6818489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画像処理は主に以下の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つがあります。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・画像読み込み（ロード）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・描画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・画像削除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これらの処理を適切なタイミングで呼ばなければいけません。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6801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999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画像読み込みの処理を書きましょう。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B7CE09-5C42-4683-948C-7D6B3C24832A}"/>
              </a:ext>
            </a:extLst>
          </p:cNvPr>
          <p:cNvSpPr txBox="1"/>
          <p:nvPr/>
        </p:nvSpPr>
        <p:spPr>
          <a:xfrm>
            <a:off x="567542" y="4348603"/>
            <a:ext cx="71272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画像読み込みは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度だけ呼び出すもの</a:t>
            </a:r>
            <a:r>
              <a:rPr kumimoji="1" lang="ja-JP" altLang="en-US" sz="2400" dirty="0"/>
              <a:t>になるので、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初期化処理</a:t>
            </a:r>
            <a:r>
              <a:rPr lang="ja-JP" altLang="en-US" sz="2400" dirty="0"/>
              <a:t>で行います。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75E0D2-15CB-48E8-808D-55480AA21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016242" cy="231393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0825B00-BC25-4288-B0E7-CA0A00A99E08}"/>
              </a:ext>
            </a:extLst>
          </p:cNvPr>
          <p:cNvSpPr/>
          <p:nvPr/>
        </p:nvSpPr>
        <p:spPr>
          <a:xfrm>
            <a:off x="1447800" y="1678094"/>
            <a:ext cx="3530600" cy="7179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3B0E31-A28D-42D2-97B7-37F33FCB904B}"/>
              </a:ext>
            </a:extLst>
          </p:cNvPr>
          <p:cNvSpPr/>
          <p:nvPr/>
        </p:nvSpPr>
        <p:spPr>
          <a:xfrm>
            <a:off x="1810363" y="3269827"/>
            <a:ext cx="4937570" cy="7179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89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画像読み込み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75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画像読み込みには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LoadGraph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を使用します。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B7CE09-5C42-4683-948C-7D6B3C24832A}"/>
              </a:ext>
            </a:extLst>
          </p:cNvPr>
          <p:cNvSpPr txBox="1"/>
          <p:nvPr/>
        </p:nvSpPr>
        <p:spPr>
          <a:xfrm>
            <a:off x="567541" y="3149600"/>
            <a:ext cx="104759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引数には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ロードする画像のファイルパスを渡します。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ファイルパスは</a:t>
            </a:r>
            <a:r>
              <a:rPr lang="ja-JP" altLang="en-US" sz="2400" b="1" dirty="0">
                <a:solidFill>
                  <a:srgbClr val="FF0000"/>
                </a:solidFill>
              </a:rPr>
              <a:t>プロジェクトの</a:t>
            </a:r>
            <a:r>
              <a:rPr lang="en-US" altLang="ja-JP" sz="2400" b="1" dirty="0" err="1">
                <a:solidFill>
                  <a:srgbClr val="FF0000"/>
                </a:solidFill>
              </a:rPr>
              <a:t>sln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ファイルの場所からのパスとなります。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戻り値は</a:t>
            </a:r>
            <a:r>
              <a:rPr lang="ja-JP" altLang="en-US" sz="2400" b="1" dirty="0">
                <a:solidFill>
                  <a:srgbClr val="FF0000"/>
                </a:solidFill>
              </a:rPr>
              <a:t>画像ハンドル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r>
              <a:rPr lang="ja-JP" altLang="en-US" sz="2400" dirty="0"/>
              <a:t>画像ハンドルとは</a:t>
            </a:r>
            <a:r>
              <a:rPr lang="ja-JP" altLang="en-US" sz="2400" b="1" dirty="0">
                <a:solidFill>
                  <a:srgbClr val="FF0000"/>
                </a:solidFill>
              </a:rPr>
              <a:t>読み込んだ画像に紐づいた識別番号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この後の描画や削除で使用するので、変数に保存しておきます。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12BD090-AFB7-4307-953D-49CFB00D1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51" y="1678094"/>
            <a:ext cx="8522538" cy="121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5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999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練習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続いてロードした画像を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描画する処理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E57748-B623-4499-B352-2FBB5ECF1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482954" cy="23351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1E472B-0514-4879-9E8E-11488DA2C53E}"/>
              </a:ext>
            </a:extLst>
          </p:cNvPr>
          <p:cNvSpPr/>
          <p:nvPr/>
        </p:nvSpPr>
        <p:spPr>
          <a:xfrm>
            <a:off x="2394562" y="2985347"/>
            <a:ext cx="5655933" cy="9939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918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画像描画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96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描画には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DrawGraph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を使用します。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B7CE09-5C42-4683-948C-7D6B3C24832A}"/>
              </a:ext>
            </a:extLst>
          </p:cNvPr>
          <p:cNvSpPr txBox="1"/>
          <p:nvPr/>
        </p:nvSpPr>
        <p:spPr>
          <a:xfrm>
            <a:off x="567541" y="3149600"/>
            <a:ext cx="805060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引数は以下の通りになります。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第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引数・・・画像の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</a:t>
            </a:r>
            <a:r>
              <a:rPr lang="en-US" altLang="ja-JP" sz="2400" b="1" dirty="0">
                <a:solidFill>
                  <a:srgbClr val="FF0000"/>
                </a:solidFill>
              </a:rPr>
              <a:t>2</a:t>
            </a:r>
            <a:r>
              <a:rPr lang="ja-JP" altLang="en-US" sz="2400" b="1" dirty="0">
                <a:solidFill>
                  <a:srgbClr val="FF0000"/>
                </a:solidFill>
              </a:rPr>
              <a:t>引数・・・画像の</a:t>
            </a:r>
            <a:r>
              <a:rPr lang="en-US" altLang="ja-JP" sz="2400" b="1" dirty="0">
                <a:solidFill>
                  <a:srgbClr val="FF0000"/>
                </a:solidFill>
              </a:rPr>
              <a:t>Y</a:t>
            </a:r>
            <a:r>
              <a:rPr lang="ja-JP" altLang="en-US" sz="2400" b="1" dirty="0">
                <a:solidFill>
                  <a:srgbClr val="FF0000"/>
                </a:solidFill>
              </a:rPr>
              <a:t>座標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第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3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引数・・・描画する画像の画像ハンドル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</a:t>
            </a:r>
            <a:r>
              <a:rPr lang="en-US" altLang="ja-JP" sz="2400" b="1" dirty="0">
                <a:solidFill>
                  <a:srgbClr val="FF0000"/>
                </a:solidFill>
              </a:rPr>
              <a:t>4</a:t>
            </a:r>
            <a:r>
              <a:rPr lang="ja-JP" altLang="en-US" sz="2400" b="1" dirty="0">
                <a:solidFill>
                  <a:srgbClr val="FF0000"/>
                </a:solidFill>
              </a:rPr>
              <a:t>引数・・・画像の透過フラグ（透明が必要かどうか）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A6AB1E9-FB65-42C7-B2B2-2BFF6EFAC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98197"/>
            <a:ext cx="7115959" cy="103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2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座標系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443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DxLib</a:t>
            </a:r>
            <a:r>
              <a:rPr lang="ja-JP" altLang="en-US" sz="2400" dirty="0"/>
              <a:t>の座標系は</a:t>
            </a:r>
            <a:r>
              <a:rPr lang="ja-JP" altLang="en-US" sz="2400" b="1" dirty="0">
                <a:solidFill>
                  <a:srgbClr val="FF0000"/>
                </a:solidFill>
              </a:rPr>
              <a:t>左上を（</a:t>
            </a:r>
            <a:r>
              <a:rPr lang="en-US" altLang="ja-JP" sz="2400" b="1" dirty="0">
                <a:solidFill>
                  <a:srgbClr val="FF0000"/>
                </a:solidFill>
              </a:rPr>
              <a:t>0, 0</a:t>
            </a:r>
            <a:r>
              <a:rPr lang="ja-JP" altLang="en-US" sz="2400" b="1" dirty="0">
                <a:solidFill>
                  <a:srgbClr val="FF0000"/>
                </a:solidFill>
              </a:rPr>
              <a:t>）としたスクリーン座標系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kumimoji="1" lang="en-US" altLang="ja-JP" sz="2400" dirty="0"/>
              <a:t>X</a:t>
            </a:r>
            <a:r>
              <a:rPr kumimoji="1" lang="ja-JP" altLang="en-US" sz="2400" dirty="0"/>
              <a:t>座標、</a:t>
            </a:r>
            <a:r>
              <a:rPr kumimoji="1" lang="en-US" altLang="ja-JP" sz="2400" dirty="0"/>
              <a:t>Y</a:t>
            </a:r>
            <a:r>
              <a:rPr kumimoji="1" lang="ja-JP" altLang="en-US" sz="2400" dirty="0"/>
              <a:t>座標を指定する際は気をつけましょう。</a:t>
            </a:r>
            <a:endParaRPr kumimoji="1"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B518BD1-2AA6-4324-B643-2C0474B00509}"/>
              </a:ext>
            </a:extLst>
          </p:cNvPr>
          <p:cNvGrpSpPr/>
          <p:nvPr/>
        </p:nvGrpSpPr>
        <p:grpSpPr>
          <a:xfrm>
            <a:off x="305453" y="2047426"/>
            <a:ext cx="9557701" cy="4766162"/>
            <a:chOff x="-88247" y="2058203"/>
            <a:chExt cx="9557701" cy="4766162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005F500F-B8DF-425F-82BE-E42367F46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2" y="2530646"/>
              <a:ext cx="6818489" cy="3835400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3031DAA-0742-4A69-83F3-7B05747AAD81}"/>
                </a:ext>
              </a:extLst>
            </p:cNvPr>
            <p:cNvSpPr txBox="1"/>
            <p:nvPr/>
          </p:nvSpPr>
          <p:spPr>
            <a:xfrm>
              <a:off x="-88247" y="2072327"/>
              <a:ext cx="1311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（</a:t>
              </a:r>
              <a:r>
                <a:rPr kumimoji="1" lang="en-US" altLang="ja-JP" sz="2400" dirty="0"/>
                <a:t>0, 0</a:t>
              </a:r>
              <a:r>
                <a:rPr kumimoji="1" lang="ja-JP" altLang="en-US" sz="2400" dirty="0"/>
                <a:t>）</a:t>
              </a:r>
              <a:endParaRPr kumimoji="1" lang="en-US" altLang="ja-JP" sz="24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7FED139-869D-4296-877A-DF336AACF7B3}"/>
                </a:ext>
              </a:extLst>
            </p:cNvPr>
            <p:cNvSpPr txBox="1"/>
            <p:nvPr/>
          </p:nvSpPr>
          <p:spPr>
            <a:xfrm>
              <a:off x="7087253" y="2058203"/>
              <a:ext cx="1826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（</a:t>
              </a:r>
              <a:r>
                <a:rPr kumimoji="1" lang="en-US" altLang="ja-JP" sz="2400" dirty="0"/>
                <a:t>1920, 0</a:t>
              </a:r>
              <a:r>
                <a:rPr kumimoji="1" lang="ja-JP" altLang="en-US" sz="2400" dirty="0"/>
                <a:t>）</a:t>
              </a:r>
              <a:endParaRPr kumimoji="1" lang="en-US" altLang="ja-JP" sz="24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49BC666-916E-488B-983C-6E0C37372A43}"/>
                </a:ext>
              </a:extLst>
            </p:cNvPr>
            <p:cNvSpPr txBox="1"/>
            <p:nvPr/>
          </p:nvSpPr>
          <p:spPr>
            <a:xfrm>
              <a:off x="7128749" y="6362700"/>
              <a:ext cx="23407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（</a:t>
              </a:r>
              <a:r>
                <a:rPr kumimoji="1" lang="en-US" altLang="ja-JP" sz="2400" dirty="0"/>
                <a:t>1920, 1080</a:t>
              </a:r>
              <a:r>
                <a:rPr kumimoji="1" lang="ja-JP" altLang="en-US" sz="2400" dirty="0"/>
                <a:t>）</a:t>
              </a:r>
              <a:endParaRPr kumimoji="1" lang="en-US" altLang="ja-JP" sz="2400" dirty="0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AEC0D5B-C8F2-4341-B8A6-54D298452107}"/>
              </a:ext>
            </a:extLst>
          </p:cNvPr>
          <p:cNvSpPr txBox="1"/>
          <p:nvPr/>
        </p:nvSpPr>
        <p:spPr>
          <a:xfrm>
            <a:off x="7847217" y="3691843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00B050"/>
                </a:solidFill>
              </a:rPr>
              <a:t>MEMO:</a:t>
            </a:r>
            <a:r>
              <a:rPr kumimoji="1" lang="ja-JP" altLang="en-US" sz="2000" b="1" dirty="0">
                <a:solidFill>
                  <a:srgbClr val="00B050"/>
                </a:solidFill>
              </a:rPr>
              <a:t>スクリーン座標系</a:t>
            </a:r>
            <a:endParaRPr kumimoji="1" lang="en-US" altLang="ja-JP" sz="2000" b="1" dirty="0">
              <a:solidFill>
                <a:srgbClr val="00B050"/>
              </a:solidFill>
            </a:endParaRPr>
          </a:p>
          <a:p>
            <a:r>
              <a:rPr lang="ja-JP" altLang="en-US" sz="2000" dirty="0"/>
              <a:t>右に行くほどプラス、</a:t>
            </a:r>
            <a:endParaRPr lang="en-US" altLang="ja-JP" sz="2000" dirty="0"/>
          </a:p>
          <a:p>
            <a:r>
              <a:rPr kumimoji="1" lang="ja-JP" altLang="en-US" sz="2000" dirty="0"/>
              <a:t>下に行くほどプラスになる座標系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569985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999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練習</a:t>
            </a:r>
            <a:r>
              <a:rPr kumimoji="1" lang="en-US" altLang="ja-JP" sz="3200" b="1" u="sng" dirty="0"/>
              <a:t>3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続いてロードした画像を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削除する処理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F23C0BE-CBCA-47AD-A001-F244D5C81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867954" cy="169568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8E4393C-99D8-482C-A98B-31D47CEFFAF1}"/>
              </a:ext>
            </a:extLst>
          </p:cNvPr>
          <p:cNvSpPr/>
          <p:nvPr/>
        </p:nvSpPr>
        <p:spPr>
          <a:xfrm>
            <a:off x="1734162" y="2717800"/>
            <a:ext cx="3413571" cy="601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59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画像削除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86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削除には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DeleteGraph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を使用します。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B7CE09-5C42-4683-948C-7D6B3C24832A}"/>
              </a:ext>
            </a:extLst>
          </p:cNvPr>
          <p:cNvSpPr txBox="1"/>
          <p:nvPr/>
        </p:nvSpPr>
        <p:spPr>
          <a:xfrm>
            <a:off x="567541" y="3149600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引数には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削除する画像の画像ハンドル</a:t>
            </a:r>
            <a:r>
              <a:rPr kumimoji="1" lang="ja-JP" altLang="en-US" sz="2400" dirty="0"/>
              <a:t>を渡します。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70FE2EC-B226-463F-AF7A-F466A3A3E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93" y="1736282"/>
            <a:ext cx="5485347" cy="10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75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ロードと削除について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08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画像をロードするということは、</a:t>
            </a:r>
            <a:endParaRPr kumimoji="1" lang="en-US" altLang="ja-JP" sz="2400" dirty="0"/>
          </a:p>
          <a:p>
            <a:r>
              <a:rPr lang="ja-JP" altLang="en-US" sz="2400" dirty="0"/>
              <a:t>画像を</a:t>
            </a:r>
            <a:r>
              <a:rPr lang="en-US" altLang="ja-JP" sz="2400" dirty="0"/>
              <a:t>PC</a:t>
            </a:r>
            <a:r>
              <a:rPr lang="ja-JP" altLang="en-US" sz="2400" dirty="0"/>
              <a:t>などの端末の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メモリに保存しておくこと</a:t>
            </a:r>
            <a:r>
              <a:rPr lang="ja-JP" altLang="en-US" sz="2400" dirty="0"/>
              <a:t>になります。</a:t>
            </a:r>
            <a:endParaRPr kumimoji="1"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CB323C2-3872-40F1-B54E-C8E69318C1A0}"/>
              </a:ext>
            </a:extLst>
          </p:cNvPr>
          <p:cNvGrpSpPr/>
          <p:nvPr/>
        </p:nvGrpSpPr>
        <p:grpSpPr>
          <a:xfrm>
            <a:off x="567542" y="2328520"/>
            <a:ext cx="2057400" cy="3640480"/>
            <a:chOff x="567542" y="2328520"/>
            <a:chExt cx="2057400" cy="3640480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AC2AA317-548B-4473-A44A-023CD8E2003E}"/>
                </a:ext>
              </a:extLst>
            </p:cNvPr>
            <p:cNvGrpSpPr/>
            <p:nvPr/>
          </p:nvGrpSpPr>
          <p:grpSpPr>
            <a:xfrm>
              <a:off x="567542" y="2328520"/>
              <a:ext cx="2057400" cy="3640480"/>
              <a:chOff x="927100" y="2214220"/>
              <a:chExt cx="2057400" cy="3640480"/>
            </a:xfrm>
          </p:grpSpPr>
          <p:sp>
            <p:nvSpPr>
              <p:cNvPr id="2" name="フローチャート: 磁気ディスク 1">
                <a:extLst>
                  <a:ext uri="{FF2B5EF4-FFF2-40B4-BE49-F238E27FC236}">
                    <a16:creationId xmlns:a16="http://schemas.microsoft.com/office/drawing/2014/main" id="{AF251E43-11D1-445F-BFAB-A1E9ABB0D580}"/>
                  </a:ext>
                </a:extLst>
              </p:cNvPr>
              <p:cNvSpPr/>
              <p:nvPr/>
            </p:nvSpPr>
            <p:spPr>
              <a:xfrm>
                <a:off x="927100" y="2641600"/>
                <a:ext cx="2057400" cy="3213100"/>
              </a:xfrm>
              <a:prstGeom prst="flowChartMagneticDisk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252064D2-8549-44F5-97A3-CAFB53864FE5}"/>
                  </a:ext>
                </a:extLst>
              </p:cNvPr>
              <p:cNvSpPr txBox="1"/>
              <p:nvPr/>
            </p:nvSpPr>
            <p:spPr>
              <a:xfrm>
                <a:off x="1401802" y="2214220"/>
                <a:ext cx="1107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メモリ</a:t>
                </a:r>
                <a:endParaRPr kumimoji="1" lang="en-US" altLang="ja-JP" sz="2400" dirty="0"/>
              </a:p>
            </p:txBody>
          </p:sp>
        </p:grp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50075C7D-F0C0-49F9-A8EB-A341D477D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739" y="4009479"/>
              <a:ext cx="1255006" cy="705941"/>
            </a:xfrm>
            <a:prstGeom prst="rect">
              <a:avLst/>
            </a:prstGeom>
          </p:spPr>
        </p:pic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3F83D37-C662-4D7B-B1B6-F4DF2B92D3FD}"/>
              </a:ext>
            </a:extLst>
          </p:cNvPr>
          <p:cNvSpPr txBox="1"/>
          <p:nvPr/>
        </p:nvSpPr>
        <p:spPr>
          <a:xfrm>
            <a:off x="2805150" y="4715420"/>
            <a:ext cx="6340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メモリには容量があるので</a:t>
            </a:r>
            <a:endParaRPr kumimoji="1" lang="en-US" altLang="ja-JP" sz="2400" dirty="0"/>
          </a:p>
          <a:p>
            <a:r>
              <a:rPr lang="ja-JP" altLang="en-US" sz="2400" dirty="0"/>
              <a:t>使いすぎると空きがなくなってしまいます。</a:t>
            </a:r>
            <a:endParaRPr lang="en-US" altLang="ja-JP" sz="2400" dirty="0"/>
          </a:p>
          <a:p>
            <a:r>
              <a:rPr kumimoji="1" lang="ja-JP" altLang="en-US" sz="2400" dirty="0"/>
              <a:t>（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なるべく節約したい！！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9395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ロードと削除について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なのでロードした画像が不要になったら削除する必要があります。</a:t>
            </a:r>
            <a:endParaRPr kumimoji="1"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C2AA317-548B-4473-A44A-023CD8E2003E}"/>
              </a:ext>
            </a:extLst>
          </p:cNvPr>
          <p:cNvGrpSpPr/>
          <p:nvPr/>
        </p:nvGrpSpPr>
        <p:grpSpPr>
          <a:xfrm>
            <a:off x="567542" y="2328520"/>
            <a:ext cx="2057400" cy="3640480"/>
            <a:chOff x="927100" y="2214220"/>
            <a:chExt cx="2057400" cy="3640480"/>
          </a:xfrm>
        </p:grpSpPr>
        <p:sp>
          <p:nvSpPr>
            <p:cNvPr id="2" name="フローチャート: 磁気ディスク 1">
              <a:extLst>
                <a:ext uri="{FF2B5EF4-FFF2-40B4-BE49-F238E27FC236}">
                  <a16:creationId xmlns:a16="http://schemas.microsoft.com/office/drawing/2014/main" id="{AF251E43-11D1-445F-BFAB-A1E9ABB0D580}"/>
                </a:ext>
              </a:extLst>
            </p:cNvPr>
            <p:cNvSpPr/>
            <p:nvPr/>
          </p:nvSpPr>
          <p:spPr>
            <a:xfrm>
              <a:off x="927100" y="2641600"/>
              <a:ext cx="2057400" cy="3213100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252064D2-8549-44F5-97A3-CAFB53864FE5}"/>
                </a:ext>
              </a:extLst>
            </p:cNvPr>
            <p:cNvSpPr txBox="1"/>
            <p:nvPr/>
          </p:nvSpPr>
          <p:spPr>
            <a:xfrm>
              <a:off x="1401802" y="2214220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メモリ</a:t>
              </a:r>
              <a:endParaRPr kumimoji="1" lang="en-US" altLang="ja-JP" sz="2400" dirty="0"/>
            </a:p>
          </p:txBody>
        </p:sp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56CF08-4A24-425F-A711-4D535E75C535}"/>
              </a:ext>
            </a:extLst>
          </p:cNvPr>
          <p:cNvSpPr/>
          <p:nvPr/>
        </p:nvSpPr>
        <p:spPr>
          <a:xfrm>
            <a:off x="802492" y="4055116"/>
            <a:ext cx="1587500" cy="9017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F9B85F2-E4C0-4A1D-914F-9273992ED93A}"/>
              </a:ext>
            </a:extLst>
          </p:cNvPr>
          <p:cNvSpPr txBox="1"/>
          <p:nvPr/>
        </p:nvSpPr>
        <p:spPr>
          <a:xfrm>
            <a:off x="900378" y="4275133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Delete!!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26C879-1599-46EE-8B40-6A735A9D65C2}"/>
              </a:ext>
            </a:extLst>
          </p:cNvPr>
          <p:cNvSpPr txBox="1"/>
          <p:nvPr/>
        </p:nvSpPr>
        <p:spPr>
          <a:xfrm>
            <a:off x="2805150" y="4715420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昨今のゲームは画像の容量がとても大きいので、</a:t>
            </a:r>
            <a:endParaRPr kumimoji="1" lang="en-US" altLang="ja-JP" sz="2400" dirty="0"/>
          </a:p>
          <a:p>
            <a:r>
              <a:rPr lang="ja-JP" altLang="en-US" sz="2400" dirty="0"/>
              <a:t>削除を忘れると大変なことになります。。。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7698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画面解像度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実行すると、想定とは違う画面が表示されます。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E5E6252-3C33-4A99-911E-5FB9826B8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321300" cy="299323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635F07D-2BAC-415D-B4A7-E0F3DF3D0445}"/>
              </a:ext>
            </a:extLst>
          </p:cNvPr>
          <p:cNvSpPr txBox="1"/>
          <p:nvPr/>
        </p:nvSpPr>
        <p:spPr>
          <a:xfrm>
            <a:off x="567542" y="495241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画面解像度（縦横の幅）</a:t>
            </a:r>
            <a:r>
              <a:rPr kumimoji="1" lang="ja-JP" altLang="en-US" sz="2400" dirty="0"/>
              <a:t>が狭い設定になっているからです。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67402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932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画面解像度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87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画面解像度をモニターに合わせた</a:t>
            </a:r>
            <a:r>
              <a:rPr kumimoji="1" lang="en-US" altLang="ja-JP" sz="2400" dirty="0"/>
              <a:t>1920 X 1080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A450F20-CD6B-4B09-A551-84F758B15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992326" cy="152421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7AF28F-5E0E-4D63-833D-7C59310102E9}"/>
              </a:ext>
            </a:extLst>
          </p:cNvPr>
          <p:cNvSpPr txBox="1"/>
          <p:nvPr/>
        </p:nvSpPr>
        <p:spPr>
          <a:xfrm>
            <a:off x="567542" y="351599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・・・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D974E30-6DCD-4BE5-BED1-5203F516A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151646"/>
            <a:ext cx="8221222" cy="250542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EA20C4-3625-4182-BB6D-03C6E5FC194E}"/>
              </a:ext>
            </a:extLst>
          </p:cNvPr>
          <p:cNvSpPr/>
          <p:nvPr/>
        </p:nvSpPr>
        <p:spPr>
          <a:xfrm>
            <a:off x="1412429" y="2117188"/>
            <a:ext cx="6419238" cy="1159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76699F-8B2A-43F4-8D9B-48ED46B3EE97}"/>
              </a:ext>
            </a:extLst>
          </p:cNvPr>
          <p:cNvSpPr/>
          <p:nvPr/>
        </p:nvSpPr>
        <p:spPr>
          <a:xfrm>
            <a:off x="1850186" y="4783667"/>
            <a:ext cx="6938578" cy="601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6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932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画面解像度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80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解像度の設定には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SetGraphMode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を使用します。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12C0EB8-1CE3-456C-813E-6C49556E7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053382" cy="950806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2E3342-51F7-437A-80C4-662E6317D8DC}"/>
              </a:ext>
            </a:extLst>
          </p:cNvPr>
          <p:cNvSpPr txBox="1"/>
          <p:nvPr/>
        </p:nvSpPr>
        <p:spPr>
          <a:xfrm>
            <a:off x="567541" y="2908300"/>
            <a:ext cx="868218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引数は以下の通りです。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第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引数・・・画面の横幅（単位：ピクセル）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</a:t>
            </a:r>
            <a:r>
              <a:rPr lang="en-US" altLang="ja-JP" sz="2400" b="1" dirty="0">
                <a:solidFill>
                  <a:srgbClr val="FF0000"/>
                </a:solidFill>
              </a:rPr>
              <a:t>2</a:t>
            </a:r>
            <a:r>
              <a:rPr lang="ja-JP" altLang="en-US" sz="2400" b="1" dirty="0">
                <a:solidFill>
                  <a:srgbClr val="FF0000"/>
                </a:solidFill>
              </a:rPr>
              <a:t>引数・・・画面の縦幅（単位：ピクセル）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第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3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引数・・・カラービット数（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32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OK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の仕様上、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DxLib_Init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よりも前で呼ぶ</a:t>
            </a:r>
            <a:r>
              <a:rPr kumimoji="1" lang="ja-JP" altLang="en-US" sz="2400" dirty="0"/>
              <a:t>必要があります。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15154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932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画面解像度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実行すると空の画像がきれいに表示されます。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402ADE4-C292-45A2-ABFA-EAC691A34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287694"/>
            <a:ext cx="5753100" cy="323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18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603</Words>
  <Application>Microsoft Office PowerPoint</Application>
  <PresentationFormat>ワイド画面</PresentationFormat>
  <Paragraphs>77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35</cp:revision>
  <dcterms:created xsi:type="dcterms:W3CDTF">2024-08-27T02:15:54Z</dcterms:created>
  <dcterms:modified xsi:type="dcterms:W3CDTF">2025-01-06T04:28:02Z</dcterms:modified>
</cp:coreProperties>
</file>