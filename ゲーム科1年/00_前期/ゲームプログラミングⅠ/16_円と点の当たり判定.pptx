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マウスカーソルと水色エネミーの当たり判定を取ります。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1FE478E-616B-43C5-9D2B-3E914E09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429657" cy="43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円と点の当たり判定に必要な情報は以下の通りです。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■必要な情報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・円の中心座標</a:t>
            </a:r>
            <a:endParaRPr kumimoji="1" lang="en-US" altLang="ja-JP" sz="2400" dirty="0"/>
          </a:p>
          <a:p>
            <a:r>
              <a:rPr lang="ja-JP" altLang="en-US" sz="2400" dirty="0"/>
              <a:t>・円の半径</a:t>
            </a:r>
            <a:endParaRPr lang="en-US" altLang="ja-JP" sz="2400" dirty="0"/>
          </a:p>
          <a:p>
            <a:r>
              <a:rPr kumimoji="1" lang="ja-JP" altLang="en-US" sz="2400" dirty="0"/>
              <a:t>・点の座標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左上ではなく中心座標ということに気をつけましょう。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12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80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Collision.h</a:t>
            </a:r>
            <a:r>
              <a:rPr lang="ja-JP" altLang="en-US" sz="2400" dirty="0"/>
              <a:t>に当たり判定の関数を追加します。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13A4D8-DB8F-4B1B-A474-CC8E6F92F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10560197" cy="60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90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Collision.cpp</a:t>
            </a:r>
            <a:r>
              <a:rPr lang="ja-JP" altLang="en-US" sz="2400" dirty="0"/>
              <a:t>を実装していきます。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DE5E356-94EB-4747-AA95-8E5DC8192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1279174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8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円と点の当たり判定は、まず円の中心から点までの距離を計算します。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C47C739E-5A3F-4CD1-9AC3-33CDA6512563}"/>
              </a:ext>
            </a:extLst>
          </p:cNvPr>
          <p:cNvSpPr/>
          <p:nvPr/>
        </p:nvSpPr>
        <p:spPr>
          <a:xfrm>
            <a:off x="5092700" y="3251200"/>
            <a:ext cx="3403600" cy="3149600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49D23F1-F79C-459F-9FD5-F598AEEC7EF8}"/>
              </a:ext>
            </a:extLst>
          </p:cNvPr>
          <p:cNvSpPr/>
          <p:nvPr/>
        </p:nvSpPr>
        <p:spPr>
          <a:xfrm>
            <a:off x="4038600" y="2377017"/>
            <a:ext cx="190500" cy="17526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0C1266C-83CA-4FE0-AD7C-03012A6CDDCC}"/>
              </a:ext>
            </a:extLst>
          </p:cNvPr>
          <p:cNvCxnSpPr>
            <a:cxnSpLocks/>
          </p:cNvCxnSpPr>
          <p:nvPr/>
        </p:nvCxnSpPr>
        <p:spPr>
          <a:xfrm>
            <a:off x="4229100" y="2552277"/>
            <a:ext cx="2565400" cy="2184823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2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点が当たっていないときは、この距離が半径よりも長くなります。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C47C739E-5A3F-4CD1-9AC3-33CDA6512563}"/>
              </a:ext>
            </a:extLst>
          </p:cNvPr>
          <p:cNvSpPr/>
          <p:nvPr/>
        </p:nvSpPr>
        <p:spPr>
          <a:xfrm>
            <a:off x="5092700" y="3251200"/>
            <a:ext cx="3403600" cy="3149600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49D23F1-F79C-459F-9FD5-F598AEEC7EF8}"/>
              </a:ext>
            </a:extLst>
          </p:cNvPr>
          <p:cNvSpPr/>
          <p:nvPr/>
        </p:nvSpPr>
        <p:spPr>
          <a:xfrm>
            <a:off x="4038600" y="2377017"/>
            <a:ext cx="190500" cy="17526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0C1266C-83CA-4FE0-AD7C-03012A6CDDCC}"/>
              </a:ext>
            </a:extLst>
          </p:cNvPr>
          <p:cNvCxnSpPr>
            <a:cxnSpLocks/>
          </p:cNvCxnSpPr>
          <p:nvPr/>
        </p:nvCxnSpPr>
        <p:spPr>
          <a:xfrm>
            <a:off x="4229100" y="2552277"/>
            <a:ext cx="2565400" cy="2184823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0445916E-C775-4DB0-97E5-9870DC96749D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5591146" y="3712448"/>
            <a:ext cx="1203354" cy="102465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5C3997-5BBF-44A0-B8BF-F5DDC7BFC445}"/>
              </a:ext>
            </a:extLst>
          </p:cNvPr>
          <p:cNvSpPr txBox="1"/>
          <p:nvPr/>
        </p:nvSpPr>
        <p:spPr>
          <a:xfrm>
            <a:off x="6096000" y="37124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半径</a:t>
            </a:r>
            <a:endParaRPr lang="en-US" altLang="ja-JP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点が当たっていれば、半径より短くなります。</a:t>
            </a:r>
            <a:endParaRPr lang="en-US" altLang="ja-JP" sz="2400" dirty="0"/>
          </a:p>
          <a:p>
            <a:r>
              <a:rPr lang="ja-JP" altLang="en-US" sz="2400" dirty="0"/>
              <a:t>このように、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中心間の距離と半径の長さ</a:t>
            </a:r>
            <a:r>
              <a:rPr lang="ja-JP" altLang="en-US" sz="2400" dirty="0"/>
              <a:t>で判定します。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C47C739E-5A3F-4CD1-9AC3-33CDA6512563}"/>
              </a:ext>
            </a:extLst>
          </p:cNvPr>
          <p:cNvSpPr/>
          <p:nvPr/>
        </p:nvSpPr>
        <p:spPr>
          <a:xfrm>
            <a:off x="5092700" y="3251200"/>
            <a:ext cx="3403600" cy="3149600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0445916E-C775-4DB0-97E5-9870DC96749D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5591146" y="3712448"/>
            <a:ext cx="1203354" cy="102465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5C3997-5BBF-44A0-B8BF-F5DDC7BFC445}"/>
              </a:ext>
            </a:extLst>
          </p:cNvPr>
          <p:cNvSpPr txBox="1"/>
          <p:nvPr/>
        </p:nvSpPr>
        <p:spPr>
          <a:xfrm>
            <a:off x="5860065" y="35194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半径</a:t>
            </a:r>
            <a:endParaRPr lang="en-US" altLang="ja-JP" sz="2400" b="1" dirty="0">
              <a:solidFill>
                <a:srgbClr val="0070C0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7FC301D-804B-463B-9941-DCD44E5CEB6E}"/>
              </a:ext>
            </a:extLst>
          </p:cNvPr>
          <p:cNvCxnSpPr>
            <a:cxnSpLocks/>
          </p:cNvCxnSpPr>
          <p:nvPr/>
        </p:nvCxnSpPr>
        <p:spPr>
          <a:xfrm>
            <a:off x="6260175" y="4274038"/>
            <a:ext cx="534325" cy="450362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A8FD358A-3CF2-425A-9158-EA7A945542A8}"/>
              </a:ext>
            </a:extLst>
          </p:cNvPr>
          <p:cNvSpPr/>
          <p:nvPr/>
        </p:nvSpPr>
        <p:spPr>
          <a:xfrm>
            <a:off x="6097573" y="4137144"/>
            <a:ext cx="190500" cy="17526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463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まずは円の中心から点までの距離を計算します。</a:t>
            </a:r>
            <a:endParaRPr lang="en-US" altLang="ja-JP" sz="2400" dirty="0"/>
          </a:p>
          <a:p>
            <a:r>
              <a:rPr lang="ja-JP" altLang="en-US" sz="2400" dirty="0"/>
              <a:t>距離の求め方は以下の通りです。</a:t>
            </a:r>
            <a:endParaRPr lang="en-US" altLang="ja-JP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364E1C6-5DEB-44F8-A1AE-D113AF732753}"/>
                  </a:ext>
                </a:extLst>
              </p:cNvPr>
              <p:cNvSpPr txBox="1"/>
              <p:nvPr/>
            </p:nvSpPr>
            <p:spPr>
              <a:xfrm>
                <a:off x="567542" y="2187126"/>
                <a:ext cx="5358711" cy="39689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𝑝𝑥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𝑐𝑦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𝑝𝑦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800" dirty="0"/>
              </a:p>
              <a:p>
                <a:endParaRPr kumimoji="1" lang="en-US" altLang="ja-JP" sz="2800" dirty="0"/>
              </a:p>
              <a:p>
                <a:r>
                  <a:rPr lang="ja-JP" altLang="en-US" sz="2800" dirty="0"/>
                  <a:t>ｄ・・・求める距離</a:t>
                </a:r>
                <a:endParaRPr lang="en-US" altLang="ja-JP" sz="2800" dirty="0"/>
              </a:p>
              <a:p>
                <a:r>
                  <a:rPr kumimoji="1" lang="en-US" altLang="ja-JP" sz="2800" dirty="0"/>
                  <a:t>cx</a:t>
                </a:r>
                <a:r>
                  <a:rPr kumimoji="1" lang="ja-JP" altLang="en-US" sz="2800" dirty="0"/>
                  <a:t>・・・円の中心座標（Ｘ）</a:t>
                </a:r>
                <a:endParaRPr kumimoji="1" lang="en-US" altLang="ja-JP" sz="2800" dirty="0"/>
              </a:p>
              <a:p>
                <a:r>
                  <a:rPr lang="en-US" altLang="ja-JP" sz="2800" dirty="0"/>
                  <a:t>cy</a:t>
                </a:r>
                <a:r>
                  <a:rPr lang="ja-JP" altLang="en-US" sz="2800" dirty="0"/>
                  <a:t>・・・円の中心座標（Ｙ）</a:t>
                </a:r>
                <a:endParaRPr lang="en-US" altLang="ja-JP" sz="2800" dirty="0"/>
              </a:p>
              <a:p>
                <a:r>
                  <a:rPr kumimoji="1" lang="en-US" altLang="ja-JP" sz="2800" dirty="0"/>
                  <a:t>px</a:t>
                </a:r>
                <a:r>
                  <a:rPr kumimoji="1" lang="ja-JP" altLang="en-US" sz="2800" dirty="0"/>
                  <a:t>・・・点の座標（Ｘ）</a:t>
                </a:r>
                <a:endParaRPr kumimoji="1" lang="en-US" altLang="ja-JP" sz="2800" dirty="0"/>
              </a:p>
              <a:p>
                <a:r>
                  <a:rPr lang="en-US" altLang="ja-JP" sz="2800" dirty="0" err="1"/>
                  <a:t>py</a:t>
                </a:r>
                <a:r>
                  <a:rPr lang="ja-JP" altLang="en-US" sz="2800" dirty="0"/>
                  <a:t>・・・点の座標（Ｙ）</a:t>
                </a:r>
                <a:endParaRPr lang="en-US" altLang="ja-JP" sz="2800" dirty="0"/>
              </a:p>
              <a:p>
                <a:endParaRPr kumimoji="1" lang="en-US" altLang="ja-JP" sz="2800" dirty="0"/>
              </a:p>
              <a:p>
                <a:r>
                  <a:rPr lang="ja-JP" altLang="en-US" sz="2800" dirty="0"/>
                  <a:t>詳しくはゲーム数学の時間で。。。</a:t>
                </a:r>
                <a:endParaRPr kumimoji="1" lang="en-US" altLang="ja-JP" sz="28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364E1C6-5DEB-44F8-A1AE-D113AF732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2187126"/>
                <a:ext cx="5358711" cy="3968907"/>
              </a:xfrm>
              <a:prstGeom prst="rect">
                <a:avLst/>
              </a:prstGeom>
              <a:blipFill>
                <a:blip r:embed="rId2"/>
                <a:stretch>
                  <a:fillRect l="-3982" r="-10239" b="-44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47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130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ルートの計算は</a:t>
            </a:r>
            <a:r>
              <a:rPr lang="en-US" altLang="ja-JP" sz="2400" dirty="0" err="1"/>
              <a:t>Math.h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FF0000"/>
                </a:solidFill>
              </a:rPr>
              <a:t>sqrtf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r>
              <a:rPr lang="ja-JP" altLang="en-US" sz="2400" dirty="0"/>
              <a:t>引数で渡した値のルートの値が返却されます。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■使い方</a:t>
            </a:r>
            <a:endParaRPr lang="en-US" altLang="ja-JP" sz="2400" dirty="0"/>
          </a:p>
          <a:p>
            <a:r>
              <a:rPr lang="ja-JP" altLang="en-US" sz="2400" dirty="0"/>
              <a:t>ルート　＝　</a:t>
            </a:r>
            <a:r>
              <a:rPr lang="en-US" altLang="ja-JP" sz="2400" dirty="0" err="1"/>
              <a:t>sqrtf</a:t>
            </a:r>
            <a:r>
              <a:rPr lang="en-US" altLang="ja-JP" sz="2400" dirty="0"/>
              <a:t>(</a:t>
            </a:r>
            <a:r>
              <a:rPr lang="ja-JP" altLang="en-US" sz="2400" dirty="0"/>
              <a:t>ルートを求めたい値</a:t>
            </a:r>
            <a:r>
              <a:rPr lang="en-US" altLang="ja-JP" sz="2400" dirty="0"/>
              <a:t>);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en-US" altLang="ja-JP" sz="2400" b="1" dirty="0" err="1">
                <a:solidFill>
                  <a:srgbClr val="FF0000"/>
                </a:solidFill>
              </a:rPr>
              <a:t>Math.h</a:t>
            </a:r>
            <a:r>
              <a:rPr lang="ja-JP" altLang="en-US" sz="2400" b="1" dirty="0">
                <a:solidFill>
                  <a:srgbClr val="FF0000"/>
                </a:solidFill>
              </a:rPr>
              <a:t>をインクルードすること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94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以上を踏まえてコメントの下に処理を書いてみましょう。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DE5E356-94EB-4747-AA95-8E5DC8192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1279174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65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判定ができたら当たり判定の関数で使ってみましょう。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4D63EE7-85A3-4D69-80F8-31B4D2B55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8912007" cy="454825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443B6C1-F944-4F61-9C2D-965D35B7AED4}"/>
              </a:ext>
            </a:extLst>
          </p:cNvPr>
          <p:cNvSpPr/>
          <p:nvPr/>
        </p:nvSpPr>
        <p:spPr>
          <a:xfrm>
            <a:off x="1612900" y="4140200"/>
            <a:ext cx="8077200" cy="20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58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358</Words>
  <Application>Microsoft Office PowerPoint</Application>
  <PresentationFormat>ワイド画面</PresentationFormat>
  <Paragraphs>47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30</cp:revision>
  <dcterms:created xsi:type="dcterms:W3CDTF">2024-08-27T02:15:54Z</dcterms:created>
  <dcterms:modified xsi:type="dcterms:W3CDTF">2026-06-04T02:18:21Z</dcterms:modified>
</cp:coreProperties>
</file>