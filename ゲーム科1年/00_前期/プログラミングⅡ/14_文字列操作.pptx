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文字列操作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32018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</a:t>
            </a:r>
            <a:r>
              <a:rPr lang="ja-JP" altLang="en-US" sz="2400" dirty="0"/>
              <a:t>言語の文字列について、便利なものがありますので紹介します。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■紹介するもの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・文字列コピー</a:t>
            </a:r>
            <a:endParaRPr lang="en-US" altLang="ja-JP" sz="2400" dirty="0"/>
          </a:p>
          <a:p>
            <a:r>
              <a:rPr lang="ja-JP" altLang="en-US" sz="2400" dirty="0"/>
              <a:t>・文字列比較</a:t>
            </a:r>
            <a:endParaRPr lang="en-US" altLang="ja-JP" sz="2400" dirty="0"/>
          </a:p>
          <a:p>
            <a:r>
              <a:rPr lang="ja-JP" altLang="en-US" sz="2400" dirty="0"/>
              <a:t>・文字列結合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文字列操作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3417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BF3D5B0-6409-4611-A139-26019E4AD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6164650" cy="426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20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文字列操作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6657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strcpy_s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r>
              <a:rPr lang="ja-JP" altLang="en-US" sz="2400" dirty="0"/>
              <a:t>は文字列をコピーする関数です。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ED32C5A-FB50-49C3-87BC-67AC87CE6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5784403" cy="92739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DC5200D-272E-4071-9BCD-A3CFB325C0FA}"/>
              </a:ext>
            </a:extLst>
          </p:cNvPr>
          <p:cNvSpPr txBox="1"/>
          <p:nvPr/>
        </p:nvSpPr>
        <p:spPr>
          <a:xfrm>
            <a:off x="567542" y="2803080"/>
            <a:ext cx="634019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第２引数から第１引数にコピー</a:t>
            </a:r>
            <a:r>
              <a:rPr lang="ja-JP" altLang="en-US" sz="2400" dirty="0"/>
              <a:t>されるので、</a:t>
            </a:r>
            <a:endParaRPr lang="en-US" altLang="ja-JP" sz="2400" dirty="0"/>
          </a:p>
          <a:p>
            <a:r>
              <a:rPr lang="ja-JP" altLang="en-US" sz="2400" dirty="0"/>
              <a:t>順番には気をつけましょう。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dirty="0"/>
              <a:t>使い方としては代入のイメージ</a:t>
            </a:r>
            <a:endParaRPr lang="en-US" altLang="ja-JP" sz="2400" dirty="0"/>
          </a:p>
          <a:p>
            <a:r>
              <a:rPr lang="en-US" altLang="ja-JP" sz="2400" dirty="0" err="1"/>
              <a:t>strA</a:t>
            </a:r>
            <a:r>
              <a:rPr lang="en-US" altLang="ja-JP" sz="2400" dirty="0"/>
              <a:t> = </a:t>
            </a:r>
            <a:r>
              <a:rPr lang="en-US" altLang="ja-JP" sz="2400" dirty="0" err="1"/>
              <a:t>strB</a:t>
            </a:r>
            <a:r>
              <a:rPr lang="en-US" altLang="ja-JP" sz="24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439009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文字列操作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5860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続いて新しく</a:t>
            </a:r>
            <a:r>
              <a:rPr lang="en-US" altLang="ja-JP" sz="2400" dirty="0"/>
              <a:t>Main</a:t>
            </a:r>
            <a:r>
              <a:rPr lang="ja-JP" altLang="en-US" sz="2400" dirty="0"/>
              <a:t>関数を書きましょう。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DAB9737-7F5C-4B4C-AA0E-9507726A4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7525800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4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文字列操作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2031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strcmp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FF0000"/>
                </a:solidFill>
              </a:rPr>
              <a:t>２つの文字列が一致しているか判定</a:t>
            </a:r>
            <a:r>
              <a:rPr lang="ja-JP" altLang="en-US" sz="2400" dirty="0"/>
              <a:t>する関数です。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BD98A5D-CB8E-48FC-8AA2-3D153506F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763257"/>
            <a:ext cx="7400755" cy="2524963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E9D662C-453F-40A5-A280-364D0A2398E4}"/>
              </a:ext>
            </a:extLst>
          </p:cNvPr>
          <p:cNvSpPr txBox="1"/>
          <p:nvPr/>
        </p:nvSpPr>
        <p:spPr>
          <a:xfrm>
            <a:off x="567541" y="4406608"/>
            <a:ext cx="55883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文字列が一致すると</a:t>
            </a:r>
            <a:r>
              <a:rPr lang="en-US" altLang="ja-JP" sz="2400" b="1" dirty="0">
                <a:solidFill>
                  <a:srgbClr val="FF0000"/>
                </a:solidFill>
              </a:rPr>
              <a:t>0</a:t>
            </a:r>
            <a:r>
              <a:rPr lang="ja-JP" altLang="en-US" sz="2400" b="1" dirty="0">
                <a:solidFill>
                  <a:srgbClr val="FF0000"/>
                </a:solidFill>
              </a:rPr>
              <a:t>が返却</a:t>
            </a:r>
            <a:r>
              <a:rPr lang="ja-JP" altLang="en-US" sz="2400" dirty="0"/>
              <a:t>されます。</a:t>
            </a:r>
            <a:endParaRPr lang="en-US" altLang="ja-JP" sz="2400" dirty="0"/>
          </a:p>
          <a:p>
            <a:r>
              <a:rPr lang="ja-JP" altLang="en-US" sz="2400" dirty="0"/>
              <a:t>使う際は気をつけましょう。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54941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文字列操作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5860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続いて新しく</a:t>
            </a:r>
            <a:r>
              <a:rPr lang="en-US" altLang="ja-JP" sz="2400" dirty="0"/>
              <a:t>Main</a:t>
            </a:r>
            <a:r>
              <a:rPr lang="ja-JP" altLang="en-US" sz="2400" dirty="0"/>
              <a:t>関数を書きましょう。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9D0CC02-1AFE-4DBD-8485-2CE6823A5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6218164" cy="437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204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文字列操作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6274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strcat_s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FF0000"/>
                </a:solidFill>
              </a:rPr>
              <a:t>文字列を結合</a:t>
            </a:r>
            <a:r>
              <a:rPr lang="ja-JP" altLang="en-US" sz="2400" dirty="0"/>
              <a:t>する関数です。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A17B9D3-1127-4965-ADD4-1E8EA3EB4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763258"/>
            <a:ext cx="4502111" cy="96943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973C546-6C4E-446A-A52B-79DAE247ACB4}"/>
              </a:ext>
            </a:extLst>
          </p:cNvPr>
          <p:cNvSpPr txBox="1"/>
          <p:nvPr/>
        </p:nvSpPr>
        <p:spPr>
          <a:xfrm>
            <a:off x="567542" y="2845122"/>
            <a:ext cx="10341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第１引数と第２引数を結合した結果を第１引数に直接代入</a:t>
            </a:r>
            <a:r>
              <a:rPr lang="ja-JP" altLang="en-US" sz="2400" dirty="0"/>
              <a:t>します。</a:t>
            </a:r>
            <a:endParaRPr lang="en-US" altLang="ja-JP" sz="2400" dirty="0"/>
          </a:p>
          <a:p>
            <a:r>
              <a:rPr lang="ja-JP" altLang="en-US" sz="2400" dirty="0"/>
              <a:t>結合した際に</a:t>
            </a:r>
            <a:r>
              <a:rPr lang="ja-JP" altLang="en-US" sz="2400" b="1" dirty="0">
                <a:solidFill>
                  <a:srgbClr val="FF0000"/>
                </a:solidFill>
              </a:rPr>
              <a:t>文字数が配列の要素数を超えないように</a:t>
            </a:r>
            <a:r>
              <a:rPr lang="ja-JP" altLang="en-US" sz="2400" dirty="0"/>
              <a:t>気をつけましょう。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731273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文字列操作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5860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続いて新しく</a:t>
            </a:r>
            <a:r>
              <a:rPr lang="en-US" altLang="ja-JP" sz="2400" dirty="0"/>
              <a:t>Main</a:t>
            </a:r>
            <a:r>
              <a:rPr lang="ja-JP" altLang="en-US" sz="2400" dirty="0"/>
              <a:t>関数を書きましょう。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5CDD003-17E2-4019-8C93-77ABD9D32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7482762" cy="341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1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文字列操作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7893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sprintf_s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r>
              <a:rPr lang="ja-JP" altLang="en-US" sz="2400" dirty="0"/>
              <a:t>は</a:t>
            </a:r>
            <a:r>
              <a:rPr lang="en-US" altLang="ja-JP" sz="2400" b="1" dirty="0" err="1">
                <a:solidFill>
                  <a:srgbClr val="0070C0"/>
                </a:solidFill>
              </a:rPr>
              <a:t>printf</a:t>
            </a:r>
            <a:r>
              <a:rPr lang="ja-JP" altLang="en-US" sz="2400" dirty="0"/>
              <a:t>の要領で文字列を設定できます。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973C546-6C4E-446A-A52B-79DAE247ACB4}"/>
              </a:ext>
            </a:extLst>
          </p:cNvPr>
          <p:cNvSpPr txBox="1"/>
          <p:nvPr/>
        </p:nvSpPr>
        <p:spPr>
          <a:xfrm>
            <a:off x="567542" y="2845122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自由度が高く非常に便利ですが、</a:t>
            </a:r>
            <a:endParaRPr lang="en-US" altLang="ja-JP" sz="2400" dirty="0"/>
          </a:p>
          <a:p>
            <a:r>
              <a:rPr lang="ja-JP" altLang="en-US" sz="2400" dirty="0"/>
              <a:t>こちらも</a:t>
            </a:r>
            <a:r>
              <a:rPr lang="ja-JP" altLang="en-US" sz="2400" b="1" dirty="0">
                <a:solidFill>
                  <a:srgbClr val="FF0000"/>
                </a:solidFill>
              </a:rPr>
              <a:t>配列の容量オーバーには気をつけましょう。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C9D86B7-0C43-43B0-8698-D78CA7C76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7834847" cy="927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848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230</Words>
  <Application>Microsoft Office PowerPoint</Application>
  <PresentationFormat>ワイド画面</PresentationFormat>
  <Paragraphs>35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88</cp:revision>
  <dcterms:created xsi:type="dcterms:W3CDTF">2024-08-27T02:15:54Z</dcterms:created>
  <dcterms:modified xsi:type="dcterms:W3CDTF">2024-11-18T01:48:49Z</dcterms:modified>
</cp:coreProperties>
</file>