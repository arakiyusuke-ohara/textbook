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13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const</a:t>
            </a:r>
            <a:r>
              <a:rPr lang="ja-JP" altLang="en-US" sz="3200" b="1" u="sng" dirty="0"/>
              <a:t>修飾子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プログラムには２つの種類の数があります。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■変数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いつでも変更のできる数。</a:t>
            </a:r>
            <a:endParaRPr lang="en-US" altLang="ja-JP" sz="2400" dirty="0"/>
          </a:p>
          <a:p>
            <a:r>
              <a:rPr lang="ja-JP" altLang="en-US" sz="2400" dirty="0"/>
              <a:t>計算したり、上書きしたりする。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■定数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初期値から変更のできない数。</a:t>
            </a:r>
            <a:endParaRPr lang="en-US" altLang="ja-JP" sz="2400" dirty="0"/>
          </a:p>
          <a:p>
            <a:r>
              <a:rPr lang="ja-JP" altLang="en-US" sz="2400" dirty="0"/>
              <a:t>あらかじめ定義しておきたい数など。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定数</a:t>
            </a:r>
            <a:r>
              <a:rPr lang="ja-JP" altLang="en-US" sz="2400" dirty="0"/>
              <a:t>について練習します。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3107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13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const</a:t>
            </a:r>
            <a:r>
              <a:rPr lang="ja-JP" altLang="en-US" sz="3200" b="1" u="sng" dirty="0"/>
              <a:t>修飾子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03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8531383-DAD2-4B41-A931-263B18F8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874212" cy="474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13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const</a:t>
            </a:r>
            <a:r>
              <a:rPr lang="ja-JP" altLang="en-US" sz="3200" b="1" u="sng" dirty="0"/>
              <a:t>修飾子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宣言時に</a:t>
            </a:r>
            <a:r>
              <a:rPr lang="en-US" altLang="ja-JP" sz="2400" b="1" dirty="0">
                <a:solidFill>
                  <a:srgbClr val="0070C0"/>
                </a:solidFill>
              </a:rPr>
              <a:t>const</a:t>
            </a:r>
            <a:r>
              <a:rPr lang="ja-JP" altLang="en-US" sz="2400" dirty="0"/>
              <a:t>と書くと</a:t>
            </a:r>
            <a:r>
              <a:rPr lang="ja-JP" altLang="en-US" sz="2400" b="1" dirty="0">
                <a:solidFill>
                  <a:srgbClr val="FF0000"/>
                </a:solidFill>
              </a:rPr>
              <a:t>定数</a:t>
            </a:r>
            <a:r>
              <a:rPr lang="ja-JP" altLang="en-US" sz="2400" dirty="0"/>
              <a:t>を宣言できます。</a:t>
            </a:r>
            <a:endParaRPr lang="en-US" altLang="ja-JP" sz="2400" dirty="0"/>
          </a:p>
          <a:p>
            <a:r>
              <a:rPr lang="ja-JP" altLang="en-US" sz="2400" dirty="0"/>
              <a:t>定数は</a:t>
            </a:r>
            <a:r>
              <a:rPr lang="ja-JP" altLang="en-US" sz="2400" b="1" dirty="0">
                <a:solidFill>
                  <a:srgbClr val="FF0000"/>
                </a:solidFill>
              </a:rPr>
              <a:t>宣言後に変更することができません。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AD07C6-A414-48E9-AA70-8DA68F3A7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5941329" cy="260027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2B2177-7C5C-4CC6-9453-F5FB0E4EA91C}"/>
              </a:ext>
            </a:extLst>
          </p:cNvPr>
          <p:cNvSpPr txBox="1"/>
          <p:nvPr/>
        </p:nvSpPr>
        <p:spPr>
          <a:xfrm>
            <a:off x="567542" y="484529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ゲーム制作では初期座標など</a:t>
            </a:r>
            <a:r>
              <a:rPr lang="ja-JP" altLang="en-US" sz="2400" b="1" dirty="0">
                <a:solidFill>
                  <a:srgbClr val="FF0000"/>
                </a:solidFill>
              </a:rPr>
              <a:t>最初から決まっている数</a:t>
            </a:r>
            <a:r>
              <a:rPr lang="ja-JP" altLang="en-US" sz="2400" dirty="0"/>
              <a:t>に使いましょう。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#define</a:t>
            </a:r>
            <a:r>
              <a:rPr lang="ja-JP" altLang="en-US" sz="2400" dirty="0"/>
              <a:t>でもいいです）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3871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13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const</a:t>
            </a:r>
            <a:r>
              <a:rPr lang="ja-JP" altLang="en-US" sz="3200" b="1" u="sng" dirty="0"/>
              <a:t>修飾子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803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別プロジェクトを作成し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50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120</Words>
  <Application>Microsoft Office PowerPoint</Application>
  <PresentationFormat>ワイド画面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98</cp:revision>
  <dcterms:created xsi:type="dcterms:W3CDTF">2024-08-27T02:15:54Z</dcterms:created>
  <dcterms:modified xsi:type="dcterms:W3CDTF">2026-03-03T06:16:00Z</dcterms:modified>
</cp:coreProperties>
</file>