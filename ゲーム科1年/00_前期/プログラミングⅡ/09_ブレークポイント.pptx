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95575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Visual Studio</a:t>
            </a:r>
            <a:r>
              <a:rPr lang="ja-JP" altLang="en-US" sz="2400" dirty="0"/>
              <a:t>の</a:t>
            </a:r>
            <a:r>
              <a:rPr lang="ja-JP" altLang="en-US" sz="2400" b="1" dirty="0">
                <a:solidFill>
                  <a:srgbClr val="FF0000"/>
                </a:solidFill>
              </a:rPr>
              <a:t>ブレークポイント</a:t>
            </a:r>
            <a:r>
              <a:rPr lang="ja-JP" altLang="en-US" sz="2400" dirty="0"/>
              <a:t>を使うと、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プログラムを１行ずつ確認</a:t>
            </a:r>
            <a:r>
              <a:rPr lang="ja-JP" altLang="en-US" sz="2400" dirty="0"/>
              <a:t>することができます。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前回の授業のプロジェクトを開きましょう。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プログラムの左側をクリックすると赤い丸を設置できます。</a:t>
            </a:r>
            <a:endParaRPr lang="en-US" altLang="ja-JP" sz="2400" dirty="0"/>
          </a:p>
          <a:p>
            <a:r>
              <a:rPr lang="ja-JP" altLang="en-US" sz="2400" dirty="0"/>
              <a:t>これがブレークポイントとなります。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5C59AF8-98BE-4E9B-99E0-6A873EC5B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8956406" cy="39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956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この状態で実行すると、ブレークポイントの位置でプログラムが止まります。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5455326-6D72-4BF7-82A8-DEA96A558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8522604" cy="401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34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1" y="1189162"/>
            <a:ext cx="71785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F10</a:t>
            </a:r>
            <a:r>
              <a:rPr lang="ja-JP" altLang="en-US" sz="2400" b="1" dirty="0">
                <a:solidFill>
                  <a:srgbClr val="FF0000"/>
                </a:solidFill>
              </a:rPr>
              <a:t>キー</a:t>
            </a:r>
            <a:r>
              <a:rPr lang="ja-JP" altLang="en-US" sz="2400" dirty="0"/>
              <a:t>を入力するとプログラムが１行進みます。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9A8B473-FCE3-41A6-84B7-4172E7966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763257"/>
            <a:ext cx="8552093" cy="390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17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9333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停止した場所に関数がある場合、</a:t>
            </a:r>
            <a:r>
              <a:rPr lang="en-US" altLang="ja-JP" sz="2400" b="1" dirty="0">
                <a:solidFill>
                  <a:srgbClr val="FF0000"/>
                </a:solidFill>
              </a:rPr>
              <a:t>F11</a:t>
            </a:r>
            <a:r>
              <a:rPr lang="ja-JP" altLang="en-US" sz="2400" b="1" dirty="0">
                <a:solidFill>
                  <a:srgbClr val="FF0000"/>
                </a:solidFill>
              </a:rPr>
              <a:t>キー</a:t>
            </a:r>
            <a:r>
              <a:rPr lang="ja-JP" altLang="en-US" sz="2400" dirty="0"/>
              <a:t>で関数の中に入れます。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796DD40-9E78-4D35-84FC-242CBE620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315956" cy="402011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9AC072-84E7-42C9-9264-BC28FCA210B3}"/>
              </a:ext>
            </a:extLst>
          </p:cNvPr>
          <p:cNvSpPr txBox="1"/>
          <p:nvPr/>
        </p:nvSpPr>
        <p:spPr>
          <a:xfrm>
            <a:off x="567542" y="5987133"/>
            <a:ext cx="47163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ここで</a:t>
            </a:r>
            <a:r>
              <a:rPr lang="en-US" altLang="ja-JP" sz="2400" dirty="0"/>
              <a:t>F11</a:t>
            </a:r>
            <a:r>
              <a:rPr lang="ja-JP" altLang="en-US" sz="2400" dirty="0"/>
              <a:t>を押してみましょう。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2132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関数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プログラムが止まっているときは、変数の中身をのぞくことができます。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B833F5B-8D99-4413-94FB-E725191F9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7"/>
            <a:ext cx="7888007" cy="266159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56BA43-9DCD-4673-B556-C9F4E21695A9}"/>
              </a:ext>
            </a:extLst>
          </p:cNvPr>
          <p:cNvSpPr txBox="1"/>
          <p:nvPr/>
        </p:nvSpPr>
        <p:spPr>
          <a:xfrm>
            <a:off x="567542" y="4537285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こうやって不具合などを探していきます。</a:t>
            </a:r>
            <a:endParaRPr lang="en-US" altLang="ja-JP" sz="2400" dirty="0"/>
          </a:p>
          <a:p>
            <a:r>
              <a:rPr lang="ja-JP" altLang="en-US" sz="2400" dirty="0"/>
              <a:t>プログラムが思うように動かない場合は活用しましょう。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53197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137</Words>
  <Application>Microsoft Office PowerPoint</Application>
  <PresentationFormat>ワイド画面</PresentationFormat>
  <Paragraphs>19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72</cp:revision>
  <dcterms:created xsi:type="dcterms:W3CDTF">2024-08-27T02:15:54Z</dcterms:created>
  <dcterms:modified xsi:type="dcterms:W3CDTF">2024-11-17T06:37:29Z</dcterms:modified>
</cp:coreProperties>
</file>