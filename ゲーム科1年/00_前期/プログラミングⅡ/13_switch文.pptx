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60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switch</a:t>
            </a:r>
            <a:r>
              <a:rPr lang="ja-JP" altLang="en-US" sz="3200" b="1" u="sng" dirty="0"/>
              <a:t>文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6065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</a:t>
            </a:r>
            <a:r>
              <a:rPr lang="en-US" altLang="ja-JP" sz="2400" dirty="0"/>
              <a:t>if</a:t>
            </a:r>
            <a:r>
              <a:rPr lang="ja-JP" altLang="en-US" sz="2400" dirty="0"/>
              <a:t>文で条件分岐をしてきましたが、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switch</a:t>
            </a:r>
            <a:r>
              <a:rPr lang="ja-JP" altLang="en-US" sz="2400" b="1" dirty="0">
                <a:solidFill>
                  <a:srgbClr val="FF0000"/>
                </a:solidFill>
              </a:rPr>
              <a:t>文</a:t>
            </a:r>
            <a:r>
              <a:rPr lang="ja-JP" altLang="en-US" sz="2400" dirty="0"/>
              <a:t>という条件分岐もあります。</a:t>
            </a:r>
            <a:endParaRPr lang="en-US" altLang="ja-JP" sz="2400" dirty="0"/>
          </a:p>
          <a:p>
            <a:r>
              <a:rPr lang="en-US" altLang="ja-JP" sz="2400" dirty="0"/>
              <a:t>switch</a:t>
            </a:r>
            <a:r>
              <a:rPr lang="ja-JP" altLang="en-US" sz="2400" dirty="0"/>
              <a:t>文を使えば</a:t>
            </a:r>
            <a:r>
              <a:rPr lang="ja-JP" altLang="en-US" sz="2400" b="1" dirty="0">
                <a:solidFill>
                  <a:srgbClr val="FF0000"/>
                </a:solidFill>
              </a:rPr>
              <a:t>多岐に分岐させる</a:t>
            </a:r>
            <a:r>
              <a:rPr lang="ja-JP" altLang="en-US" sz="2400" dirty="0"/>
              <a:t>ことができます。</a:t>
            </a:r>
            <a:endParaRPr lang="en-US" altLang="ja-JP" sz="2400" dirty="0"/>
          </a:p>
        </p:txBody>
      </p:sp>
      <p:sp>
        <p:nvSpPr>
          <p:cNvPr id="10" name="フローチャート: 判断 9">
            <a:extLst>
              <a:ext uri="{FF2B5EF4-FFF2-40B4-BE49-F238E27FC236}">
                <a16:creationId xmlns:a16="http://schemas.microsoft.com/office/drawing/2014/main" id="{01811BE6-6039-4361-9DCB-7A456402BAA1}"/>
              </a:ext>
            </a:extLst>
          </p:cNvPr>
          <p:cNvSpPr/>
          <p:nvPr/>
        </p:nvSpPr>
        <p:spPr>
          <a:xfrm>
            <a:off x="882869" y="3457904"/>
            <a:ext cx="2238704" cy="107205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If</a:t>
            </a:r>
            <a:r>
              <a:rPr kumimoji="1" lang="ja-JP" altLang="en-US" dirty="0"/>
              <a:t>文</a:t>
            </a: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AF321F59-F5D4-482F-9508-34404F3D0043}"/>
              </a:ext>
            </a:extLst>
          </p:cNvPr>
          <p:cNvCxnSpPr>
            <a:stCxn id="10" idx="3"/>
          </p:cNvCxnSpPr>
          <p:nvPr/>
        </p:nvCxnSpPr>
        <p:spPr>
          <a:xfrm>
            <a:off x="3121573" y="3993932"/>
            <a:ext cx="704193" cy="1937666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B610F3E-67DA-4FE9-B112-12AF106475F4}"/>
              </a:ext>
            </a:extLst>
          </p:cNvPr>
          <p:cNvCxnSpPr>
            <a:stCxn id="10" idx="2"/>
          </p:cNvCxnSpPr>
          <p:nvPr/>
        </p:nvCxnSpPr>
        <p:spPr>
          <a:xfrm>
            <a:off x="2002221" y="4529959"/>
            <a:ext cx="15765" cy="1401639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FF084B36-08BB-4B51-A625-250DD3D4DE3D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2002221" y="3069021"/>
            <a:ext cx="7882" cy="388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フローチャート: 判断 17">
            <a:extLst>
              <a:ext uri="{FF2B5EF4-FFF2-40B4-BE49-F238E27FC236}">
                <a16:creationId xmlns:a16="http://schemas.microsoft.com/office/drawing/2014/main" id="{0712B0BE-6198-4B42-A390-8530A743F78E}"/>
              </a:ext>
            </a:extLst>
          </p:cNvPr>
          <p:cNvSpPr/>
          <p:nvPr/>
        </p:nvSpPr>
        <p:spPr>
          <a:xfrm>
            <a:off x="7054760" y="3429000"/>
            <a:ext cx="2238704" cy="107205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</a:t>
            </a:r>
            <a:r>
              <a:rPr kumimoji="1" lang="en-US" altLang="ja-JP" dirty="0"/>
              <a:t>witch</a:t>
            </a:r>
            <a:r>
              <a:rPr kumimoji="1" lang="ja-JP" altLang="en-US" dirty="0"/>
              <a:t>文</a:t>
            </a: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36DAE0F-E3D5-49FC-A201-42C002B61761}"/>
              </a:ext>
            </a:extLst>
          </p:cNvPr>
          <p:cNvCxnSpPr>
            <a:stCxn id="18" idx="2"/>
          </p:cNvCxnSpPr>
          <p:nvPr/>
        </p:nvCxnSpPr>
        <p:spPr>
          <a:xfrm>
            <a:off x="8174112" y="4501055"/>
            <a:ext cx="0" cy="461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5799DF79-09BA-4151-9C91-EF7662124BF3}"/>
              </a:ext>
            </a:extLst>
          </p:cNvPr>
          <p:cNvCxnSpPr>
            <a:cxnSpLocks/>
          </p:cNvCxnSpPr>
          <p:nvPr/>
        </p:nvCxnSpPr>
        <p:spPr>
          <a:xfrm flipH="1">
            <a:off x="6096000" y="4962765"/>
            <a:ext cx="207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146CD4C6-B461-46DC-8310-1DCC59A97789}"/>
              </a:ext>
            </a:extLst>
          </p:cNvPr>
          <p:cNvCxnSpPr>
            <a:cxnSpLocks/>
          </p:cNvCxnSpPr>
          <p:nvPr/>
        </p:nvCxnSpPr>
        <p:spPr>
          <a:xfrm flipV="1">
            <a:off x="6095999" y="4962765"/>
            <a:ext cx="1" cy="604598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A219C5D9-011D-47B6-AA28-AD07AA5A2C44}"/>
              </a:ext>
            </a:extLst>
          </p:cNvPr>
          <p:cNvCxnSpPr>
            <a:cxnSpLocks/>
          </p:cNvCxnSpPr>
          <p:nvPr/>
        </p:nvCxnSpPr>
        <p:spPr>
          <a:xfrm flipV="1">
            <a:off x="7215351" y="4962765"/>
            <a:ext cx="1" cy="604598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C9A87428-DF16-4827-88D6-B272FB28814C}"/>
              </a:ext>
            </a:extLst>
          </p:cNvPr>
          <p:cNvCxnSpPr>
            <a:cxnSpLocks/>
          </p:cNvCxnSpPr>
          <p:nvPr/>
        </p:nvCxnSpPr>
        <p:spPr>
          <a:xfrm flipH="1">
            <a:off x="8174112" y="4962765"/>
            <a:ext cx="207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C872674A-535C-42AB-BCF8-EDEA25DC3497}"/>
              </a:ext>
            </a:extLst>
          </p:cNvPr>
          <p:cNvCxnSpPr>
            <a:cxnSpLocks/>
          </p:cNvCxnSpPr>
          <p:nvPr/>
        </p:nvCxnSpPr>
        <p:spPr>
          <a:xfrm flipV="1">
            <a:off x="9213168" y="4959767"/>
            <a:ext cx="1" cy="604598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6D67D3B5-0AE8-4B06-AC3E-7E02591F36DE}"/>
              </a:ext>
            </a:extLst>
          </p:cNvPr>
          <p:cNvCxnSpPr>
            <a:cxnSpLocks/>
          </p:cNvCxnSpPr>
          <p:nvPr/>
        </p:nvCxnSpPr>
        <p:spPr>
          <a:xfrm flipV="1">
            <a:off x="10252224" y="4959767"/>
            <a:ext cx="1" cy="604598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9CC28B0F-D8EE-4262-8A4A-059CC63B9C43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8174112" y="3069021"/>
            <a:ext cx="0" cy="359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60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switch</a:t>
            </a:r>
            <a:r>
              <a:rPr lang="ja-JP" altLang="en-US" sz="3200" b="1" u="sng" dirty="0"/>
              <a:t>文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F49FC87-62BF-4EDA-AD8F-7E5FDA6D7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6258798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77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60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switch</a:t>
            </a:r>
            <a:r>
              <a:rPr lang="ja-JP" altLang="en-US" sz="3200" b="1" u="sng" dirty="0"/>
              <a:t>文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7559653-5556-42D5-BBCA-20D4AD49A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5918983" cy="479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8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60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switch</a:t>
            </a:r>
            <a:r>
              <a:rPr lang="ja-JP" altLang="en-US" sz="3200" b="1" u="sng" dirty="0"/>
              <a:t>文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4612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7030A0"/>
                </a:solidFill>
              </a:rPr>
              <a:t>switch</a:t>
            </a:r>
            <a:r>
              <a:rPr lang="ja-JP" altLang="en-US" sz="2400" dirty="0"/>
              <a:t>文は</a:t>
            </a:r>
            <a:r>
              <a:rPr lang="ja-JP" altLang="en-US" sz="2400" b="1" dirty="0">
                <a:solidFill>
                  <a:srgbClr val="FF0000"/>
                </a:solidFill>
              </a:rPr>
              <a:t>（）カッコ内の変数の値によって分岐</a:t>
            </a:r>
            <a:r>
              <a:rPr lang="ja-JP" altLang="en-US" sz="2400" dirty="0"/>
              <a:t>させます。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7030A0"/>
                </a:solidFill>
              </a:rPr>
              <a:t>case</a:t>
            </a:r>
            <a:r>
              <a:rPr lang="ja-JP" altLang="en-US" sz="2400" dirty="0"/>
              <a:t>文を使って</a:t>
            </a:r>
            <a:r>
              <a:rPr lang="ja-JP" altLang="en-US" sz="2400" b="1" dirty="0">
                <a:solidFill>
                  <a:srgbClr val="FF0000"/>
                </a:solidFill>
              </a:rPr>
              <a:t>カッコ内の変数の値ごとの処理</a:t>
            </a:r>
            <a:r>
              <a:rPr lang="ja-JP" altLang="en-US" sz="2400" dirty="0"/>
              <a:t>を書いていきます。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7CBA9BE-9415-483D-AF00-3EC7F584B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32591"/>
            <a:ext cx="5528458" cy="212786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97EE082-EFB4-4749-9FFB-DD5588270E7E}"/>
              </a:ext>
            </a:extLst>
          </p:cNvPr>
          <p:cNvSpPr txBox="1"/>
          <p:nvPr/>
        </p:nvSpPr>
        <p:spPr>
          <a:xfrm>
            <a:off x="567542" y="4372884"/>
            <a:ext cx="102579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処理の後に</a:t>
            </a:r>
            <a:r>
              <a:rPr lang="en-US" altLang="ja-JP" sz="2400" b="1" dirty="0">
                <a:solidFill>
                  <a:srgbClr val="7030A0"/>
                </a:solidFill>
              </a:rPr>
              <a:t>break</a:t>
            </a:r>
            <a:r>
              <a:rPr lang="ja-JP" altLang="en-US" sz="2400" dirty="0"/>
              <a:t>を書かないと、下の</a:t>
            </a:r>
            <a:r>
              <a:rPr lang="en-US" altLang="ja-JP" sz="2400" b="1" dirty="0">
                <a:solidFill>
                  <a:srgbClr val="7030A0"/>
                </a:solidFill>
              </a:rPr>
              <a:t>case</a:t>
            </a:r>
            <a:r>
              <a:rPr lang="ja-JP" altLang="en-US" sz="2400" dirty="0"/>
              <a:t>分まで処理されてしまいます。</a:t>
            </a:r>
            <a:endParaRPr lang="en-US" altLang="ja-JP" sz="2400" dirty="0"/>
          </a:p>
          <a:p>
            <a:r>
              <a:rPr lang="ja-JP" altLang="en-US" sz="2400" dirty="0"/>
              <a:t>書き忘れないようにしましょう。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280064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60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switch</a:t>
            </a:r>
            <a:r>
              <a:rPr lang="ja-JP" altLang="en-US" sz="3200" b="1" u="sng" dirty="0"/>
              <a:t>文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764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7030A0"/>
                </a:solidFill>
              </a:rPr>
              <a:t>default</a:t>
            </a:r>
            <a:r>
              <a:rPr lang="ja-JP" altLang="en-US" sz="2400" dirty="0"/>
              <a:t>文を使うと、どの</a:t>
            </a:r>
            <a:r>
              <a:rPr lang="en-US" altLang="ja-JP" sz="2400" b="1" dirty="0">
                <a:solidFill>
                  <a:srgbClr val="7030A0"/>
                </a:solidFill>
              </a:rPr>
              <a:t>case</a:t>
            </a:r>
            <a:r>
              <a:rPr lang="ja-JP" altLang="en-US" sz="2400" dirty="0"/>
              <a:t>にも当てはまらなかった時の処理が書けます。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2616976-40F4-4EB1-AA0B-AD3959F77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1892"/>
            <a:ext cx="6248722" cy="2067158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25FC16F-BE30-4842-939A-67350F3E1F11}"/>
              </a:ext>
            </a:extLst>
          </p:cNvPr>
          <p:cNvSpPr txBox="1"/>
          <p:nvPr/>
        </p:nvSpPr>
        <p:spPr>
          <a:xfrm>
            <a:off x="567541" y="3829050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例外処理、エラー処理が書けますので活用しましょう。</a:t>
            </a:r>
            <a:endParaRPr lang="en-US" altLang="ja-JP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762465A-2820-496F-968D-803C38898265}"/>
              </a:ext>
            </a:extLst>
          </p:cNvPr>
          <p:cNvSpPr txBox="1"/>
          <p:nvPr/>
        </p:nvSpPr>
        <p:spPr>
          <a:xfrm>
            <a:off x="567541" y="4403147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今回も</a:t>
            </a:r>
            <a:r>
              <a:rPr lang="ja-JP" altLang="en-US" sz="2400" b="1" dirty="0">
                <a:solidFill>
                  <a:srgbClr val="FF0000"/>
                </a:solidFill>
              </a:rPr>
              <a:t>ブレークポイントを使ってよく観察しましょう。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b="1" dirty="0">
                <a:solidFill>
                  <a:srgbClr val="7030A0"/>
                </a:solidFill>
              </a:rPr>
              <a:t>break</a:t>
            </a:r>
            <a:r>
              <a:rPr lang="ja-JP" altLang="en-US" sz="2400" dirty="0"/>
              <a:t>を消した時の挙動なども見てみましょう。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41889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168</Words>
  <Application>Microsoft Office PowerPoint</Application>
  <PresentationFormat>ワイド画面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85</cp:revision>
  <dcterms:created xsi:type="dcterms:W3CDTF">2024-08-27T02:15:54Z</dcterms:created>
  <dcterms:modified xsi:type="dcterms:W3CDTF">2024-11-18T00:48:40Z</dcterms:modified>
</cp:coreProperties>
</file>