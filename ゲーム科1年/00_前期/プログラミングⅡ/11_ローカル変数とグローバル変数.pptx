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ローカル変数とグローバル変数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4179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関数を複数使う場合は、</a:t>
            </a:r>
            <a:r>
              <a:rPr lang="ja-JP" altLang="en-US" sz="2400" b="1" dirty="0">
                <a:solidFill>
                  <a:srgbClr val="FF0000"/>
                </a:solidFill>
              </a:rPr>
              <a:t>ローカル変数</a:t>
            </a:r>
            <a:r>
              <a:rPr lang="ja-JP" altLang="en-US" sz="2400" dirty="0"/>
              <a:t>と</a:t>
            </a:r>
            <a:r>
              <a:rPr lang="ja-JP" altLang="en-US" sz="2400" b="1" dirty="0">
                <a:solidFill>
                  <a:srgbClr val="FF0000"/>
                </a:solidFill>
              </a:rPr>
              <a:t>グローバル変数</a:t>
            </a:r>
            <a:r>
              <a:rPr lang="ja-JP" altLang="en-US" sz="2400" dirty="0"/>
              <a:t>についても</a:t>
            </a:r>
            <a:endParaRPr lang="en-US" altLang="ja-JP" sz="2400" dirty="0"/>
          </a:p>
          <a:p>
            <a:r>
              <a:rPr lang="ja-JP" altLang="en-US" sz="2400" dirty="0"/>
              <a:t>知っておかなければなりません。</a:t>
            </a:r>
            <a:endParaRPr lang="en-US" altLang="ja-JP" sz="2400" dirty="0"/>
          </a:p>
          <a:p>
            <a:r>
              <a:rPr lang="ja-JP" altLang="en-US" sz="2400" dirty="0"/>
              <a:t>簡単な例で練習します。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ローカル変数とグローバル変数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4649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73DC8A5-315C-4D7B-BB5C-0723A8541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4666610" cy="477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3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ローカル変数とグローバル変数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4649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を書きます（その２）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2B42EFF-F1D4-4AD4-9584-7F4AA8DBB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5344271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348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ローカル変数とグローバル変数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変数は関数の外側でも宣言することができます。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関数の外にある変数</a:t>
            </a:r>
            <a:r>
              <a:rPr lang="ja-JP" altLang="en-US" sz="2400" dirty="0"/>
              <a:t>のことを</a:t>
            </a:r>
            <a:r>
              <a:rPr lang="ja-JP" altLang="en-US" sz="2400" b="1" dirty="0">
                <a:solidFill>
                  <a:srgbClr val="FF0000"/>
                </a:solidFill>
              </a:rPr>
              <a:t>グローバル変数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D51935C-291E-4088-BB20-20346FFA4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6952252" cy="92592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5E23743-F821-4BCE-A315-837A7CB9DB7B}"/>
              </a:ext>
            </a:extLst>
          </p:cNvPr>
          <p:cNvSpPr txBox="1"/>
          <p:nvPr/>
        </p:nvSpPr>
        <p:spPr>
          <a:xfrm>
            <a:off x="567542" y="3170942"/>
            <a:ext cx="88040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グローバル変数は、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宣言した</a:t>
            </a:r>
            <a:r>
              <a:rPr lang="en-US" altLang="ja-JP" sz="2400" b="1" dirty="0">
                <a:solidFill>
                  <a:srgbClr val="FF0000"/>
                </a:solidFill>
              </a:rPr>
              <a:t>CPP</a:t>
            </a:r>
            <a:r>
              <a:rPr lang="ja-JP" altLang="en-US" sz="2400" b="1" dirty="0">
                <a:solidFill>
                  <a:srgbClr val="FF0000"/>
                </a:solidFill>
              </a:rPr>
              <a:t>ファイル内であればどの関数でも使用できます。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7FC14E0-9363-41ED-B8A8-19AC6C082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114371"/>
            <a:ext cx="4801270" cy="16956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AFC08777-89D2-4288-B244-A8A63F7B2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963" y="4114371"/>
            <a:ext cx="5382376" cy="19147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95085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ローカル変数とグローバル変数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これまでのように</a:t>
            </a:r>
            <a:r>
              <a:rPr lang="ja-JP" altLang="en-US" sz="2400" b="1" dirty="0">
                <a:solidFill>
                  <a:srgbClr val="FF0000"/>
                </a:solidFill>
              </a:rPr>
              <a:t>関数内に宣言する変数</a:t>
            </a:r>
            <a:r>
              <a:rPr lang="ja-JP" altLang="en-US" sz="2400" dirty="0"/>
              <a:t>を</a:t>
            </a:r>
            <a:r>
              <a:rPr lang="ja-JP" altLang="en-US" sz="2400" b="1" dirty="0">
                <a:solidFill>
                  <a:srgbClr val="FF0000"/>
                </a:solidFill>
              </a:rPr>
              <a:t>ローカル変数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  <a:p>
            <a:r>
              <a:rPr lang="ja-JP" altLang="en-US" sz="2400" dirty="0"/>
              <a:t>ローカル変数は</a:t>
            </a:r>
            <a:r>
              <a:rPr lang="ja-JP" altLang="en-US" sz="2400" b="1" dirty="0">
                <a:solidFill>
                  <a:srgbClr val="FF0000"/>
                </a:solidFill>
              </a:rPr>
              <a:t>宣言された関数内専用の変数</a:t>
            </a:r>
            <a:r>
              <a:rPr lang="ja-JP" altLang="en-US" sz="2400" dirty="0"/>
              <a:t>となります。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47C10CA-3F10-4F3A-B9C5-1B72DB858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4163006" cy="11622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9133EE7A-6422-49C7-917A-91E130639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3563199"/>
            <a:ext cx="4601217" cy="14098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F5B9D83-6077-4A4C-984B-C9CF615CB1FB}"/>
              </a:ext>
            </a:extLst>
          </p:cNvPr>
          <p:cNvSpPr txBox="1"/>
          <p:nvPr/>
        </p:nvSpPr>
        <p:spPr>
          <a:xfrm>
            <a:off x="567541" y="5125285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なので</a:t>
            </a:r>
            <a:r>
              <a:rPr lang="ja-JP" altLang="en-US" sz="2400" b="1" dirty="0">
                <a:solidFill>
                  <a:srgbClr val="FF0000"/>
                </a:solidFill>
              </a:rPr>
              <a:t>名前が同じでも区別ができる</a:t>
            </a:r>
            <a:r>
              <a:rPr lang="ja-JP" altLang="en-US" sz="2400" dirty="0"/>
              <a:t>ため、エラーにはなりません。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526110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ローカル変数とグローバル変数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3412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今回のプログラムもブレークポイントを置いてじっくり観察しましょう。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C8C77B0-C34F-4E94-8384-3CE2C57D9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7507083" cy="460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68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</TotalTime>
  <Words>170</Words>
  <Application>Microsoft Office PowerPoint</Application>
  <PresentationFormat>ワイド画面</PresentationFormat>
  <Paragraphs>19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80</cp:revision>
  <dcterms:created xsi:type="dcterms:W3CDTF">2024-08-27T02:15:54Z</dcterms:created>
  <dcterms:modified xsi:type="dcterms:W3CDTF">2024-11-17T07:35:39Z</dcterms:modified>
</cp:coreProperties>
</file>