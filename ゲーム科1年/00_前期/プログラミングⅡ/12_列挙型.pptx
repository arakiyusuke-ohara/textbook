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列挙型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列挙型</a:t>
            </a:r>
            <a:r>
              <a:rPr lang="ja-JP" altLang="en-US" sz="2400" dirty="0"/>
              <a:t>を使えば、</a:t>
            </a:r>
            <a:r>
              <a:rPr lang="ja-JP" altLang="en-US" sz="2400" b="1" dirty="0">
                <a:solidFill>
                  <a:srgbClr val="FF0000"/>
                </a:solidFill>
              </a:rPr>
              <a:t>種類があるものに番号を振り分ける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F104622-F676-4807-891A-D521ECE80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031437" cy="40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列挙型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プログラムの続き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772A81F-1702-4FC5-94C7-A1EACE66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770196" cy="46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63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5839112-1CE2-400F-9AFC-A947D26A7F3C}"/>
              </a:ext>
            </a:extLst>
          </p:cNvPr>
          <p:cNvSpPr/>
          <p:nvPr/>
        </p:nvSpPr>
        <p:spPr>
          <a:xfrm>
            <a:off x="567542" y="1818290"/>
            <a:ext cx="2785258" cy="94053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列挙型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列挙型の書き方は以下の通りです。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■列挙型の書き方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enum</a:t>
            </a:r>
            <a:r>
              <a:rPr lang="en-US" altLang="ja-JP" sz="2400" dirty="0"/>
              <a:t> </a:t>
            </a:r>
            <a:r>
              <a:rPr lang="ja-JP" altLang="en-US" sz="2400" b="1" dirty="0">
                <a:solidFill>
                  <a:srgbClr val="00B050"/>
                </a:solidFill>
              </a:rPr>
              <a:t>型名</a:t>
            </a:r>
            <a:r>
              <a:rPr lang="en-US" altLang="ja-JP" sz="2400" dirty="0"/>
              <a:t>{</a:t>
            </a:r>
            <a:r>
              <a:rPr lang="ja-JP" altLang="en-US" sz="2400" b="1" dirty="0"/>
              <a:t>列挙</a:t>
            </a:r>
            <a:r>
              <a:rPr lang="en-US" altLang="ja-JP" sz="2400" dirty="0"/>
              <a:t>}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5EA31AE-8D34-47BE-BE0B-2C066EDD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871253"/>
            <a:ext cx="3162741" cy="181952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05138E-29C0-46F4-9528-042D3A3E21D6}"/>
              </a:ext>
            </a:extLst>
          </p:cNvPr>
          <p:cNvSpPr txBox="1"/>
          <p:nvPr/>
        </p:nvSpPr>
        <p:spPr>
          <a:xfrm>
            <a:off x="567542" y="4803214"/>
            <a:ext cx="6511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列挙は</a:t>
            </a:r>
            <a:r>
              <a:rPr lang="ja-JP" altLang="en-US" sz="2400" b="1" dirty="0">
                <a:solidFill>
                  <a:srgbClr val="FF0000"/>
                </a:solidFill>
              </a:rPr>
              <a:t>上から順に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から</a:t>
            </a:r>
            <a:r>
              <a:rPr lang="ja-JP" altLang="en-US" sz="2400" dirty="0"/>
              <a:t>番号が割り振られます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1462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列挙型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553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番号が振られているので、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dirty="0"/>
              <a:t>型と比較することができます。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7032FD-4075-447C-B1D5-1C074980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5675473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73</Words>
  <Application>Microsoft Office PowerPoint</Application>
  <PresentationFormat>ワイド画面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82</cp:revision>
  <dcterms:created xsi:type="dcterms:W3CDTF">2024-08-27T02:15:54Z</dcterms:created>
  <dcterms:modified xsi:type="dcterms:W3CDTF">2024-11-17T08:08:14Z</dcterms:modified>
</cp:coreProperties>
</file>