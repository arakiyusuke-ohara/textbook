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37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スタイルなし、表のグリッド線あり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43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2024/11/15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配列の課題</a:t>
            </a:r>
            <a:endParaRPr kumimoji="1" lang="ja-JP" altLang="en-US" sz="3200" b="1" u="sng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0F412F9-EC22-472D-8334-55F86CA5630B}"/>
              </a:ext>
            </a:extLst>
          </p:cNvPr>
          <p:cNvSpPr txBox="1"/>
          <p:nvPr/>
        </p:nvSpPr>
        <p:spPr>
          <a:xfrm>
            <a:off x="567542" y="1189161"/>
            <a:ext cx="11447365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次のプログラムを作りましょう。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① </a:t>
            </a:r>
            <a:r>
              <a:rPr lang="en-US" altLang="ja-JP" sz="2400" b="1" dirty="0">
                <a:solidFill>
                  <a:srgbClr val="0070C0"/>
                </a:solidFill>
              </a:rPr>
              <a:t>int</a:t>
            </a:r>
            <a:r>
              <a:rPr lang="ja-JP" altLang="en-US" sz="2400" dirty="0"/>
              <a:t>型の配列を要素数</a:t>
            </a:r>
            <a:r>
              <a:rPr lang="en-US" altLang="ja-JP" sz="2400" dirty="0"/>
              <a:t>20</a:t>
            </a:r>
            <a:r>
              <a:rPr lang="ja-JP" altLang="en-US" sz="2400" dirty="0"/>
              <a:t>で宣言、要素同士で重複しない数値で初期値を設定し、</a:t>
            </a:r>
            <a:endParaRPr lang="en-US" altLang="ja-JP" sz="2400" dirty="0"/>
          </a:p>
          <a:p>
            <a:r>
              <a:rPr lang="ja-JP" altLang="en-US" sz="2400" dirty="0"/>
              <a:t>　 すべての要素の値を合計した結果を出力するプログラム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ja-JP" altLang="en-US" sz="2400" dirty="0"/>
              <a:t>② </a:t>
            </a:r>
            <a:r>
              <a:rPr lang="en-US" altLang="ja-JP" sz="2400" b="1" dirty="0">
                <a:solidFill>
                  <a:srgbClr val="0070C0"/>
                </a:solidFill>
              </a:rPr>
              <a:t>float</a:t>
            </a:r>
            <a:r>
              <a:rPr lang="ja-JP" altLang="en-US" sz="2400" dirty="0"/>
              <a:t>型の二次元配列を</a:t>
            </a:r>
            <a:r>
              <a:rPr lang="en-US" altLang="ja-JP" sz="2400" dirty="0"/>
              <a:t>3</a:t>
            </a:r>
            <a:r>
              <a:rPr lang="ja-JP" altLang="en-US" sz="2400" dirty="0"/>
              <a:t>行</a:t>
            </a:r>
            <a:r>
              <a:rPr lang="en-US" altLang="ja-JP" sz="2400" dirty="0"/>
              <a:t>2</a:t>
            </a:r>
            <a:r>
              <a:rPr lang="ja-JP" altLang="en-US" sz="2400" dirty="0"/>
              <a:t>列で宣言、</a:t>
            </a:r>
            <a:endParaRPr lang="en-US" altLang="ja-JP" sz="2400" dirty="0"/>
          </a:p>
          <a:p>
            <a:r>
              <a:rPr lang="ja-JP" altLang="en-US" sz="2400" dirty="0"/>
              <a:t>　 要素同士で重複しない数値で初期値を設定し、</a:t>
            </a:r>
            <a:endParaRPr lang="en-US" altLang="ja-JP" sz="2400" dirty="0"/>
          </a:p>
          <a:p>
            <a:r>
              <a:rPr lang="ja-JP" altLang="en-US" sz="2400" dirty="0"/>
              <a:t>　 すべての要素の値を合計した結果を出力するプログラム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044318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</TotalTime>
  <Words>90</Words>
  <Application>Microsoft Office PowerPoint</Application>
  <PresentationFormat>ワイド画面</PresentationFormat>
  <Paragraphs>9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5" baseType="lpstr">
      <vt:lpstr>游ゴシック</vt:lpstr>
      <vt:lpstr>游ゴシック Light</vt:lpstr>
      <vt:lpstr>Arial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50</cp:revision>
  <dcterms:created xsi:type="dcterms:W3CDTF">2024-08-27T02:15:54Z</dcterms:created>
  <dcterms:modified xsi:type="dcterms:W3CDTF">2024-11-15T05:09:40Z</dcterms:modified>
</cp:coreProperties>
</file>