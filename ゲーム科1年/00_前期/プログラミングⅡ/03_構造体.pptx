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構造体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データをきれいにまとめたい</a:t>
            </a:r>
            <a:r>
              <a:rPr lang="ja-JP" altLang="en-US" sz="2400" dirty="0"/>
              <a:t>ときは</a:t>
            </a:r>
            <a:r>
              <a:rPr lang="ja-JP" altLang="en-US" sz="2400" b="1" dirty="0">
                <a:solidFill>
                  <a:srgbClr val="FF0000"/>
                </a:solidFill>
              </a:rPr>
              <a:t>構造体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r>
              <a:rPr lang="ja-JP" altLang="en-US" sz="2400" dirty="0"/>
              <a:t>簡単な例で練習します。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構造体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953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Main.cpp</a:t>
            </a:r>
            <a:r>
              <a:rPr lang="ja-JP" altLang="en-US" sz="2400" dirty="0"/>
              <a:t>を書きましょう。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1179BD5-42F0-4B6A-BF07-4ABD0911B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463879" cy="450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5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485E391-F8A3-4D73-9E97-68A54D486AB5}"/>
              </a:ext>
            </a:extLst>
          </p:cNvPr>
          <p:cNvSpPr/>
          <p:nvPr/>
        </p:nvSpPr>
        <p:spPr>
          <a:xfrm>
            <a:off x="399392" y="2211207"/>
            <a:ext cx="4813738" cy="9144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構造体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構造体は</a:t>
            </a:r>
            <a:r>
              <a:rPr lang="ja-JP" altLang="en-US" sz="2400" b="1" dirty="0">
                <a:solidFill>
                  <a:srgbClr val="FF0000"/>
                </a:solidFill>
              </a:rPr>
              <a:t>複数の変数を名前を付けてひとまとめ</a:t>
            </a:r>
            <a:r>
              <a:rPr lang="ja-JP" altLang="en-US" sz="2400" dirty="0"/>
              <a:t>にできます。</a:t>
            </a:r>
            <a:endParaRPr lang="en-US" altLang="ja-JP" sz="2400" dirty="0"/>
          </a:p>
          <a:p>
            <a:r>
              <a:rPr lang="ja-JP" altLang="en-US" sz="2400" dirty="0"/>
              <a:t>書き方は以下の通りです。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■構造体の書き方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0070C0"/>
                </a:solidFill>
              </a:rPr>
              <a:t>struct</a:t>
            </a:r>
            <a:r>
              <a:rPr lang="en-US" altLang="ja-JP" sz="2400" dirty="0"/>
              <a:t> </a:t>
            </a:r>
            <a:r>
              <a:rPr lang="ja-JP" altLang="en-US" sz="2400" b="1" dirty="0">
                <a:solidFill>
                  <a:srgbClr val="00B050"/>
                </a:solidFill>
              </a:rPr>
              <a:t>構造体名</a:t>
            </a:r>
            <a:r>
              <a:rPr lang="ja-JP" altLang="en-US" sz="2400" dirty="0"/>
              <a:t> </a:t>
            </a:r>
            <a:r>
              <a:rPr lang="en-US" altLang="ja-JP" sz="2400" dirty="0"/>
              <a:t>{</a:t>
            </a:r>
            <a:r>
              <a:rPr lang="ja-JP" altLang="en-US" sz="2400" b="1" dirty="0">
                <a:solidFill>
                  <a:srgbClr val="FF0000"/>
                </a:solidFill>
              </a:rPr>
              <a:t>まとめる変数</a:t>
            </a:r>
            <a:r>
              <a:rPr lang="en-US" altLang="ja-JP" sz="2400" dirty="0"/>
              <a:t>};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F11F49B-754F-497A-BF4F-A4215B105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425652"/>
            <a:ext cx="5809854" cy="224318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92956E5-3B98-4493-B682-0F6D063F2711}"/>
              </a:ext>
            </a:extLst>
          </p:cNvPr>
          <p:cNvSpPr/>
          <p:nvPr/>
        </p:nvSpPr>
        <p:spPr>
          <a:xfrm>
            <a:off x="7966841" y="2406869"/>
            <a:ext cx="3237187" cy="35314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07E419-FB1C-47A6-AAE3-775F1495256B}"/>
              </a:ext>
            </a:extLst>
          </p:cNvPr>
          <p:cNvSpPr txBox="1"/>
          <p:nvPr/>
        </p:nvSpPr>
        <p:spPr>
          <a:xfrm>
            <a:off x="7854793" y="1927824"/>
            <a:ext cx="1265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Human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DE881F9-C6EC-4B46-9FA9-7F5EB2E0F615}"/>
              </a:ext>
            </a:extLst>
          </p:cNvPr>
          <p:cNvSpPr txBox="1"/>
          <p:nvPr/>
        </p:nvSpPr>
        <p:spPr>
          <a:xfrm>
            <a:off x="8092038" y="2643733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name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5D6B329-CDED-47AE-994E-A06DD1399DB9}"/>
              </a:ext>
            </a:extLst>
          </p:cNvPr>
          <p:cNvSpPr txBox="1"/>
          <p:nvPr/>
        </p:nvSpPr>
        <p:spPr>
          <a:xfrm>
            <a:off x="8092038" y="3111429"/>
            <a:ext cx="696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age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B740DEB-306E-4D55-B05E-341AF6FE769E}"/>
              </a:ext>
            </a:extLst>
          </p:cNvPr>
          <p:cNvSpPr txBox="1"/>
          <p:nvPr/>
        </p:nvSpPr>
        <p:spPr>
          <a:xfrm>
            <a:off x="8092038" y="3635983"/>
            <a:ext cx="106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height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2A84B54-CCF5-4BD0-BD9F-02531355F325}"/>
              </a:ext>
            </a:extLst>
          </p:cNvPr>
          <p:cNvSpPr txBox="1"/>
          <p:nvPr/>
        </p:nvSpPr>
        <p:spPr>
          <a:xfrm>
            <a:off x="8092038" y="4115028"/>
            <a:ext cx="1130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weight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C55F4C5-D109-4CE0-9838-21CBD77697E6}"/>
              </a:ext>
            </a:extLst>
          </p:cNvPr>
          <p:cNvSpPr txBox="1"/>
          <p:nvPr/>
        </p:nvSpPr>
        <p:spPr>
          <a:xfrm>
            <a:off x="567542" y="6135213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構造体が含む変数</a:t>
            </a:r>
            <a:r>
              <a:rPr lang="ja-JP" altLang="en-US" sz="2400" dirty="0"/>
              <a:t>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メンバ変数</a:t>
            </a:r>
            <a:r>
              <a:rPr lang="ja-JP" altLang="en-US" sz="2400" dirty="0"/>
              <a:t>と言います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0172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構造体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構造体は</a:t>
            </a:r>
            <a:r>
              <a:rPr lang="ja-JP" altLang="en-US" sz="2400" b="1" dirty="0">
                <a:solidFill>
                  <a:srgbClr val="FF0000"/>
                </a:solidFill>
              </a:rPr>
              <a:t>オリジナルの型</a:t>
            </a:r>
            <a:r>
              <a:rPr lang="ja-JP" altLang="en-US" sz="2400" dirty="0"/>
              <a:t>として使用することができます。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実際に使用する場合は変数として宣言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9E7188-AF7A-47A6-B8E4-13896131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89"/>
            <a:ext cx="4099051" cy="107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6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構造体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11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メンバ変数にアクセス</a:t>
            </a:r>
            <a:r>
              <a:rPr lang="ja-JP" altLang="en-US" sz="2400" dirty="0"/>
              <a:t>するには、</a:t>
            </a:r>
            <a:r>
              <a:rPr lang="ja-JP" altLang="en-US" sz="2400" b="1" dirty="0">
                <a:solidFill>
                  <a:srgbClr val="FF0000"/>
                </a:solidFill>
              </a:rPr>
              <a:t>変数名の後にドット（</a:t>
            </a:r>
            <a:r>
              <a:rPr lang="en-US" altLang="ja-JP" sz="2400" b="1" dirty="0">
                <a:solidFill>
                  <a:srgbClr val="FF0000"/>
                </a:solidFill>
              </a:rPr>
              <a:t>.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48DBE8C-B006-4840-B1FF-F3A1EE6C2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7"/>
            <a:ext cx="9892321" cy="284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8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構造体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73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構造体の変数は</a:t>
            </a:r>
            <a:r>
              <a:rPr lang="en-US" altLang="ja-JP" sz="2400" b="1" dirty="0">
                <a:solidFill>
                  <a:srgbClr val="FF0000"/>
                </a:solidFill>
              </a:rPr>
              <a:t>{}</a:t>
            </a:r>
            <a:r>
              <a:rPr lang="ja-JP" altLang="en-US" sz="2400" b="1" dirty="0">
                <a:solidFill>
                  <a:srgbClr val="FF0000"/>
                </a:solidFill>
              </a:rPr>
              <a:t>カッコで各メンバの初期値を設定</a:t>
            </a:r>
            <a:r>
              <a:rPr lang="ja-JP" altLang="en-US" sz="2400" dirty="0"/>
              <a:t>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2945264-3A4C-4B40-A210-25A3F3116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7"/>
            <a:ext cx="5873313" cy="436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1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構造体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構造体は</a:t>
            </a:r>
            <a:r>
              <a:rPr lang="ja-JP" altLang="en-US" sz="2400" b="1" dirty="0">
                <a:solidFill>
                  <a:srgbClr val="FF0000"/>
                </a:solidFill>
              </a:rPr>
              <a:t>配列</a:t>
            </a:r>
            <a:r>
              <a:rPr lang="ja-JP" altLang="en-US" sz="2400" dirty="0"/>
              <a:t>にすることもできます。</a:t>
            </a:r>
            <a:endParaRPr lang="en-US" altLang="ja-JP" sz="2400" dirty="0"/>
          </a:p>
          <a:p>
            <a:r>
              <a:rPr lang="ja-JP" altLang="en-US" sz="2400" dirty="0"/>
              <a:t>メンバ変数へのアクセス方法に気をつけて使用しましょう。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FF53549-F77D-4712-ADF5-E64F513FC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1"/>
            <a:ext cx="4382829" cy="425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46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159</Words>
  <Application>Microsoft Office PowerPoint</Application>
  <PresentationFormat>ワイド画面</PresentationFormat>
  <Paragraphs>27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53</cp:revision>
  <dcterms:created xsi:type="dcterms:W3CDTF">2024-08-27T02:15:54Z</dcterms:created>
  <dcterms:modified xsi:type="dcterms:W3CDTF">2024-11-15T05:13:10Z</dcterms:modified>
</cp:coreProperties>
</file>