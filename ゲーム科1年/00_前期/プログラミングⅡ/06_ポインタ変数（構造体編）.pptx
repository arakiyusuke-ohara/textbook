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構造体編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ポインタ変数は</a:t>
            </a:r>
            <a:r>
              <a:rPr lang="ja-JP" altLang="en-US" sz="2400" b="1" dirty="0">
                <a:solidFill>
                  <a:srgbClr val="FF0000"/>
                </a:solidFill>
              </a:rPr>
              <a:t>構造体変数も参照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  <a:p>
            <a:r>
              <a:rPr lang="ja-JP" altLang="en-US" sz="2400" dirty="0"/>
              <a:t>簡単な例で練習します。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構造体編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568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を書きます（その１）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9726778-5ED3-4E16-85C0-AEC104C7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6269806" cy="378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7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構造体編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568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を書きます（その２）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35149E-1CBD-4812-86AE-5795D4E2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927851" cy="471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5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構造体編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構造体の変数もポインタで参照することができます。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A14DED-D8D6-432C-B5F9-99226835F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4908642" cy="222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9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構造体編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ポインタから</a:t>
            </a:r>
            <a:r>
              <a:rPr lang="ja-JP" altLang="en-US" sz="2400" b="1" dirty="0">
                <a:solidFill>
                  <a:srgbClr val="FF0000"/>
                </a:solidFill>
              </a:rPr>
              <a:t>メンバ変数にアクセス</a:t>
            </a:r>
            <a:r>
              <a:rPr lang="ja-JP" altLang="en-US" sz="2400" dirty="0"/>
              <a:t>するには、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アロー演算子「</a:t>
            </a:r>
            <a:r>
              <a:rPr lang="en-US" altLang="ja-JP" sz="2400" b="1" dirty="0">
                <a:solidFill>
                  <a:srgbClr val="FF0000"/>
                </a:solidFill>
              </a:rPr>
              <a:t>-&gt;</a:t>
            </a:r>
            <a:r>
              <a:rPr lang="ja-JP" altLang="en-US" sz="2400" b="1" dirty="0">
                <a:solidFill>
                  <a:srgbClr val="FF0000"/>
                </a:solidFill>
              </a:rPr>
              <a:t>」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78B66F5-2073-4236-B9A5-8B400A13B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7798647" cy="408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5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構造体編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</a:t>
            </a:r>
            <a:r>
              <a:rPr lang="ja-JP" altLang="en-US" sz="2400" b="1" dirty="0">
                <a:solidFill>
                  <a:srgbClr val="FF0000"/>
                </a:solidFill>
              </a:rPr>
              <a:t>構造体の配列</a:t>
            </a:r>
            <a:r>
              <a:rPr lang="ja-JP" altLang="en-US" sz="2400" dirty="0"/>
              <a:t>とポインタの練習をします。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91B2A64-7CF1-4B2A-ABEB-5B22632CD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849333" cy="449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0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構造体編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続きも書きましょう。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EFCD29-3822-4E4B-B11B-2D3897212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679754" cy="48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0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105</Words>
  <Application>Microsoft Office PowerPoint</Application>
  <PresentationFormat>ワイド画面</PresentationFormat>
  <Paragraphs>16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63</cp:revision>
  <dcterms:created xsi:type="dcterms:W3CDTF">2024-08-27T02:15:54Z</dcterms:created>
  <dcterms:modified xsi:type="dcterms:W3CDTF">2024-11-17T03:35:25Z</dcterms:modified>
</cp:coreProperties>
</file>