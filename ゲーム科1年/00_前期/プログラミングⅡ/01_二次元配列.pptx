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配列は</a:t>
            </a:r>
            <a:r>
              <a:rPr lang="ja-JP" altLang="en-US" sz="2400" b="1" dirty="0">
                <a:solidFill>
                  <a:srgbClr val="FF0000"/>
                </a:solidFill>
              </a:rPr>
              <a:t>行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列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FF0000"/>
                </a:solidFill>
              </a:rPr>
              <a:t>２次元</a:t>
            </a:r>
            <a:r>
              <a:rPr lang="ja-JP" altLang="en-US" sz="2400" dirty="0"/>
              <a:t>で扱うこともできます。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E0D518-B8CF-4613-874D-C401E1266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9"/>
            <a:ext cx="4452007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2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ADC2422-9AC9-4CA2-B06D-38020A914259}"/>
              </a:ext>
            </a:extLst>
          </p:cNvPr>
          <p:cNvSpPr/>
          <p:nvPr/>
        </p:nvSpPr>
        <p:spPr>
          <a:xfrm>
            <a:off x="567541" y="1849821"/>
            <a:ext cx="3720680" cy="9090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588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次元配列の書き方は以下の通りです。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■二次元配列の書き方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型名</a:t>
            </a:r>
            <a:r>
              <a:rPr lang="ja-JP" altLang="en-US" sz="2400" dirty="0"/>
              <a:t> 変数名</a:t>
            </a:r>
            <a:r>
              <a:rPr lang="en-US" altLang="ja-JP" sz="2400" dirty="0"/>
              <a:t>[</a:t>
            </a:r>
            <a:r>
              <a:rPr lang="ja-JP" altLang="en-US" sz="2400" b="1" dirty="0">
                <a:solidFill>
                  <a:srgbClr val="00B050"/>
                </a:solidFill>
              </a:rPr>
              <a:t>行数</a:t>
            </a:r>
            <a:r>
              <a:rPr lang="en-US" altLang="ja-JP" sz="2400" dirty="0"/>
              <a:t>][</a:t>
            </a:r>
            <a:r>
              <a:rPr lang="ja-JP" altLang="en-US" sz="2400" b="1" dirty="0">
                <a:solidFill>
                  <a:srgbClr val="FF0000"/>
                </a:solidFill>
              </a:rPr>
              <a:t>列数</a:t>
            </a:r>
            <a:r>
              <a:rPr lang="en-US" altLang="ja-JP" sz="2400" dirty="0"/>
              <a:t>];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5C33385-7539-4C45-83BD-75430D13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821164"/>
            <a:ext cx="4708329" cy="105204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0C8E99-1287-4031-8C53-D1FAB8D35A23}"/>
              </a:ext>
            </a:extLst>
          </p:cNvPr>
          <p:cNvSpPr txBox="1"/>
          <p:nvPr/>
        </p:nvSpPr>
        <p:spPr>
          <a:xfrm>
            <a:off x="567541" y="3923056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以下のようにイメージしましょう。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0B15A559-8F25-48BA-BBED-21CF6BD3C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39903"/>
              </p:ext>
            </p:extLst>
          </p:nvPr>
        </p:nvGraphicFramePr>
        <p:xfrm>
          <a:off x="1387348" y="4839765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282454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27475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7784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065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1827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5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3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984160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0C0F6C7-7A60-4B23-B8DA-6E19CB0DE99C}"/>
              </a:ext>
            </a:extLst>
          </p:cNvPr>
          <p:cNvSpPr txBox="1"/>
          <p:nvPr/>
        </p:nvSpPr>
        <p:spPr>
          <a:xfrm>
            <a:off x="1261224" y="4434569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240553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要素は</a:t>
            </a:r>
            <a:r>
              <a:rPr lang="ja-JP" altLang="en-US" sz="2400" b="1" dirty="0">
                <a:solidFill>
                  <a:srgbClr val="00B050"/>
                </a:solidFill>
              </a:rPr>
              <a:t>行番号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列番号</a:t>
            </a:r>
            <a:r>
              <a:rPr lang="ja-JP" altLang="en-US" sz="2400" dirty="0"/>
              <a:t>で指定します。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0C2E171-24F9-4BDE-A811-845413B3D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98" y="1650825"/>
            <a:ext cx="6912831" cy="2153177"/>
          </a:xfrm>
          <a:prstGeom prst="rect">
            <a:avLst/>
          </a:prstGeom>
        </p:spPr>
      </p:pic>
      <p:graphicFrame>
        <p:nvGraphicFramePr>
          <p:cNvPr id="11" name="表 7">
            <a:extLst>
              <a:ext uri="{FF2B5EF4-FFF2-40B4-BE49-F238E27FC236}">
                <a16:creationId xmlns:a16="http://schemas.microsoft.com/office/drawing/2014/main" id="{A6B97C04-E88D-4DC4-8AC7-62BC262B6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39329"/>
              </p:ext>
            </p:extLst>
          </p:nvPr>
        </p:nvGraphicFramePr>
        <p:xfrm>
          <a:off x="1387348" y="4839765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282454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27475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7784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065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1827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50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5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3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984160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113717-4282-4617-A2D8-9EBDE00E0F97}"/>
              </a:ext>
            </a:extLst>
          </p:cNvPr>
          <p:cNvSpPr txBox="1"/>
          <p:nvPr/>
        </p:nvSpPr>
        <p:spPr>
          <a:xfrm>
            <a:off x="1261224" y="4434569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matrix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D85C74-F721-466C-9116-28300F74EFBB}"/>
              </a:ext>
            </a:extLst>
          </p:cNvPr>
          <p:cNvSpPr txBox="1"/>
          <p:nvPr/>
        </p:nvSpPr>
        <p:spPr>
          <a:xfrm>
            <a:off x="730854" y="478125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[0]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439FB77-D24B-4FCE-A200-E13394B934A9}"/>
              </a:ext>
            </a:extLst>
          </p:cNvPr>
          <p:cNvSpPr txBox="1"/>
          <p:nvPr/>
        </p:nvSpPr>
        <p:spPr>
          <a:xfrm>
            <a:off x="730855" y="51651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[1]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90D7C5-FA08-4E63-BFF2-047F6D32A7A4}"/>
              </a:ext>
            </a:extLst>
          </p:cNvPr>
          <p:cNvSpPr txBox="1"/>
          <p:nvPr/>
        </p:nvSpPr>
        <p:spPr>
          <a:xfrm>
            <a:off x="730837" y="556254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[2]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25CD9-266F-4A4B-AC66-6D6219CB550B}"/>
              </a:ext>
            </a:extLst>
          </p:cNvPr>
          <p:cNvSpPr txBox="1"/>
          <p:nvPr/>
        </p:nvSpPr>
        <p:spPr>
          <a:xfrm>
            <a:off x="1892247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DF48E3-3EEF-43F7-B11B-B3FB81582D33}"/>
              </a:ext>
            </a:extLst>
          </p:cNvPr>
          <p:cNvSpPr txBox="1"/>
          <p:nvPr/>
        </p:nvSpPr>
        <p:spPr>
          <a:xfrm>
            <a:off x="3537116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C87F83-2077-41E0-9310-C3CC1B272946}"/>
              </a:ext>
            </a:extLst>
          </p:cNvPr>
          <p:cNvSpPr txBox="1"/>
          <p:nvPr/>
        </p:nvSpPr>
        <p:spPr>
          <a:xfrm>
            <a:off x="5154632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462355-7509-4BA1-A33C-D33B2C9A36C3}"/>
              </a:ext>
            </a:extLst>
          </p:cNvPr>
          <p:cNvSpPr txBox="1"/>
          <p:nvPr/>
        </p:nvSpPr>
        <p:spPr>
          <a:xfrm>
            <a:off x="6829937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4478030-2A68-41B9-93E7-32203BB4C4FB}"/>
              </a:ext>
            </a:extLst>
          </p:cNvPr>
          <p:cNvSpPr txBox="1"/>
          <p:nvPr/>
        </p:nvSpPr>
        <p:spPr>
          <a:xfrm>
            <a:off x="8511575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68195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繰り返し文を２重に組めば網羅することができます。</a:t>
            </a:r>
            <a:endParaRPr lang="en-US" altLang="ja-JP" sz="2400" dirty="0"/>
          </a:p>
        </p:txBody>
      </p:sp>
      <p:graphicFrame>
        <p:nvGraphicFramePr>
          <p:cNvPr id="11" name="表 7">
            <a:extLst>
              <a:ext uri="{FF2B5EF4-FFF2-40B4-BE49-F238E27FC236}">
                <a16:creationId xmlns:a16="http://schemas.microsoft.com/office/drawing/2014/main" id="{A6B97C04-E88D-4DC4-8AC7-62BC262B6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971666"/>
              </p:ext>
            </p:extLst>
          </p:nvPr>
        </p:nvGraphicFramePr>
        <p:xfrm>
          <a:off x="1387348" y="4839765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282454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27475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7784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065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1827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5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3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984160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113717-4282-4617-A2D8-9EBDE00E0F97}"/>
              </a:ext>
            </a:extLst>
          </p:cNvPr>
          <p:cNvSpPr txBox="1"/>
          <p:nvPr/>
        </p:nvSpPr>
        <p:spPr>
          <a:xfrm>
            <a:off x="1261224" y="4434569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matrix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D85C74-F721-466C-9116-28300F74EFBB}"/>
              </a:ext>
            </a:extLst>
          </p:cNvPr>
          <p:cNvSpPr txBox="1"/>
          <p:nvPr/>
        </p:nvSpPr>
        <p:spPr>
          <a:xfrm>
            <a:off x="730854" y="478125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[0]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439FB77-D24B-4FCE-A200-E13394B934A9}"/>
              </a:ext>
            </a:extLst>
          </p:cNvPr>
          <p:cNvSpPr txBox="1"/>
          <p:nvPr/>
        </p:nvSpPr>
        <p:spPr>
          <a:xfrm>
            <a:off x="730855" y="51651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[1]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90D7C5-FA08-4E63-BFF2-047F6D32A7A4}"/>
              </a:ext>
            </a:extLst>
          </p:cNvPr>
          <p:cNvSpPr txBox="1"/>
          <p:nvPr/>
        </p:nvSpPr>
        <p:spPr>
          <a:xfrm>
            <a:off x="730837" y="556254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[2]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25CD9-266F-4A4B-AC66-6D6219CB550B}"/>
              </a:ext>
            </a:extLst>
          </p:cNvPr>
          <p:cNvSpPr txBox="1"/>
          <p:nvPr/>
        </p:nvSpPr>
        <p:spPr>
          <a:xfrm>
            <a:off x="1892247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DF48E3-3EEF-43F7-B11B-B3FB81582D33}"/>
              </a:ext>
            </a:extLst>
          </p:cNvPr>
          <p:cNvSpPr txBox="1"/>
          <p:nvPr/>
        </p:nvSpPr>
        <p:spPr>
          <a:xfrm>
            <a:off x="3537116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C87F83-2077-41E0-9310-C3CC1B272946}"/>
              </a:ext>
            </a:extLst>
          </p:cNvPr>
          <p:cNvSpPr txBox="1"/>
          <p:nvPr/>
        </p:nvSpPr>
        <p:spPr>
          <a:xfrm>
            <a:off x="5154632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462355-7509-4BA1-A33C-D33B2C9A36C3}"/>
              </a:ext>
            </a:extLst>
          </p:cNvPr>
          <p:cNvSpPr txBox="1"/>
          <p:nvPr/>
        </p:nvSpPr>
        <p:spPr>
          <a:xfrm>
            <a:off x="6829937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4478030-2A68-41B9-93E7-32203BB4C4FB}"/>
              </a:ext>
            </a:extLst>
          </p:cNvPr>
          <p:cNvSpPr txBox="1"/>
          <p:nvPr/>
        </p:nvSpPr>
        <p:spPr>
          <a:xfrm>
            <a:off x="8511575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[4]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323DE6-A171-4FAC-BBAD-BCFB7E49E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551762" cy="261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初期値もまとめて設定することができます。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85E173-26DF-40F8-9196-27B8BEE2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066003" cy="461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3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２次元配列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319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ja-JP" altLang="en-US" sz="2400" dirty="0"/>
              <a:t>型であれば文字列を複数扱うことができます。</a:t>
            </a:r>
            <a:endParaRPr lang="en-US" altLang="ja-JP" sz="2400" dirty="0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0E8EF49D-0813-44B6-A6C2-97F69BBEE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432048"/>
              </p:ext>
            </p:extLst>
          </p:nvPr>
        </p:nvGraphicFramePr>
        <p:xfrm>
          <a:off x="1387348" y="4839765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282454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27475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7784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065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1827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5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37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984160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A61292-8599-428D-901F-3A40CC4B6C91}"/>
              </a:ext>
            </a:extLst>
          </p:cNvPr>
          <p:cNvSpPr txBox="1"/>
          <p:nvPr/>
        </p:nvSpPr>
        <p:spPr>
          <a:xfrm>
            <a:off x="1261224" y="4434569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matrix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71A999C-8169-45B8-85E6-B73DCD203787}"/>
              </a:ext>
            </a:extLst>
          </p:cNvPr>
          <p:cNvSpPr txBox="1"/>
          <p:nvPr/>
        </p:nvSpPr>
        <p:spPr>
          <a:xfrm>
            <a:off x="730854" y="478125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[0]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E901B2-8F54-40AE-BAE8-B38E25F046CD}"/>
              </a:ext>
            </a:extLst>
          </p:cNvPr>
          <p:cNvSpPr txBox="1"/>
          <p:nvPr/>
        </p:nvSpPr>
        <p:spPr>
          <a:xfrm>
            <a:off x="730855" y="51651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[1]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1C0C633-1A12-48EF-A55E-7A75F8749AD9}"/>
              </a:ext>
            </a:extLst>
          </p:cNvPr>
          <p:cNvSpPr txBox="1"/>
          <p:nvPr/>
        </p:nvSpPr>
        <p:spPr>
          <a:xfrm>
            <a:off x="730837" y="556254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B050"/>
                </a:solidFill>
              </a:rPr>
              <a:t>[2]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5C96B9-FAD2-451A-8817-31FBA5060F5F}"/>
              </a:ext>
            </a:extLst>
          </p:cNvPr>
          <p:cNvSpPr txBox="1"/>
          <p:nvPr/>
        </p:nvSpPr>
        <p:spPr>
          <a:xfrm>
            <a:off x="1892247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B3D04E-E839-4BB3-BF24-929F1C682C9A}"/>
              </a:ext>
            </a:extLst>
          </p:cNvPr>
          <p:cNvSpPr txBox="1"/>
          <p:nvPr/>
        </p:nvSpPr>
        <p:spPr>
          <a:xfrm>
            <a:off x="3537116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20E1C7A-FEC7-4604-9C69-AF109302C9BF}"/>
              </a:ext>
            </a:extLst>
          </p:cNvPr>
          <p:cNvSpPr txBox="1"/>
          <p:nvPr/>
        </p:nvSpPr>
        <p:spPr>
          <a:xfrm>
            <a:off x="5154632" y="595228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2605270-C2FE-4F90-8151-7E0023801BA5}"/>
              </a:ext>
            </a:extLst>
          </p:cNvPr>
          <p:cNvSpPr txBox="1"/>
          <p:nvPr/>
        </p:nvSpPr>
        <p:spPr>
          <a:xfrm>
            <a:off x="6829937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A8B7559-34DE-46DD-816E-12BEEE0B2A1D}"/>
              </a:ext>
            </a:extLst>
          </p:cNvPr>
          <p:cNvSpPr txBox="1"/>
          <p:nvPr/>
        </p:nvSpPr>
        <p:spPr>
          <a:xfrm>
            <a:off x="8511575" y="595228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[4]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93256A8F-33BA-48FB-8FDF-DF56AB3BB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70" y="1763258"/>
            <a:ext cx="3180254" cy="268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8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227</Words>
  <Application>Microsoft Office PowerPoint</Application>
  <PresentationFormat>ワイド画面</PresentationFormat>
  <Paragraphs>83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49</cp:revision>
  <dcterms:created xsi:type="dcterms:W3CDTF">2024-08-27T02:15:54Z</dcterms:created>
  <dcterms:modified xsi:type="dcterms:W3CDTF">2024-11-15T04:18:48Z</dcterms:modified>
</cp:coreProperties>
</file>