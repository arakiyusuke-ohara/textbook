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2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配列編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ポインタ変数に</a:t>
            </a:r>
            <a:r>
              <a:rPr lang="ja-JP" altLang="en-US" sz="2400" b="1" dirty="0">
                <a:solidFill>
                  <a:srgbClr val="FF0000"/>
                </a:solidFill>
              </a:rPr>
              <a:t>配列のアドレス</a:t>
            </a:r>
            <a:r>
              <a:rPr lang="ja-JP" altLang="en-US" sz="2400" dirty="0"/>
              <a:t>を格納します。</a:t>
            </a:r>
            <a:endParaRPr lang="en-US" altLang="ja-JP" sz="2400" dirty="0"/>
          </a:p>
          <a:p>
            <a:r>
              <a:rPr lang="ja-JP" altLang="en-US" sz="2400" dirty="0"/>
              <a:t>以下のプログラムを書きましょう。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8C7DFDB-5393-4DC5-8494-23D401F58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10346096" cy="402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配列編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配列のアドレスを格納するには、配列名だけを書きます。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A9CFB3-A96C-4820-A299-2CF8E4AE2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01431"/>
            <a:ext cx="9097418" cy="106402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7AE328-7A5F-494F-8ACE-DE81468FD160}"/>
              </a:ext>
            </a:extLst>
          </p:cNvPr>
          <p:cNvSpPr txBox="1"/>
          <p:nvPr/>
        </p:nvSpPr>
        <p:spPr>
          <a:xfrm>
            <a:off x="567541" y="3016061"/>
            <a:ext cx="7627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b="1" dirty="0">
                <a:solidFill>
                  <a:srgbClr val="0070C0"/>
                </a:solidFill>
              </a:rPr>
              <a:t>pointer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num</a:t>
            </a:r>
            <a:r>
              <a:rPr lang="ja-JP" altLang="en-US" sz="2400" b="1" dirty="0">
                <a:solidFill>
                  <a:srgbClr val="FF0000"/>
                </a:solidFill>
              </a:rPr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番目</a:t>
            </a:r>
            <a:r>
              <a:rPr lang="ja-JP" altLang="en-US" sz="2400" dirty="0"/>
              <a:t>を示すことになります。</a:t>
            </a:r>
            <a:endParaRPr lang="en-US" altLang="ja-JP" sz="2400" dirty="0"/>
          </a:p>
        </p:txBody>
      </p:sp>
      <p:graphicFrame>
        <p:nvGraphicFramePr>
          <p:cNvPr id="8" name="表 12">
            <a:extLst>
              <a:ext uri="{FF2B5EF4-FFF2-40B4-BE49-F238E27FC236}">
                <a16:creationId xmlns:a16="http://schemas.microsoft.com/office/drawing/2014/main" id="{04A6D601-D5AA-43DB-BCBC-745F548BE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984427"/>
              </p:ext>
            </p:extLst>
          </p:nvPr>
        </p:nvGraphicFramePr>
        <p:xfrm>
          <a:off x="1374172" y="4374074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8747732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17825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007266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82567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492966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366074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388268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731664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8182200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34562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42740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BCF7898-B97F-4774-A630-897121D06D55}"/>
              </a:ext>
            </a:extLst>
          </p:cNvPr>
          <p:cNvSpPr txBox="1"/>
          <p:nvPr/>
        </p:nvSpPr>
        <p:spPr>
          <a:xfrm>
            <a:off x="567541" y="4328662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num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35BE8DB-A84A-49CE-8481-9F2F4EDF09DC}"/>
              </a:ext>
            </a:extLst>
          </p:cNvPr>
          <p:cNvCxnSpPr>
            <a:cxnSpLocks/>
          </p:cNvCxnSpPr>
          <p:nvPr/>
        </p:nvCxnSpPr>
        <p:spPr>
          <a:xfrm flipV="1">
            <a:off x="1374172" y="4744915"/>
            <a:ext cx="0" cy="5605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F262504-CB50-4903-AAFB-C425CE7CBE82}"/>
              </a:ext>
            </a:extLst>
          </p:cNvPr>
          <p:cNvSpPr txBox="1"/>
          <p:nvPr/>
        </p:nvSpPr>
        <p:spPr>
          <a:xfrm>
            <a:off x="780900" y="5337346"/>
            <a:ext cx="1186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284150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配列編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ポインタが配列を示している場合、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ポインタを加算、減算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  <a:p>
            <a:r>
              <a:rPr lang="ja-JP" altLang="en-US" sz="2400" dirty="0"/>
              <a:t>以下を書いてみましょう。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FF607FE-56D2-4D7F-98F3-2C2875C4E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90"/>
            <a:ext cx="8062905" cy="37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5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配列編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ポインタは</a:t>
            </a:r>
            <a:r>
              <a:rPr lang="ja-JP" altLang="en-US" sz="2400" b="1" dirty="0">
                <a:solidFill>
                  <a:srgbClr val="FF0000"/>
                </a:solidFill>
              </a:rPr>
              <a:t>加算すると右</a:t>
            </a:r>
            <a:r>
              <a:rPr lang="ja-JP" altLang="en-US" sz="2400" dirty="0"/>
              <a:t>にずれていきます。</a:t>
            </a:r>
            <a:endParaRPr lang="en-US" altLang="ja-JP" sz="2400" dirty="0"/>
          </a:p>
          <a:p>
            <a:r>
              <a:rPr lang="ja-JP" altLang="en-US" sz="2400" dirty="0"/>
              <a:t>逆に</a:t>
            </a:r>
            <a:r>
              <a:rPr lang="ja-JP" altLang="en-US" sz="2400" b="1" dirty="0">
                <a:solidFill>
                  <a:srgbClr val="FF0000"/>
                </a:solidFill>
              </a:rPr>
              <a:t>減算すると左</a:t>
            </a:r>
            <a:r>
              <a:rPr lang="ja-JP" altLang="en-US" sz="2400" dirty="0"/>
              <a:t>にずれていきます。</a:t>
            </a:r>
            <a:endParaRPr lang="en-US" altLang="ja-JP" sz="2400" dirty="0"/>
          </a:p>
        </p:txBody>
      </p:sp>
      <p:graphicFrame>
        <p:nvGraphicFramePr>
          <p:cNvPr id="5" name="表 12">
            <a:extLst>
              <a:ext uri="{FF2B5EF4-FFF2-40B4-BE49-F238E27FC236}">
                <a16:creationId xmlns:a16="http://schemas.microsoft.com/office/drawing/2014/main" id="{7B7D9953-AB99-4ACA-A027-E5748203C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95991"/>
              </p:ext>
            </p:extLst>
          </p:nvPr>
        </p:nvGraphicFramePr>
        <p:xfrm>
          <a:off x="1374172" y="4374074"/>
          <a:ext cx="4064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8747732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17825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007266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825678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49296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42740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546A2E-C2D6-48FD-BD6B-02101CEC7612}"/>
              </a:ext>
            </a:extLst>
          </p:cNvPr>
          <p:cNvSpPr txBox="1"/>
          <p:nvPr/>
        </p:nvSpPr>
        <p:spPr>
          <a:xfrm>
            <a:off x="567541" y="4328662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num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EA7A6B28-8932-4EF6-94C2-448FD80ACED5}"/>
              </a:ext>
            </a:extLst>
          </p:cNvPr>
          <p:cNvCxnSpPr>
            <a:cxnSpLocks/>
          </p:cNvCxnSpPr>
          <p:nvPr/>
        </p:nvCxnSpPr>
        <p:spPr>
          <a:xfrm flipV="1">
            <a:off x="1374172" y="4744915"/>
            <a:ext cx="0" cy="560510"/>
          </a:xfrm>
          <a:prstGeom prst="straightConnector1">
            <a:avLst/>
          </a:prstGeom>
          <a:ln w="762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30CFA6-5749-4DA2-813E-E8B52EE18E0C}"/>
              </a:ext>
            </a:extLst>
          </p:cNvPr>
          <p:cNvSpPr txBox="1"/>
          <p:nvPr/>
        </p:nvSpPr>
        <p:spPr>
          <a:xfrm>
            <a:off x="3228825" y="5305424"/>
            <a:ext cx="1186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pointer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9815969-B1A4-4D83-A59F-B6EF698D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0" y="2202957"/>
            <a:ext cx="9251993" cy="1182275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EE136AC-2D01-4DDB-B20D-05C9369347AF}"/>
              </a:ext>
            </a:extLst>
          </p:cNvPr>
          <p:cNvCxnSpPr>
            <a:cxnSpLocks/>
          </p:cNvCxnSpPr>
          <p:nvPr/>
        </p:nvCxnSpPr>
        <p:spPr>
          <a:xfrm flipV="1">
            <a:off x="3822097" y="4744914"/>
            <a:ext cx="0" cy="5605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6D63972-270A-4FA7-B797-C7594DDE79FE}"/>
              </a:ext>
            </a:extLst>
          </p:cNvPr>
          <p:cNvCxnSpPr/>
          <p:nvPr/>
        </p:nvCxnSpPr>
        <p:spPr>
          <a:xfrm>
            <a:off x="1447800" y="5115754"/>
            <a:ext cx="7330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021ADD5-FBCC-444B-94E8-C88BF8119865}"/>
              </a:ext>
            </a:extLst>
          </p:cNvPr>
          <p:cNvCxnSpPr>
            <a:cxnSpLocks/>
          </p:cNvCxnSpPr>
          <p:nvPr/>
        </p:nvCxnSpPr>
        <p:spPr>
          <a:xfrm flipV="1">
            <a:off x="2180804" y="5115754"/>
            <a:ext cx="838621" cy="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463CBECE-01F5-41A7-AE97-3B6F4ED620F4}"/>
              </a:ext>
            </a:extLst>
          </p:cNvPr>
          <p:cNvCxnSpPr>
            <a:cxnSpLocks/>
          </p:cNvCxnSpPr>
          <p:nvPr/>
        </p:nvCxnSpPr>
        <p:spPr>
          <a:xfrm>
            <a:off x="3019425" y="5115754"/>
            <a:ext cx="8026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61120C0-2945-4A26-B9AB-7B2975F1A454}"/>
              </a:ext>
            </a:extLst>
          </p:cNvPr>
          <p:cNvSpPr txBox="1"/>
          <p:nvPr/>
        </p:nvSpPr>
        <p:spPr>
          <a:xfrm>
            <a:off x="2195071" y="5115754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+3</a:t>
            </a:r>
          </a:p>
        </p:txBody>
      </p:sp>
    </p:spTree>
    <p:extLst>
      <p:ext uri="{BB962C8B-B14F-4D97-AF65-F5344CB8AC3E}">
        <p14:creationId xmlns:p14="http://schemas.microsoft.com/office/powerpoint/2010/main" val="162965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ポインタ変数 配列編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ポインタを</a:t>
            </a:r>
            <a:r>
              <a:rPr lang="ja-JP" altLang="en-US" sz="2400" b="1" dirty="0">
                <a:solidFill>
                  <a:srgbClr val="FF0000"/>
                </a:solidFill>
              </a:rPr>
              <a:t>インクリメント</a:t>
            </a:r>
            <a:r>
              <a:rPr lang="ja-JP" altLang="en-US" sz="2400" dirty="0"/>
              <a:t>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配列を効率よく網羅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2F4C4C2-D521-491E-ABE3-385AD99FE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677957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5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135</Words>
  <Application>Microsoft Office PowerPoint</Application>
  <PresentationFormat>ワイド画面</PresentationFormat>
  <Paragraphs>34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61</cp:revision>
  <dcterms:created xsi:type="dcterms:W3CDTF">2024-08-27T02:15:54Z</dcterms:created>
  <dcterms:modified xsi:type="dcterms:W3CDTF">2024-11-15T06:38:11Z</dcterms:modified>
</cp:coreProperties>
</file>