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03351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lang="ja-JP" altLang="en-US" sz="2400" dirty="0"/>
              <a:t>言語の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ファイル操作</a:t>
            </a:r>
            <a:r>
              <a:rPr lang="ja-JP" altLang="en-US" sz="2400" dirty="0"/>
              <a:t>について練習します。</a:t>
            </a:r>
            <a:endParaRPr lang="en-US" altLang="ja-JP" sz="2400" dirty="0"/>
          </a:p>
          <a:p>
            <a:r>
              <a:rPr lang="ja-JP" altLang="en-US" sz="2400" dirty="0"/>
              <a:t>最も汎用性のある</a:t>
            </a:r>
            <a:r>
              <a:rPr lang="ja-JP" altLang="en-US" sz="2400" b="1" dirty="0">
                <a:solidFill>
                  <a:srgbClr val="FF0000"/>
                </a:solidFill>
              </a:rPr>
              <a:t>構造体を使ったファイル操作</a:t>
            </a:r>
            <a:r>
              <a:rPr lang="ja-JP" altLang="en-US" sz="2400" dirty="0"/>
              <a:t>を練習しましょう。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ファイル操作とは、別のファイルを読み込んだり書き込んだりすること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F85B0E7-48AC-4043-A47E-614AF246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002941" cy="466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21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65C840A-D165-4AEA-A20D-72D64694D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8"/>
            <a:ext cx="10209493" cy="273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9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実行する前にまずはファイルの置き場所を用意しましょう。</a:t>
            </a:r>
            <a:endParaRPr lang="en-US" altLang="ja-JP" sz="2400" dirty="0"/>
          </a:p>
          <a:p>
            <a:r>
              <a:rPr lang="ja-JP" altLang="en-US" sz="2400" dirty="0"/>
              <a:t>プロジェクト内に</a:t>
            </a:r>
            <a:r>
              <a:rPr lang="en-US" altLang="ja-JP" sz="2400" b="1" dirty="0">
                <a:solidFill>
                  <a:srgbClr val="FF0000"/>
                </a:solidFill>
              </a:rPr>
              <a:t>Data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52C39DC-5024-4C1F-A488-217C9113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32590"/>
            <a:ext cx="3700573" cy="4233456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7EAD1E60-0814-4F4E-96CB-B96FCAE2F1DD}"/>
              </a:ext>
            </a:extLst>
          </p:cNvPr>
          <p:cNvSpPr/>
          <p:nvPr/>
        </p:nvSpPr>
        <p:spPr>
          <a:xfrm rot="8008218">
            <a:off x="1376855" y="2579617"/>
            <a:ext cx="672662" cy="45194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43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444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実行すると「</a:t>
            </a:r>
            <a:r>
              <a:rPr lang="en-US" altLang="ja-JP" sz="2400" b="1" dirty="0" err="1">
                <a:solidFill>
                  <a:srgbClr val="FF0000"/>
                </a:solidFill>
              </a:rPr>
              <a:t>Score.bin</a:t>
            </a:r>
            <a:r>
              <a:rPr lang="ja-JP" altLang="en-US" sz="2400" dirty="0"/>
              <a:t>」ファイルが作成されます。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AAD68CC-8C59-4E00-81F2-8E445007F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4930380" cy="150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90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ファイル操作をするためには、まず</a:t>
            </a:r>
            <a:r>
              <a:rPr lang="ja-JP" altLang="en-US" sz="2400" b="1" dirty="0">
                <a:solidFill>
                  <a:srgbClr val="FF0000"/>
                </a:solidFill>
              </a:rPr>
              <a:t>専用のファイルポインタ</a:t>
            </a:r>
            <a:r>
              <a:rPr lang="ja-JP" altLang="en-US" sz="2400" dirty="0"/>
              <a:t>を用意します。</a:t>
            </a:r>
            <a:endParaRPr lang="en-US" altLang="ja-JP" sz="2400" dirty="0"/>
          </a:p>
          <a:p>
            <a:r>
              <a:rPr lang="ja-JP" altLang="en-US" sz="2400" dirty="0"/>
              <a:t>このファイルポインタを使って様々な処理を行います。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62B46DB-D2C2-490B-915A-96614E01A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7412501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4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ファイルは</a:t>
            </a:r>
            <a:r>
              <a:rPr lang="en-US" altLang="ja-JP" sz="2400" b="1" dirty="0" err="1">
                <a:solidFill>
                  <a:srgbClr val="FF0000"/>
                </a:solidFill>
              </a:rPr>
              <a:t>fopen_s</a:t>
            </a:r>
            <a:r>
              <a:rPr lang="ja-JP" altLang="en-US" sz="2400" b="1" dirty="0">
                <a:solidFill>
                  <a:srgbClr val="FF0000"/>
                </a:solidFill>
              </a:rPr>
              <a:t>関数で開く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  <a:p>
            <a:r>
              <a:rPr lang="ja-JP" altLang="en-US" sz="2400" dirty="0"/>
              <a:t>ただし、ファイルを開くにはいくつか</a:t>
            </a:r>
            <a:r>
              <a:rPr lang="ja-JP" altLang="en-US" sz="2400" b="1" dirty="0">
                <a:solidFill>
                  <a:srgbClr val="FF0000"/>
                </a:solidFill>
              </a:rPr>
              <a:t>モード</a:t>
            </a:r>
            <a:r>
              <a:rPr lang="ja-JP" altLang="en-US" sz="2400" dirty="0"/>
              <a:t>が存在します。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5E61D6-EB8F-46D6-A642-49E080B07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9970463" cy="736734"/>
          </a:xfrm>
          <a:prstGeom prst="rect">
            <a:avLst/>
          </a:prstGeom>
        </p:spPr>
      </p:pic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C3B2EB66-1695-4051-ABBD-623316BB7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700788"/>
              </p:ext>
            </p:extLst>
          </p:nvPr>
        </p:nvGraphicFramePr>
        <p:xfrm>
          <a:off x="567541" y="3174124"/>
          <a:ext cx="1068903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873">
                  <a:extLst>
                    <a:ext uri="{9D8B030D-6E8A-4147-A177-3AD203B41FA5}">
                      <a16:colId xmlns:a16="http://schemas.microsoft.com/office/drawing/2014/main" val="2358469219"/>
                    </a:ext>
                  </a:extLst>
                </a:gridCol>
                <a:gridCol w="2811565">
                  <a:extLst>
                    <a:ext uri="{9D8B030D-6E8A-4147-A177-3AD203B41FA5}">
                      <a16:colId xmlns:a16="http://schemas.microsoft.com/office/drawing/2014/main" val="100629930"/>
                    </a:ext>
                  </a:extLst>
                </a:gridCol>
                <a:gridCol w="6705601">
                  <a:extLst>
                    <a:ext uri="{9D8B030D-6E8A-4147-A177-3AD203B41FA5}">
                      <a16:colId xmlns:a16="http://schemas.microsoft.com/office/drawing/2014/main" val="155727674"/>
                    </a:ext>
                  </a:extLst>
                </a:gridCol>
              </a:tblGrid>
              <a:tr h="25829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モード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057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“r”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読み込みモード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第２引数にあるファイルを読み込むために開く。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ファイルが存在しない場合はエラーが返却される。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208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“</a:t>
                      </a:r>
                      <a:r>
                        <a:rPr kumimoji="1" lang="en-US" altLang="ja-JP" dirty="0" err="1"/>
                        <a:t>rb</a:t>
                      </a:r>
                      <a:r>
                        <a:rPr kumimoji="1" lang="en-US" altLang="ja-JP" dirty="0"/>
                        <a:t>”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バイナリ読み込みモード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第２引数にあるファイルをバイナリで読み込むために開く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ファイルが存在しない場合はエラーが返却される。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63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“w”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書き込みモード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第２引数にあるファイルを書き込むために開く。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ファイルが存在しな場合は新規で作成する。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62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“</a:t>
                      </a:r>
                      <a:r>
                        <a:rPr kumimoji="1" lang="en-US" altLang="ja-JP" dirty="0" err="1"/>
                        <a:t>wb</a:t>
                      </a:r>
                      <a:r>
                        <a:rPr kumimoji="1" lang="en-US" altLang="ja-JP" dirty="0"/>
                        <a:t>”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バイナリ書き込みモード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第２引数にあるファイルをバイナリで書き込むために開く。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ファイルが存在しな場合は新規で作成する。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84508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3D40EC7-B44C-4616-BE4F-2B60D829F67E}"/>
              </a:ext>
            </a:extLst>
          </p:cNvPr>
          <p:cNvSpPr txBox="1"/>
          <p:nvPr/>
        </p:nvSpPr>
        <p:spPr>
          <a:xfrm>
            <a:off x="567541" y="6174171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必要に応じて第３引数を指定しましょう。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9135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fwrite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で</a:t>
            </a:r>
            <a:r>
              <a:rPr lang="ja-JP" altLang="en-US" sz="2400" b="1" dirty="0">
                <a:solidFill>
                  <a:srgbClr val="FF0000"/>
                </a:solidFill>
              </a:rPr>
              <a:t>開いているファイルに書き込み</a:t>
            </a:r>
            <a:r>
              <a:rPr lang="ja-JP" altLang="en-US" sz="2400" dirty="0"/>
              <a:t>ます。</a:t>
            </a:r>
            <a:endParaRPr lang="en-US" altLang="ja-JP" sz="2400" dirty="0"/>
          </a:p>
          <a:p>
            <a:r>
              <a:rPr lang="ja-JP" altLang="en-US" sz="2400" dirty="0"/>
              <a:t>書き込みモードで開いている時でないと処理できません。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51E7EFA-ED04-4BF8-BC79-CB3C70A4A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9423444" cy="97847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312B42-5044-4F96-AE46-635C63E09F6D}"/>
              </a:ext>
            </a:extLst>
          </p:cNvPr>
          <p:cNvSpPr txBox="1"/>
          <p:nvPr/>
        </p:nvSpPr>
        <p:spPr>
          <a:xfrm>
            <a:off x="567542" y="3223494"/>
            <a:ext cx="793037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fwrite</a:t>
            </a:r>
            <a:r>
              <a:rPr lang="ja-JP" altLang="en-US" sz="2400" b="1" dirty="0">
                <a:solidFill>
                  <a:srgbClr val="FF0000"/>
                </a:solidFill>
              </a:rPr>
              <a:t>の引数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１．書き出すデータが入っている変数のアドレス</a:t>
            </a:r>
            <a:endParaRPr lang="en-US" altLang="ja-JP" sz="2400" dirty="0"/>
          </a:p>
          <a:p>
            <a:r>
              <a:rPr lang="ja-JP" altLang="en-US" sz="2400" dirty="0"/>
              <a:t>２．書き出すデータのサイズ（単位：バイト）</a:t>
            </a:r>
            <a:endParaRPr lang="en-US" altLang="ja-JP" sz="2400" dirty="0"/>
          </a:p>
          <a:p>
            <a:r>
              <a:rPr lang="ja-JP" altLang="en-US" sz="2400" dirty="0"/>
              <a:t>３．書き出す回数</a:t>
            </a:r>
            <a:endParaRPr lang="en-US" altLang="ja-JP" sz="2400" dirty="0"/>
          </a:p>
          <a:p>
            <a:r>
              <a:rPr lang="ja-JP" altLang="en-US" sz="2400" dirty="0"/>
              <a:t>４．ファイルポインタ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siziof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()</a:t>
            </a:r>
            <a:r>
              <a:rPr lang="ja-JP" altLang="en-US" sz="2400" b="1" dirty="0">
                <a:solidFill>
                  <a:srgbClr val="FF0000"/>
                </a:solidFill>
              </a:rPr>
              <a:t>カッコ内の変数のサイズを得る</a:t>
            </a:r>
            <a:r>
              <a:rPr lang="ja-JP" altLang="en-US" sz="2400" dirty="0"/>
              <a:t>ことができる。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3362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書き出しのプログラムをコメントにして、</a:t>
            </a:r>
            <a:endParaRPr lang="en-US" altLang="ja-JP" sz="2400" dirty="0"/>
          </a:p>
          <a:p>
            <a:r>
              <a:rPr lang="ja-JP" altLang="en-US" sz="2400" dirty="0"/>
              <a:t>同じプロジェクトに読み込みのプログラムを書きましょう。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9C4B06F-6FA6-4CE2-95C6-E89991EB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1"/>
            <a:ext cx="5875299" cy="456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0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fread_s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で</a:t>
            </a:r>
            <a:r>
              <a:rPr lang="ja-JP" altLang="en-US" sz="2400" b="1" dirty="0">
                <a:solidFill>
                  <a:srgbClr val="FF0000"/>
                </a:solidFill>
              </a:rPr>
              <a:t>外部ファイルを読み込みます</a:t>
            </a:r>
            <a:r>
              <a:rPr lang="ja-JP" altLang="en-US" sz="2400" dirty="0"/>
              <a:t>。</a:t>
            </a:r>
            <a:endParaRPr lang="en-US" altLang="ja-JP" sz="2400" dirty="0"/>
          </a:p>
          <a:p>
            <a:r>
              <a:rPr lang="ja-JP" altLang="en-US" sz="2400" dirty="0"/>
              <a:t>読み込みモードで開いている時でないと処理できません。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312B42-5044-4F96-AE46-635C63E09F6D}"/>
              </a:ext>
            </a:extLst>
          </p:cNvPr>
          <p:cNvSpPr txBox="1"/>
          <p:nvPr/>
        </p:nvSpPr>
        <p:spPr>
          <a:xfrm>
            <a:off x="567542" y="3223494"/>
            <a:ext cx="695575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fread_s</a:t>
            </a:r>
            <a:r>
              <a:rPr lang="ja-JP" altLang="en-US" sz="2400" b="1" dirty="0">
                <a:solidFill>
                  <a:srgbClr val="FF0000"/>
                </a:solidFill>
              </a:rPr>
              <a:t>の引数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１．読み込んだデータを格納する変数のアドレス</a:t>
            </a:r>
            <a:endParaRPr lang="en-US" altLang="ja-JP" sz="2400" dirty="0"/>
          </a:p>
          <a:p>
            <a:r>
              <a:rPr lang="ja-JP" altLang="en-US" sz="2400" dirty="0"/>
              <a:t>２．１の変数のサイズ</a:t>
            </a:r>
            <a:endParaRPr lang="en-US" altLang="ja-JP" sz="2400" dirty="0"/>
          </a:p>
          <a:p>
            <a:r>
              <a:rPr lang="ja-JP" altLang="en-US" sz="2400" dirty="0"/>
              <a:t>３．読み込むデータのサイズ</a:t>
            </a:r>
            <a:endParaRPr lang="en-US" altLang="ja-JP" sz="2400" dirty="0"/>
          </a:p>
          <a:p>
            <a:r>
              <a:rPr lang="ja-JP" altLang="en-US" sz="2400" dirty="0"/>
              <a:t>４．読み込む回数</a:t>
            </a:r>
            <a:endParaRPr lang="en-US" altLang="ja-JP" sz="2400" dirty="0"/>
          </a:p>
          <a:p>
            <a:r>
              <a:rPr lang="ja-JP" altLang="en-US" sz="2400" dirty="0"/>
              <a:t>５．ファイルポインタ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en-US" altLang="ja-JP" sz="2400" b="1" dirty="0" err="1">
                <a:solidFill>
                  <a:srgbClr val="0070C0"/>
                </a:solidFill>
              </a:rPr>
              <a:t>sizeof</a:t>
            </a:r>
            <a:r>
              <a:rPr lang="ja-JP" altLang="en-US" sz="2400" dirty="0"/>
              <a:t>は型名を指定することもできます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755D46A-9D8B-429E-A07E-78D1336B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11046389" cy="8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2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441</Words>
  <Application>Microsoft Office PowerPoint</Application>
  <PresentationFormat>ワイド画面</PresentationFormat>
  <Paragraphs>66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96</cp:revision>
  <dcterms:created xsi:type="dcterms:W3CDTF">2024-08-27T02:15:54Z</dcterms:created>
  <dcterms:modified xsi:type="dcterms:W3CDTF">2024-11-19T00:36:46Z</dcterms:modified>
</cp:coreProperties>
</file>