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戻り値と引数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関数の戻り値と引数について、いくつか練習します。</a:t>
            </a:r>
            <a:endParaRPr lang="en-US" altLang="ja-JP" sz="2400" dirty="0"/>
          </a:p>
          <a:p>
            <a:r>
              <a:rPr lang="ja-JP" altLang="en-US" sz="2400" dirty="0"/>
              <a:t>以下のプログラムを書きましょう。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78BDD95-3DA0-4214-8878-6CA521B6F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6706536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戻り値と引数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プログラムの続き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140538E-4BB3-4F05-89EC-57AD177E8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4593845" cy="47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2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戻り値と引数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関数の戻り値や引数は必要がない場合もあります。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E5E1A8-5E46-4E97-BB24-3E5C9A5A97C3}"/>
              </a:ext>
            </a:extLst>
          </p:cNvPr>
          <p:cNvSpPr txBox="1"/>
          <p:nvPr/>
        </p:nvSpPr>
        <p:spPr>
          <a:xfrm>
            <a:off x="567541" y="3429000"/>
            <a:ext cx="5732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戻り値が不要の場合は</a:t>
            </a:r>
            <a:r>
              <a:rPr lang="en-US" altLang="ja-JP" sz="2400" b="1" dirty="0">
                <a:solidFill>
                  <a:srgbClr val="0070C0"/>
                </a:solidFill>
              </a:rPr>
              <a:t>void</a:t>
            </a:r>
            <a:r>
              <a:rPr lang="ja-JP" altLang="en-US" sz="2400" dirty="0"/>
              <a:t>と書きます。</a:t>
            </a:r>
            <a:endParaRPr lang="en-US" altLang="ja-JP" sz="2400" dirty="0"/>
          </a:p>
          <a:p>
            <a:r>
              <a:rPr lang="ja-JP" altLang="en-US" sz="2400" dirty="0"/>
              <a:t>引数が不要の場合は</a:t>
            </a:r>
            <a:r>
              <a:rPr lang="ja-JP" altLang="en-US" sz="2400" b="1" dirty="0">
                <a:solidFill>
                  <a:srgbClr val="FF0000"/>
                </a:solidFill>
              </a:rPr>
              <a:t>何も書きません。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5DCAFDC-13F8-43B1-9FF2-3171ADD3A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650826"/>
            <a:ext cx="8565949" cy="17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7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戻り値と引数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5820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</a:t>
            </a:r>
            <a:r>
              <a:rPr lang="ja-JP" altLang="en-US" sz="2400" dirty="0"/>
              <a:t>関数で各関数を呼んでみましょう。</a:t>
            </a:r>
            <a:endParaRPr lang="en-US" altLang="ja-JP" sz="2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22E7D97-2363-4BB1-BD2F-A22D350F1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138253" cy="209403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DEC478D-8D98-48D0-ACB0-2C2B47E2A530}"/>
              </a:ext>
            </a:extLst>
          </p:cNvPr>
          <p:cNvSpPr txBox="1"/>
          <p:nvPr/>
        </p:nvSpPr>
        <p:spPr>
          <a:xfrm>
            <a:off x="567542" y="39697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ブレークポイントで止めて１行ずつ処理を見ていきましょう。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00134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85</Words>
  <Application>Microsoft Office PowerPoint</Application>
  <PresentationFormat>ワイド画面</PresentationFormat>
  <Paragraphs>12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77</cp:revision>
  <dcterms:created xsi:type="dcterms:W3CDTF">2024-08-27T02:15:54Z</dcterms:created>
  <dcterms:modified xsi:type="dcterms:W3CDTF">2024-11-17T07:08:52Z</dcterms:modified>
</cp:coreProperties>
</file>