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これまでの課題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これまでの学習を活かしてして〇</a:t>
            </a:r>
            <a:r>
              <a:rPr lang="en-US" altLang="ja-JP" sz="2400" dirty="0"/>
              <a:t>×</a:t>
            </a:r>
            <a:r>
              <a:rPr lang="ja-JP" altLang="en-US" sz="2400" dirty="0"/>
              <a:t>ゲームを作りましょう。</a:t>
            </a:r>
            <a:endParaRPr lang="en-US" altLang="ja-JP" sz="2400" dirty="0"/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■〇</a:t>
            </a:r>
            <a:r>
              <a:rPr lang="en-US" altLang="ja-JP" sz="2400" b="1" dirty="0">
                <a:solidFill>
                  <a:srgbClr val="FF0000"/>
                </a:solidFill>
              </a:rPr>
              <a:t>×</a:t>
            </a:r>
            <a:r>
              <a:rPr lang="ja-JP" altLang="en-US" sz="2400" b="1" dirty="0">
                <a:solidFill>
                  <a:srgbClr val="FF0000"/>
                </a:solidFill>
              </a:rPr>
              <a:t>ゲームとは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・二人対戦</a:t>
            </a:r>
            <a:endParaRPr lang="en-US" altLang="ja-JP" sz="2400" dirty="0"/>
          </a:p>
          <a:p>
            <a:r>
              <a:rPr lang="ja-JP" altLang="en-US" sz="2400" dirty="0"/>
              <a:t>・先攻は〇、後攻は</a:t>
            </a:r>
            <a:r>
              <a:rPr lang="en-US" altLang="ja-JP" sz="2400" dirty="0"/>
              <a:t>×</a:t>
            </a:r>
            <a:r>
              <a:rPr lang="ja-JP" altLang="en-US" sz="2400" dirty="0"/>
              <a:t>を３</a:t>
            </a:r>
            <a:r>
              <a:rPr lang="en-US" altLang="ja-JP" sz="2400" dirty="0"/>
              <a:t>x</a:t>
            </a:r>
            <a:r>
              <a:rPr lang="ja-JP" altLang="en-US" sz="2400" dirty="0"/>
              <a:t>３の盤面に書く</a:t>
            </a:r>
            <a:endParaRPr lang="en-US" altLang="ja-JP" sz="2400" dirty="0"/>
          </a:p>
          <a:p>
            <a:r>
              <a:rPr lang="ja-JP" altLang="en-US" sz="2400" dirty="0"/>
              <a:t>・縦横斜めにマークを揃えたら勝ち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完成例を</a:t>
            </a:r>
            <a:r>
              <a:rPr lang="en-US" altLang="ja-JP" sz="2400" dirty="0"/>
              <a:t>Exe</a:t>
            </a:r>
            <a:r>
              <a:rPr lang="ja-JP" altLang="en-US" sz="2400" dirty="0"/>
              <a:t>フォルダに入れています。</a:t>
            </a:r>
            <a:endParaRPr lang="en-US" altLang="ja-JP" sz="2400" dirty="0"/>
          </a:p>
          <a:p>
            <a:r>
              <a:rPr lang="ja-JP" altLang="en-US" sz="2400" dirty="0"/>
              <a:t>細かい仕様は、それを見ながら調べましょう。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これまでの課題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95575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特に必要な知識です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・２次元配列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・関数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・ローカル変数とグローバル変数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構造体やポインターは使わなくても完成します。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0192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01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Ex</a:t>
            </a:r>
            <a:r>
              <a:rPr lang="ja-JP" altLang="en-US" sz="3200" b="1" u="sng" dirty="0"/>
              <a:t>課題１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0591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時間に余裕がある方は、</a:t>
            </a:r>
            <a:r>
              <a:rPr lang="en-US" altLang="ja-JP" sz="2400" dirty="0"/>
              <a:t>CPU</a:t>
            </a:r>
            <a:r>
              <a:rPr lang="ja-JP" altLang="en-US" sz="2400" dirty="0"/>
              <a:t>を対戦相手にしましょう。</a:t>
            </a:r>
            <a:endParaRPr lang="en-US" altLang="ja-JP" sz="2400" dirty="0"/>
          </a:p>
          <a:p>
            <a:r>
              <a:rPr lang="en-US" altLang="ja-JP" sz="2400" dirty="0"/>
              <a:t>CPU</a:t>
            </a:r>
            <a:r>
              <a:rPr lang="ja-JP" altLang="en-US" sz="2400" dirty="0"/>
              <a:t>は必ず後攻で、ランダムにマスを埋める、くらいでも大丈夫です。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ただし、絶対に負けない</a:t>
            </a:r>
            <a:r>
              <a:rPr lang="en-US" altLang="ja-JP" sz="2400" b="1" dirty="0">
                <a:solidFill>
                  <a:srgbClr val="FF0000"/>
                </a:solidFill>
              </a:rPr>
              <a:t>CPU</a:t>
            </a:r>
            <a:r>
              <a:rPr lang="ja-JP" altLang="en-US" sz="2400" b="1" dirty="0">
                <a:solidFill>
                  <a:srgbClr val="FF0000"/>
                </a:solidFill>
              </a:rPr>
              <a:t>は作らないこと。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956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01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Ex</a:t>
            </a:r>
            <a:r>
              <a:rPr lang="ja-JP" altLang="en-US" sz="3200" b="1" u="sng" dirty="0"/>
              <a:t>課題２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18685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さらに時間に余裕がある方は、五目並べを作りましょう。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■五目並べとは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・二人対戦</a:t>
            </a:r>
            <a:endParaRPr lang="en-US" altLang="ja-JP" sz="2400" dirty="0"/>
          </a:p>
          <a:p>
            <a:r>
              <a:rPr lang="ja-JP" altLang="en-US" sz="2400" dirty="0"/>
              <a:t>・先攻は〇、後攻は</a:t>
            </a:r>
            <a:r>
              <a:rPr lang="en-US" altLang="ja-JP" sz="2400" dirty="0"/>
              <a:t>×</a:t>
            </a:r>
            <a:r>
              <a:rPr lang="ja-JP" altLang="en-US" sz="2400" dirty="0"/>
              <a:t>を</a:t>
            </a:r>
            <a:r>
              <a:rPr lang="en-US" altLang="ja-JP" sz="2400" dirty="0"/>
              <a:t>10</a:t>
            </a:r>
            <a:r>
              <a:rPr lang="ja-JP" altLang="en-US" sz="2400" dirty="0"/>
              <a:t>ｘ</a:t>
            </a:r>
            <a:r>
              <a:rPr lang="en-US" altLang="ja-JP" sz="2400" dirty="0"/>
              <a:t>10</a:t>
            </a:r>
            <a:r>
              <a:rPr lang="ja-JP" altLang="en-US" sz="2400" dirty="0"/>
              <a:t>の盤面に書く</a:t>
            </a:r>
            <a:endParaRPr lang="en-US" altLang="ja-JP" sz="2400" dirty="0"/>
          </a:p>
          <a:p>
            <a:r>
              <a:rPr lang="ja-JP" altLang="en-US" sz="2400" dirty="0"/>
              <a:t>・自分のマークが縦横斜めに５個並んだら勝ち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細かいルールはネットで調べてみましょう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03197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199</Words>
  <Application>Microsoft Office PowerPoint</Application>
  <PresentationFormat>ワイド画面</PresentationFormat>
  <Paragraphs>31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102</cp:revision>
  <dcterms:created xsi:type="dcterms:W3CDTF">2024-08-27T02:15:54Z</dcterms:created>
  <dcterms:modified xsi:type="dcterms:W3CDTF">2026-06-02T03:37:19Z</dcterms:modified>
</cp:coreProperties>
</file>