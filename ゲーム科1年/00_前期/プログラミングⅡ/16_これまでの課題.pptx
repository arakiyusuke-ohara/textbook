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これまでの課題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13255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これまで学習したことを振り返りながら、簡単な</a:t>
            </a:r>
            <a:r>
              <a:rPr lang="en-US" altLang="ja-JP" sz="2400" dirty="0"/>
              <a:t>ATM</a:t>
            </a:r>
            <a:r>
              <a:rPr lang="ja-JP" altLang="en-US" sz="2400" dirty="0"/>
              <a:t>システムを作りましょう。</a:t>
            </a:r>
            <a:endParaRPr lang="en-US" altLang="ja-JP" sz="2400" dirty="0"/>
          </a:p>
          <a:p>
            <a:r>
              <a:rPr lang="ja-JP" altLang="en-US" sz="2400"/>
              <a:t>詳細な動作はサンプルを確認しながら実装しましょう。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934</TotalTime>
  <Words>30</Words>
  <Application>Microsoft Office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97</cp:revision>
  <dcterms:created xsi:type="dcterms:W3CDTF">2024-08-27T02:15:54Z</dcterms:created>
  <dcterms:modified xsi:type="dcterms:W3CDTF">2025-04-13T07:13:01Z</dcterms:modified>
</cp:coreProperties>
</file>