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2025/4/16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これまでの課題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132553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これまで学習したことを振り返りながら、簡単な</a:t>
            </a:r>
            <a:r>
              <a:rPr lang="en-US" altLang="ja-JP" sz="2400" dirty="0"/>
              <a:t>ATM</a:t>
            </a:r>
            <a:r>
              <a:rPr lang="ja-JP" altLang="en-US" sz="2400" dirty="0"/>
              <a:t>システムを作りましょう。</a:t>
            </a:r>
            <a:endParaRPr lang="en-US" altLang="ja-JP" sz="2400" dirty="0"/>
          </a:p>
          <a:p>
            <a:r>
              <a:rPr lang="ja-JP" altLang="en-US" sz="2400" dirty="0"/>
              <a:t>仕様は以下の通りです。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■仕様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・各モードについて</a:t>
            </a:r>
            <a:endParaRPr lang="en-US" altLang="ja-JP" sz="2400" dirty="0"/>
          </a:p>
          <a:p>
            <a:r>
              <a:rPr lang="ja-JP" altLang="en-US" sz="2400" dirty="0"/>
              <a:t>　・口座開設モード</a:t>
            </a:r>
            <a:endParaRPr lang="en-US" altLang="ja-JP" sz="2400" dirty="0"/>
          </a:p>
          <a:p>
            <a:r>
              <a:rPr lang="ja-JP" altLang="en-US" sz="2400" dirty="0"/>
              <a:t>　・預入モード</a:t>
            </a:r>
            <a:endParaRPr lang="en-US" altLang="ja-JP" sz="2400" dirty="0"/>
          </a:p>
          <a:p>
            <a:r>
              <a:rPr lang="ja-JP" altLang="en-US" sz="2400" dirty="0"/>
              <a:t>　・引出モード</a:t>
            </a:r>
            <a:endParaRPr lang="en-US" altLang="ja-JP" sz="2400" dirty="0"/>
          </a:p>
          <a:p>
            <a:r>
              <a:rPr lang="ja-JP" altLang="en-US" sz="2400" dirty="0"/>
              <a:t>最初に数字を入力させて対応したモードで次の処理に進む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これまでの課題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132553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これまで学習したことを振り返りながら、簡単な</a:t>
            </a:r>
            <a:r>
              <a:rPr lang="en-US" altLang="ja-JP" sz="2400" dirty="0"/>
              <a:t>ATM</a:t>
            </a:r>
            <a:r>
              <a:rPr lang="ja-JP" altLang="en-US" sz="2400" dirty="0"/>
              <a:t>システムを作りましょう。</a:t>
            </a:r>
            <a:endParaRPr lang="en-US" altLang="ja-JP" sz="2400" dirty="0"/>
          </a:p>
          <a:p>
            <a:r>
              <a:rPr lang="ja-JP" altLang="en-US" sz="2400" dirty="0"/>
              <a:t>仕様は以下の通りです。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■仕様（その２）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・口座開設モード</a:t>
            </a:r>
            <a:endParaRPr lang="en-US" altLang="ja-JP" sz="2400" dirty="0"/>
          </a:p>
          <a:p>
            <a:r>
              <a:rPr lang="ja-JP" altLang="en-US" sz="2400" dirty="0"/>
              <a:t>　講座名と暗証番号を設定させる。</a:t>
            </a:r>
            <a:endParaRPr lang="en-US" altLang="ja-JP" sz="2400" dirty="0"/>
          </a:p>
          <a:p>
            <a:r>
              <a:rPr lang="ja-JP" altLang="en-US" sz="2400" dirty="0"/>
              <a:t>　暗証番号は数字４桁で設定する。</a:t>
            </a:r>
            <a:endParaRPr lang="en-US" altLang="ja-JP" sz="2400" dirty="0"/>
          </a:p>
          <a:p>
            <a:r>
              <a:rPr lang="ja-JP" altLang="en-US" sz="2400" dirty="0"/>
              <a:t>　設定できないものが入力された場合は設定しない。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401929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これまでの課題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132553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これまで学習したことを振り返りながら、簡単な</a:t>
            </a:r>
            <a:r>
              <a:rPr lang="en-US" altLang="ja-JP" sz="2400" dirty="0"/>
              <a:t>ATM</a:t>
            </a:r>
            <a:r>
              <a:rPr lang="ja-JP" altLang="en-US" sz="2400" dirty="0"/>
              <a:t>システムを作りましょう。</a:t>
            </a:r>
            <a:endParaRPr lang="en-US" altLang="ja-JP" sz="2400" dirty="0"/>
          </a:p>
          <a:p>
            <a:r>
              <a:rPr lang="ja-JP" altLang="en-US" sz="2400" dirty="0"/>
              <a:t>仕様は以下の通りです。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■仕様（その３）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・預入モード</a:t>
            </a:r>
            <a:endParaRPr lang="en-US" altLang="ja-JP" sz="2400" dirty="0"/>
          </a:p>
          <a:p>
            <a:r>
              <a:rPr lang="ja-JP" altLang="en-US" sz="2400" dirty="0"/>
              <a:t>　暗証番号を入力した口座に金額を加算する。</a:t>
            </a:r>
            <a:endParaRPr lang="en-US" altLang="ja-JP" sz="2400" dirty="0"/>
          </a:p>
          <a:p>
            <a:r>
              <a:rPr lang="ja-JP" altLang="en-US" sz="2400" dirty="0"/>
              <a:t>　暗証番号がどの口座にも当てはまらない場合はモード選択まで戻る。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98956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これまでの課題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132553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これまで学習したことを振り返りながら、簡単な</a:t>
            </a:r>
            <a:r>
              <a:rPr lang="en-US" altLang="ja-JP" sz="2400" dirty="0"/>
              <a:t>ATM</a:t>
            </a:r>
            <a:r>
              <a:rPr lang="ja-JP" altLang="en-US" sz="2400" dirty="0"/>
              <a:t>システムを作りましょう。</a:t>
            </a:r>
            <a:endParaRPr lang="en-US" altLang="ja-JP" sz="2400" dirty="0"/>
          </a:p>
          <a:p>
            <a:r>
              <a:rPr lang="ja-JP" altLang="en-US" sz="2400" dirty="0"/>
              <a:t>仕様は以下の通りです。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■仕様（その４）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・引出モード</a:t>
            </a:r>
            <a:endParaRPr lang="en-US" altLang="ja-JP" sz="2400" dirty="0"/>
          </a:p>
          <a:p>
            <a:r>
              <a:rPr lang="ja-JP" altLang="en-US" sz="2400" dirty="0"/>
              <a:t>　暗証番号を入力した口座から指定した金額を減算する。</a:t>
            </a:r>
            <a:endParaRPr lang="en-US" altLang="ja-JP" sz="2400" dirty="0"/>
          </a:p>
          <a:p>
            <a:r>
              <a:rPr lang="ja-JP" altLang="en-US" sz="2400" dirty="0"/>
              <a:t>　暗証番号がどの口座にも当てはまらない場合はモード選択まで戻る。</a:t>
            </a:r>
            <a:endParaRPr lang="en-US" altLang="ja-JP" sz="2400" dirty="0"/>
          </a:p>
          <a:p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/>
              <a:t>そのほか詳細な動作はサンプルを確認しましょう。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08416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939</TotalTime>
  <Words>268</Words>
  <Application>Microsoft Office PowerPoint</Application>
  <PresentationFormat>ワイド画面</PresentationFormat>
  <Paragraphs>38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kic-admin</cp:lastModifiedBy>
  <cp:revision>98</cp:revision>
  <dcterms:created xsi:type="dcterms:W3CDTF">2024-08-27T02:15:54Z</dcterms:created>
  <dcterms:modified xsi:type="dcterms:W3CDTF">2025-04-16T01:37:00Z</dcterms:modified>
</cp:coreProperties>
</file>