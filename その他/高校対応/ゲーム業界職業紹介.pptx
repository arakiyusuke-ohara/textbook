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ゲーム業界 職業紹介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ゲーム会社で働く人たち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ディレクター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映画でいうところの監督</a:t>
            </a:r>
            <a:endParaRPr lang="en-US" altLang="ja-JP" sz="2800" dirty="0"/>
          </a:p>
          <a:p>
            <a:r>
              <a:rPr lang="ja-JP" altLang="en-US" sz="2800" dirty="0"/>
              <a:t>プロジェクトの一番偉い人</a:t>
            </a:r>
            <a:endParaRPr lang="en-US" altLang="ja-JP" sz="2800" dirty="0"/>
          </a:p>
          <a:p>
            <a:r>
              <a:rPr lang="ja-JP" altLang="en-US" sz="2800" dirty="0"/>
              <a:t>ゲームのコンセプトやターゲット層を考える人</a:t>
            </a:r>
            <a:endParaRPr lang="en-US" altLang="ja-JP" sz="2800" dirty="0"/>
          </a:p>
          <a:p>
            <a:r>
              <a:rPr lang="ja-JP" altLang="en-US" sz="2800" dirty="0"/>
              <a:t>ゲームを面白くするためのアドバイスをする</a:t>
            </a:r>
          </a:p>
        </p:txBody>
      </p:sp>
    </p:spTree>
    <p:extLst>
      <p:ext uri="{BB962C8B-B14F-4D97-AF65-F5344CB8AC3E}">
        <p14:creationId xmlns:p14="http://schemas.microsoft.com/office/powerpoint/2010/main" val="336375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プランナー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ゲームのことについて考えて設定する人</a:t>
            </a:r>
            <a:endParaRPr lang="en-US" altLang="ja-JP" sz="2800" dirty="0"/>
          </a:p>
          <a:p>
            <a:r>
              <a:rPr lang="ja-JP" altLang="en-US" sz="2800" dirty="0"/>
              <a:t>たとえば、</a:t>
            </a:r>
            <a:endParaRPr lang="en-US" altLang="ja-JP" sz="2800" dirty="0"/>
          </a:p>
          <a:p>
            <a:r>
              <a:rPr lang="ja-JP" altLang="en-US" sz="2800" dirty="0"/>
              <a:t>ステージの広さ、落とし穴の位置、敵の移動速度、</a:t>
            </a:r>
            <a:endParaRPr lang="en-US" altLang="ja-JP" sz="2800" dirty="0"/>
          </a:p>
          <a:p>
            <a:r>
              <a:rPr lang="ja-JP" altLang="en-US" sz="2800" dirty="0"/>
              <a:t>プレイヤーのジャンプ力、ボスの</a:t>
            </a:r>
            <a:r>
              <a:rPr lang="en-US" altLang="ja-JP" sz="2800" dirty="0"/>
              <a:t>HP</a:t>
            </a:r>
            <a:r>
              <a:rPr lang="ja-JP" altLang="en-US" sz="2800" dirty="0"/>
              <a:t>、技の判定、ガチャの確立、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ゲームにかかわること全て（仕様）を設定する</a:t>
            </a:r>
          </a:p>
        </p:txBody>
      </p:sp>
    </p:spTree>
    <p:extLst>
      <p:ext uri="{BB962C8B-B14F-4D97-AF65-F5344CB8AC3E}">
        <p14:creationId xmlns:p14="http://schemas.microsoft.com/office/powerpoint/2010/main" val="193559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デザイナー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ゲームに必要な画像を作る人</a:t>
            </a:r>
            <a:endParaRPr lang="en-US" altLang="ja-JP" sz="2800" dirty="0"/>
          </a:p>
          <a:p>
            <a:r>
              <a:rPr lang="ja-JP" altLang="en-US" sz="2800" dirty="0"/>
              <a:t>主人公や敵のキャラクターはもちろん</a:t>
            </a:r>
            <a:endParaRPr lang="en-US" altLang="ja-JP" sz="2800" dirty="0"/>
          </a:p>
          <a:p>
            <a:r>
              <a:rPr lang="ja-JP" altLang="en-US" sz="2800" dirty="0"/>
              <a:t>タイトルロゴ、</a:t>
            </a:r>
            <a:r>
              <a:rPr lang="en-US" altLang="ja-JP" sz="2800" dirty="0"/>
              <a:t>HP</a:t>
            </a:r>
            <a:r>
              <a:rPr lang="ja-JP" altLang="en-US" sz="2800" dirty="0"/>
              <a:t>ゲージ、背景の木など、多岐にわたる</a:t>
            </a:r>
          </a:p>
        </p:txBody>
      </p:sp>
    </p:spTree>
    <p:extLst>
      <p:ext uri="{BB962C8B-B14F-4D97-AF65-F5344CB8AC3E}">
        <p14:creationId xmlns:p14="http://schemas.microsoft.com/office/powerpoint/2010/main" val="125914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サウンド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ゲームで流れる音楽と効果音を作る人</a:t>
            </a:r>
            <a:endParaRPr lang="en-US" altLang="ja-JP" sz="2800" dirty="0"/>
          </a:p>
          <a:p>
            <a:r>
              <a:rPr lang="ja-JP" altLang="en-US" sz="2800" dirty="0"/>
              <a:t>効果音はフライパンをたたいたり、ガラスを踏んだり、</a:t>
            </a:r>
            <a:endParaRPr lang="en-US" altLang="ja-JP" sz="2800" dirty="0"/>
          </a:p>
          <a:p>
            <a:r>
              <a:rPr lang="ja-JP" altLang="en-US" sz="2800" dirty="0"/>
              <a:t>結構すごい方法で収録してたりする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サウンドを抱えているゲーム会社は</a:t>
            </a:r>
            <a:endParaRPr lang="en-US" altLang="ja-JP" sz="2800" dirty="0"/>
          </a:p>
          <a:p>
            <a:r>
              <a:rPr lang="ja-JP" altLang="en-US" sz="2800" dirty="0"/>
              <a:t>必ず社内に音楽スタジオがある（かっこいい）</a:t>
            </a:r>
          </a:p>
        </p:txBody>
      </p:sp>
    </p:spTree>
    <p:extLst>
      <p:ext uri="{BB962C8B-B14F-4D97-AF65-F5344CB8AC3E}">
        <p14:creationId xmlns:p14="http://schemas.microsoft.com/office/powerpoint/2010/main" val="10308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プログラマー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これまで登場した人たちの意見をまとめて</a:t>
            </a:r>
            <a:endParaRPr lang="en-US" altLang="ja-JP" sz="2800" dirty="0"/>
          </a:p>
          <a:p>
            <a:r>
              <a:rPr lang="ja-JP" altLang="en-US" sz="2800" dirty="0"/>
              <a:t>ゲームに実装する人</a:t>
            </a:r>
            <a:endParaRPr lang="en-US" altLang="ja-JP" sz="2800" dirty="0"/>
          </a:p>
          <a:p>
            <a:r>
              <a:rPr lang="ja-JP" altLang="en-US" sz="2800" dirty="0"/>
              <a:t>プログラムを組んで実装するからプログラマー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全職が一生懸命作ったものをゲームとして合体させるので</a:t>
            </a:r>
            <a:endParaRPr lang="en-US" altLang="ja-JP" sz="2800" dirty="0"/>
          </a:p>
          <a:p>
            <a:r>
              <a:rPr lang="ja-JP" altLang="en-US" sz="2800" dirty="0"/>
              <a:t>超責任重大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49037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デバッガー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ゲームの動作確認をする人</a:t>
            </a:r>
            <a:endParaRPr lang="en-US" altLang="ja-JP" sz="2800" dirty="0"/>
          </a:p>
          <a:p>
            <a:r>
              <a:rPr lang="ja-JP" altLang="en-US" sz="2800" dirty="0"/>
              <a:t>昔は壁のすり抜けが</a:t>
            </a:r>
            <a:r>
              <a:rPr lang="ja-JP" altLang="en-US" sz="2800"/>
              <a:t>起きないかチェックする</a:t>
            </a:r>
            <a:r>
              <a:rPr lang="ja-JP" altLang="en-US" sz="2800" dirty="0"/>
              <a:t>ため</a:t>
            </a:r>
            <a:endParaRPr lang="en-US" altLang="ja-JP" sz="2800" dirty="0"/>
          </a:p>
          <a:p>
            <a:r>
              <a:rPr lang="en-US" altLang="ja-JP" sz="2800" dirty="0"/>
              <a:t>1000</a:t>
            </a:r>
            <a:r>
              <a:rPr lang="ja-JP" altLang="en-US" sz="2800" dirty="0"/>
              <a:t>回壁にぶつかってた</a:t>
            </a:r>
            <a:endParaRPr lang="en-US" altLang="ja-JP" sz="2800" dirty="0"/>
          </a:p>
          <a:p>
            <a:r>
              <a:rPr lang="ja-JP" altLang="en-US" sz="2800" dirty="0"/>
              <a:t>いまでは自動テストの技術も進んでいてそんなことはしない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この人がいないとゲームは不具合だらけになる</a:t>
            </a:r>
            <a:endParaRPr lang="en-US" altLang="ja-JP" sz="2800" dirty="0"/>
          </a:p>
          <a:p>
            <a:r>
              <a:rPr lang="ja-JP" altLang="en-US" sz="2800" dirty="0"/>
              <a:t>とても大事な人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136408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</TotalTime>
  <Words>252</Words>
  <Application>Microsoft Office PowerPoint</Application>
  <PresentationFormat>ワイド画面</PresentationFormat>
  <Paragraphs>40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レトロスペクト</vt:lpstr>
      <vt:lpstr>ゲーム業界 職業紹介</vt:lpstr>
      <vt:lpstr>ディレクター</vt:lpstr>
      <vt:lpstr>プランナー</vt:lpstr>
      <vt:lpstr>デザイナー</vt:lpstr>
      <vt:lpstr>サウンド</vt:lpstr>
      <vt:lpstr>プログラマー</vt:lpstr>
      <vt:lpstr>デバッガー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荒木 優介</cp:lastModifiedBy>
  <cp:revision>23</cp:revision>
  <dcterms:created xsi:type="dcterms:W3CDTF">2024-12-06T01:32:32Z</dcterms:created>
  <dcterms:modified xsi:type="dcterms:W3CDTF">2025-06-19T07:11:17Z</dcterms:modified>
</cp:coreProperties>
</file>