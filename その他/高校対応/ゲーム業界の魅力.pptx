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9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39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948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74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75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2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6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44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99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66B9C9-A3AA-462B-AA08-59196B1B6C77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E3FDA8-9ECC-406B-9419-1FF3A8E2ABC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0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240AD-0149-4A72-B81C-F4CCEF127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ゲーム業界の魅力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5712600-17A1-4B1F-A99C-059848E7D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好きを仕事にするすばらしさ</a:t>
            </a:r>
          </a:p>
        </p:txBody>
      </p:sp>
    </p:spTree>
    <p:extLst>
      <p:ext uri="{BB962C8B-B14F-4D97-AF65-F5344CB8AC3E}">
        <p14:creationId xmlns:p14="http://schemas.microsoft.com/office/powerpoint/2010/main" val="111549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B71BE-0D45-47F8-9312-B3680D1D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最近はまったゲームは？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72A21B-D000-40BA-9CF3-FA9D2BDAE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・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92982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ゲームって何人で作るの？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・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10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ゲームが完成するまで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①企画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どうすれば面白くなるか、アイデアを考える段階。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考えたアイデアは</a:t>
            </a:r>
            <a:r>
              <a:rPr kumimoji="1" lang="ja-JP" altLang="en-US" b="1" dirty="0">
                <a:solidFill>
                  <a:srgbClr val="FF0000"/>
                </a:solidFill>
              </a:rPr>
              <a:t>企画書</a:t>
            </a:r>
            <a:r>
              <a:rPr kumimoji="1" lang="ja-JP" altLang="en-US" dirty="0"/>
              <a:t>や</a:t>
            </a:r>
            <a:r>
              <a:rPr kumimoji="1" lang="ja-JP" altLang="en-US" b="1" dirty="0">
                <a:solidFill>
                  <a:srgbClr val="FF0000"/>
                </a:solidFill>
              </a:rPr>
              <a:t>仕様書</a:t>
            </a:r>
            <a:r>
              <a:rPr kumimoji="1" lang="ja-JP" altLang="en-US" dirty="0"/>
              <a:t>に書き出す。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②開発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企画書や仕様書を見ながらゲームを開発する。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デザイナー、サウンド、ライター、プログラマーなど、いろんな人たちが作業する。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③</a:t>
            </a:r>
            <a:r>
              <a:rPr lang="en-US" altLang="ja-JP" dirty="0"/>
              <a:t>QA</a:t>
            </a:r>
            <a:r>
              <a:rPr lang="ja-JP" altLang="en-US" dirty="0"/>
              <a:t>　いわゆる動作確認と修正。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9152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実際に開発したときのはなし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・プログラマーはやることがたくさん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・いろんな人のアイデアと、いろんな人が作った素材を合体させる仕事だから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・キャラクターをコントローラーで動かすところも作る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・どの作業もすごく時間がかかる。長い時は</a:t>
            </a:r>
            <a:r>
              <a:rPr lang="en-US" altLang="ja-JP" dirty="0"/>
              <a:t>1</a:t>
            </a:r>
            <a:r>
              <a:rPr lang="ja-JP" altLang="en-US" dirty="0"/>
              <a:t>つの作業に３か月とか。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sz="3600" dirty="0">
                <a:solidFill>
                  <a:srgbClr val="FF0000"/>
                </a:solidFill>
              </a:rPr>
              <a:t>その分、できた時の達成感がすごい！！</a:t>
            </a:r>
            <a:endParaRPr lang="en-US" altLang="ja-JP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02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ゲーム企画を体験しよう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市販のゲームに、何か一つ要素を付け加えて、もっと良いゲームにしよう！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3600" dirty="0">
                <a:solidFill>
                  <a:schemeClr val="tx1"/>
                </a:solidFill>
              </a:rPr>
              <a:t>タイトル：</a:t>
            </a:r>
            <a:endParaRPr lang="en-US" altLang="ja-JP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6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363D-4573-4A2A-BBFC-1A3617D5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4F00F-1C40-4A14-AF54-11DA877C8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・ゲーム作りにはたくさんの人がかかわる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・ゲームはもはや世界中の人たちが遊んでいる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・ゲームはとても長い時間を使ってつくられる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つまり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3600" dirty="0">
                <a:solidFill>
                  <a:srgbClr val="0070C0"/>
                </a:solidFill>
              </a:rPr>
              <a:t>ゲーム業界はすごくたいへん。。</a:t>
            </a:r>
            <a:endParaRPr kumimoji="1" lang="en-US" altLang="ja-JP" sz="36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ja-JP" altLang="en-US" dirty="0"/>
              <a:t>だけど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sz="4800" dirty="0">
                <a:solidFill>
                  <a:srgbClr val="FF0000"/>
                </a:solidFill>
              </a:rPr>
              <a:t>ゲーム業界はすごくやりがいがある！</a:t>
            </a:r>
            <a:endParaRPr kumimoji="1" lang="en-US" altLang="ja-JP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727863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183</TotalTime>
  <Words>232</Words>
  <Application>Microsoft Office PowerPoint</Application>
  <PresentationFormat>ワイド画面</PresentationFormat>
  <Paragraphs>35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レトロスペクト</vt:lpstr>
      <vt:lpstr>ゲーム業界の魅力</vt:lpstr>
      <vt:lpstr>最近はまったゲームは？</vt:lpstr>
      <vt:lpstr>ゲームって何人で作るの？</vt:lpstr>
      <vt:lpstr>ゲームが完成するまで</vt:lpstr>
      <vt:lpstr>実際に開発したときのはなし</vt:lpstr>
      <vt:lpstr>ゲーム企画を体験しよう</vt:lpstr>
      <vt:lpstr>まとめ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ゲームプログラマーの１日</dc:title>
  <dc:creator>荒木 優介</dc:creator>
  <cp:lastModifiedBy>荒木 優介</cp:lastModifiedBy>
  <cp:revision>26</cp:revision>
  <dcterms:created xsi:type="dcterms:W3CDTF">2024-12-06T01:32:32Z</dcterms:created>
  <dcterms:modified xsi:type="dcterms:W3CDTF">2026-09-24T03:14:33Z</dcterms:modified>
</cp:coreProperties>
</file>