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83" r:id="rId3"/>
    <p:sldId id="284" r:id="rId4"/>
    <p:sldId id="285" r:id="rId5"/>
    <p:sldId id="28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今日はよろしくお願いします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B71BE-0D45-47F8-9312-B3680D1D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プロフィール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72A21B-D000-40BA-9CF3-FA9D2BDAE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名前：荒木優介</a:t>
            </a:r>
            <a:endParaRPr lang="en-US" altLang="ja-JP" dirty="0"/>
          </a:p>
          <a:p>
            <a:r>
              <a:rPr lang="ja-JP" altLang="en-US" dirty="0"/>
              <a:t>■経歴</a:t>
            </a:r>
            <a:endParaRPr lang="en-US" altLang="ja-JP" dirty="0"/>
          </a:p>
          <a:p>
            <a:r>
              <a:rPr lang="ja-JP" altLang="en-US" dirty="0"/>
              <a:t>専門学校卒業後、福岡のゲーム会社に就職。</a:t>
            </a:r>
            <a:endParaRPr lang="en-US" altLang="ja-JP" dirty="0"/>
          </a:p>
          <a:p>
            <a:r>
              <a:rPr lang="ja-JP" altLang="en-US" dirty="0"/>
              <a:t>およそ</a:t>
            </a:r>
            <a:r>
              <a:rPr lang="en-US" altLang="ja-JP" dirty="0"/>
              <a:t>5</a:t>
            </a:r>
            <a:r>
              <a:rPr lang="ja-JP" altLang="en-US" dirty="0"/>
              <a:t>年勤めた後、専門学校の教員に転職。</a:t>
            </a:r>
            <a:endParaRPr lang="en-US" altLang="ja-JP" dirty="0"/>
          </a:p>
          <a:p>
            <a:r>
              <a:rPr lang="ja-JP" altLang="en-US" dirty="0"/>
              <a:t>およそ</a:t>
            </a:r>
            <a:r>
              <a:rPr lang="en-US" altLang="ja-JP" dirty="0"/>
              <a:t>5</a:t>
            </a:r>
            <a:r>
              <a:rPr lang="ja-JP" altLang="en-US" dirty="0"/>
              <a:t>年勤めた後、再度福岡のゲーム会社に転職。</a:t>
            </a:r>
            <a:endParaRPr lang="en-US" altLang="ja-JP" dirty="0"/>
          </a:p>
          <a:p>
            <a:r>
              <a:rPr lang="ja-JP" altLang="en-US" dirty="0"/>
              <a:t>およそ</a:t>
            </a:r>
            <a:r>
              <a:rPr lang="en-US" altLang="ja-JP" dirty="0"/>
              <a:t>2</a:t>
            </a:r>
            <a:r>
              <a:rPr lang="ja-JP" altLang="en-US" dirty="0"/>
              <a:t>年勤めた後、再度専門学校の教員に転職。</a:t>
            </a:r>
            <a:r>
              <a:rPr lang="en-US" altLang="ja-JP" dirty="0"/>
              <a:t>	</a:t>
            </a:r>
            <a:r>
              <a:rPr lang="ja-JP" altLang="en-US" dirty="0">
                <a:solidFill>
                  <a:srgbClr val="FF0000"/>
                </a:solidFill>
              </a:rPr>
              <a:t>←いまここ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転々としてます。</a:t>
            </a:r>
            <a:endParaRPr lang="en-US" altLang="ja-JP" dirty="0"/>
          </a:p>
          <a:p>
            <a:r>
              <a:rPr lang="ja-JP" altLang="en-US" dirty="0"/>
              <a:t>そろそろ落ち着きたい。。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9298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制作タイトル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・</a:t>
            </a:r>
            <a:r>
              <a:rPr lang="en-US" altLang="ja-JP" dirty="0"/>
              <a:t>R-TYPE DIMENSION</a:t>
            </a:r>
            <a:r>
              <a:rPr lang="ja-JP" altLang="en-US" dirty="0"/>
              <a:t>（</a:t>
            </a:r>
            <a:r>
              <a:rPr lang="en-US" altLang="ja-JP" dirty="0"/>
              <a:t>PS3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ONE PEACE </a:t>
            </a:r>
            <a:r>
              <a:rPr lang="ja-JP" altLang="en-US" dirty="0"/>
              <a:t>グランドバトル</a:t>
            </a:r>
            <a:r>
              <a:rPr lang="en-US" altLang="ja-JP" dirty="0"/>
              <a:t>X</a:t>
            </a:r>
            <a:r>
              <a:rPr lang="ja-JP" altLang="en-US" dirty="0"/>
              <a:t>（</a:t>
            </a:r>
            <a:r>
              <a:rPr lang="en-US" altLang="ja-JP" dirty="0"/>
              <a:t>3DS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・ワールドトリガー スマッシュボーダーズ（スマホ）</a:t>
            </a:r>
            <a:endParaRPr lang="en-US" altLang="ja-JP" dirty="0"/>
          </a:p>
          <a:p>
            <a:r>
              <a:rPr lang="ja-JP" altLang="en-US" dirty="0"/>
              <a:t>・キングダム セブンフラッグス（スマホ）</a:t>
            </a:r>
            <a:endParaRPr lang="en-US" altLang="ja-JP" dirty="0"/>
          </a:p>
          <a:p>
            <a:r>
              <a:rPr kumimoji="1" lang="ja-JP" altLang="en-US" dirty="0"/>
              <a:t>・ファイナルファンタジー ブレイブエクスビアス 幻影戦争（スマホ）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10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担当授業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・プログラミング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・ゲーム開発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・ゲームエンジン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・ゲーム数学（幾何学や物理学など）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ゲームに関することは</a:t>
            </a:r>
            <a:r>
              <a:rPr lang="ja-JP" altLang="en-US" dirty="0"/>
              <a:t>全部</a:t>
            </a:r>
            <a:r>
              <a:rPr kumimoji="1" lang="ja-JP" altLang="en-US" dirty="0"/>
              <a:t>教えられます！</a:t>
            </a:r>
          </a:p>
        </p:txBody>
      </p:sp>
    </p:spTree>
    <p:extLst>
      <p:ext uri="{BB962C8B-B14F-4D97-AF65-F5344CB8AC3E}">
        <p14:creationId xmlns:p14="http://schemas.microsoft.com/office/powerpoint/2010/main" val="429152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特に好きなゲーム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・星のカービィシリーズ</a:t>
            </a:r>
            <a:r>
              <a:rPr lang="ja-JP" altLang="en-US" dirty="0"/>
              <a:t>（ほぼすべてプレイ済み）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・ファイナルファンタジーシリーズ（ほぼすべてプレイ済み）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HD-2D</a:t>
            </a:r>
            <a:r>
              <a:rPr lang="ja-JP" altLang="en-US" dirty="0"/>
              <a:t>ゲーム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・オクトパストラベラーシリーズ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・冒険者エリオットの千年物語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/>
              <a:t>LIVE A LIVE</a:t>
            </a:r>
            <a:r>
              <a:rPr kumimoji="1" lang="ja-JP" altLang="en-US" dirty="0"/>
              <a:t>（リメイク）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・ちょっと昔の格闘ゲーム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/>
              <a:t>BLAZ BLUE</a:t>
            </a:r>
          </a:p>
          <a:p>
            <a:pPr marL="0" indent="0">
              <a:buNone/>
            </a:pPr>
            <a:r>
              <a:rPr lang="en-US" altLang="ja-JP" dirty="0"/>
              <a:t>   </a:t>
            </a:r>
            <a:r>
              <a:rPr lang="ja-JP" altLang="en-US" dirty="0"/>
              <a:t>・</a:t>
            </a:r>
            <a:r>
              <a:rPr lang="en-US" altLang="ja-JP" dirty="0"/>
              <a:t>GUILTY GEAR</a:t>
            </a:r>
          </a:p>
          <a:p>
            <a:pPr marL="0" indent="0">
              <a:buNone/>
            </a:pPr>
            <a:r>
              <a:rPr kumimoji="1" lang="en-US" altLang="ja-JP" dirty="0"/>
              <a:t>RPG</a:t>
            </a:r>
            <a:r>
              <a:rPr kumimoji="1" lang="ja-JP" altLang="en-US" dirty="0"/>
              <a:t>とアクションゲームと格闘ゲームを特に好んでいます。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70023194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</TotalTime>
  <Words>209</Words>
  <Application>Microsoft Office PowerPoint</Application>
  <PresentationFormat>ワイド画面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レトロスペクト</vt:lpstr>
      <vt:lpstr>自己紹介</vt:lpstr>
      <vt:lpstr>プロフィール</vt:lpstr>
      <vt:lpstr>制作タイトル</vt:lpstr>
      <vt:lpstr>担当授業</vt:lpstr>
      <vt:lpstr>特に好きなゲーム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荒木 優介</cp:lastModifiedBy>
  <cp:revision>24</cp:revision>
  <dcterms:created xsi:type="dcterms:W3CDTF">2024-12-06T01:32:32Z</dcterms:created>
  <dcterms:modified xsi:type="dcterms:W3CDTF">2026-09-24T03:19:24Z</dcterms:modified>
</cp:coreProperties>
</file>