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7163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コミュニケーション能力</a:t>
            </a:r>
            <a:endParaRPr kumimoji="1" lang="en-US" altLang="ja-JP" sz="3200" b="1" u="sng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ゲーム業界は、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他の業界の中でもトップクラスに</a:t>
            </a:r>
            <a:r>
              <a:rPr lang="ja-JP" altLang="en-US" sz="2400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専門性の高い業界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です。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ハイレベルな知識や技術が必要とされます。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また、合わせて企業の内定率もダントツで低く、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中企業でも</a:t>
            </a:r>
            <a:r>
              <a:rPr lang="en-US" altLang="ja-JP" sz="2400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2</a:t>
            </a:r>
            <a:r>
              <a:rPr lang="ja-JP" altLang="en-US" sz="2400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％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（高校受験で例えると倍率</a:t>
            </a:r>
            <a:r>
              <a:rPr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50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倍）、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大手であれば更に厳しくなります。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それほど高いレベルを求められる業界ではあるのですが。。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7163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コミュニケーション能力</a:t>
            </a:r>
            <a:endParaRPr kumimoji="1" lang="en-US" altLang="ja-JP" sz="3200" b="1" u="sng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どの企業も、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最も必要な能力はコミュニケーション能力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と回答します。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どれほど技術が高くても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コミュニケーション能力がないと戦力にならない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からです。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では、ゲーム会社でのコミュニケーション能力とはなんでしょうか？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特にゲームプログラマーに注目して紹介いたします。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92515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7163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コミュニケーション能力</a:t>
            </a:r>
            <a:endParaRPr kumimoji="1" lang="en-US" altLang="ja-JP" sz="3200" b="1" u="sng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5684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そもそもゲームプログラマーとは、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・プランナー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・デザイナー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・サウンドクリエイター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・シナリオライター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など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あらゆるセクションの人たちが、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命を懸けて作り上げたアイデアやデータを合体させてゲームにする仕事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です。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60128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7163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コミュニケーション能力</a:t>
            </a:r>
            <a:endParaRPr kumimoji="1" lang="en-US" altLang="ja-JP" sz="3200" b="1" u="sng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ゲームプログラマーである以上、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他のセクションの人たちが、どのような思いでそれらを作ったか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それを考えたり、場合によっては聞きにいかないといけません。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少しでも齟齬があると、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ゲームのクオリティーが下がり、多くの人に迷惑が掛かります。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56208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7163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コミュニケーション能力</a:t>
            </a:r>
            <a:endParaRPr kumimoji="1" lang="en-US" altLang="ja-JP" sz="3200" b="1" u="sng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つまり、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ゲームプログラマーに必要なコミュニケーション能力とは、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3600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相手の気持ちを最優先に考える能力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です。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アセットを作った仲間の気持ち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ゲームを遊んでくれるユーザーの気持ち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これらを考えて責任をもってプログラムを組めるかどうかが、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最も必要になります。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81688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290</Words>
  <Application>Microsoft Office PowerPoint</Application>
  <PresentationFormat>ワイド画面</PresentationFormat>
  <Paragraphs>46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HGS創英角ｺﾞｼｯｸUB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58</cp:revision>
  <dcterms:created xsi:type="dcterms:W3CDTF">2024-08-27T02:15:54Z</dcterms:created>
  <dcterms:modified xsi:type="dcterms:W3CDTF">2026-07-14T01:33:35Z</dcterms:modified>
</cp:coreProperties>
</file>