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1</a:t>
            </a:r>
            <a:r>
              <a:rPr lang="ja-JP" altLang="en-US" sz="2400" dirty="0"/>
              <a:t>月中　</a:t>
            </a:r>
            <a:endParaRPr lang="en-US" altLang="ja-JP" sz="2400" dirty="0"/>
          </a:p>
          <a:p>
            <a:r>
              <a:rPr lang="ja-JP" altLang="en-US" sz="2400" dirty="0"/>
              <a:t>・制作展　</a:t>
            </a:r>
            <a:r>
              <a:rPr lang="en-US" altLang="ja-JP" sz="2400" dirty="0"/>
              <a:t>1/30</a:t>
            </a:r>
          </a:p>
          <a:p>
            <a:r>
              <a:rPr lang="ja-JP" altLang="en-US" sz="2400" dirty="0"/>
              <a:t>・キャリアデザイン開始</a:t>
            </a:r>
            <a:endParaRPr lang="en-US" altLang="ja-JP" sz="2400" dirty="0"/>
          </a:p>
          <a:p>
            <a:r>
              <a:rPr lang="ja-JP" altLang="en-US" sz="2400" dirty="0"/>
              <a:t>　・就活に入る前の準備知識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2/1</a:t>
            </a:r>
            <a:r>
              <a:rPr kumimoji="1" lang="ja-JP" altLang="en-US" sz="2400" dirty="0"/>
              <a:t>～　残りの授業</a:t>
            </a:r>
            <a:endParaRPr kumimoji="1" lang="en-US" altLang="ja-JP" sz="2400" dirty="0"/>
          </a:p>
          <a:p>
            <a:r>
              <a:rPr lang="ja-JP" altLang="en-US" sz="2400" dirty="0"/>
              <a:t>・ゲーム制作実習</a:t>
            </a:r>
            <a:endParaRPr lang="en-US" altLang="ja-JP" sz="2400" dirty="0"/>
          </a:p>
          <a:p>
            <a:r>
              <a:rPr lang="ja-JP" altLang="en-US" sz="2400" dirty="0"/>
              <a:t>　・チーム制作（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　　これを３月中旬までやります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8719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前期　４月～８月</a:t>
            </a:r>
            <a:endParaRPr lang="en-US" altLang="ja-JP" sz="2400" dirty="0"/>
          </a:p>
          <a:p>
            <a:r>
              <a:rPr lang="ja-JP" altLang="en-US" sz="2400" dirty="0"/>
              <a:t>・ゲーム</a:t>
            </a:r>
            <a:r>
              <a:rPr lang="en-US" altLang="ja-JP" sz="2400" dirty="0"/>
              <a:t>PG</a:t>
            </a:r>
            <a:r>
              <a:rPr lang="ja-JP" altLang="en-US" sz="2400" dirty="0"/>
              <a:t>系</a:t>
            </a:r>
            <a:endParaRPr lang="en-US" altLang="ja-JP" sz="2400" dirty="0"/>
          </a:p>
          <a:p>
            <a:r>
              <a:rPr lang="ja-JP" altLang="en-US" sz="2400" dirty="0"/>
              <a:t>　・３</a:t>
            </a:r>
            <a:r>
              <a:rPr lang="en-US" altLang="ja-JP" sz="2400" dirty="0"/>
              <a:t>DCG</a:t>
            </a:r>
            <a:r>
              <a:rPr lang="ja-JP" altLang="en-US" sz="2400" dirty="0"/>
              <a:t>作成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で３</a:t>
            </a:r>
            <a:r>
              <a:rPr lang="en-US" altLang="ja-JP" sz="2400" dirty="0"/>
              <a:t>D</a:t>
            </a:r>
            <a:r>
              <a:rPr lang="ja-JP" altLang="en-US" sz="2400" dirty="0"/>
              <a:t>ゲーム開発練習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・ゲームエンジン系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Unity</a:t>
            </a:r>
            <a:r>
              <a:rPr lang="ja-JP" altLang="en-US" sz="2400" dirty="0"/>
              <a:t>チーム制作（コンテストとか出したい）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・ゲーム企画</a:t>
            </a:r>
            <a:endParaRPr lang="en-US" altLang="ja-JP" sz="2400" dirty="0"/>
          </a:p>
          <a:p>
            <a:r>
              <a:rPr lang="ja-JP" altLang="en-US" sz="2400" dirty="0"/>
              <a:t>　・就職作品の企画書作成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・キャリアデザイン</a:t>
            </a:r>
            <a:endParaRPr lang="en-US" altLang="ja-JP" sz="2400" dirty="0"/>
          </a:p>
          <a:p>
            <a:r>
              <a:rPr lang="ja-JP" altLang="en-US" sz="2400" dirty="0"/>
              <a:t>　・履歴書の練習など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4524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78368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後期　９月～</a:t>
            </a:r>
            <a:endParaRPr lang="en-US" altLang="ja-JP" sz="2400" dirty="0"/>
          </a:p>
          <a:p>
            <a:r>
              <a:rPr lang="ja-JP" altLang="en-US" sz="2400" dirty="0"/>
              <a:t>・就職作品製作開始</a:t>
            </a:r>
            <a:endParaRPr lang="en-US" altLang="ja-JP" sz="2400" dirty="0"/>
          </a:p>
          <a:p>
            <a:r>
              <a:rPr lang="ja-JP" altLang="en-US" sz="2400" dirty="0"/>
              <a:t>　・２年生の最重要項目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・ゲームエンジン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HD</a:t>
            </a:r>
            <a:r>
              <a:rPr lang="ja-JP" altLang="en-US" sz="2400" dirty="0"/>
              <a:t>グラフィック学習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・キャリアデザイン</a:t>
            </a:r>
            <a:endParaRPr lang="en-US" altLang="ja-JP" sz="2400" dirty="0"/>
          </a:p>
          <a:p>
            <a:r>
              <a:rPr lang="ja-JP" altLang="en-US" sz="2400" dirty="0"/>
              <a:t>　・面接練習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2027/1</a:t>
            </a:r>
            <a:r>
              <a:rPr lang="ja-JP" altLang="en-US" sz="2400" dirty="0"/>
              <a:t>～</a:t>
            </a:r>
            <a:endParaRPr lang="en-US" altLang="ja-JP" sz="2400" dirty="0"/>
          </a:p>
          <a:p>
            <a:r>
              <a:rPr lang="ja-JP" altLang="en-US" sz="2400" dirty="0"/>
              <a:t>・就活本格開始</a:t>
            </a:r>
            <a:endParaRPr lang="en-US" altLang="ja-JP" sz="2400" dirty="0"/>
          </a:p>
          <a:p>
            <a:r>
              <a:rPr lang="ja-JP" altLang="en-US" sz="2400" dirty="0"/>
              <a:t>・高度な開発授業（</a:t>
            </a:r>
            <a:r>
              <a:rPr lang="en-US" altLang="ja-JP" sz="2400" dirty="0"/>
              <a:t>AI</a:t>
            </a:r>
            <a:r>
              <a:rPr lang="ja-JP" altLang="en-US" sz="2400" dirty="0"/>
              <a:t>設計とか）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89596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9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年の前期目標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をたくさん書こう！！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４月までにこれまで学習したことをしっかり復習して、</a:t>
            </a:r>
            <a:endParaRPr lang="en-US" altLang="ja-JP" sz="2400" dirty="0"/>
          </a:p>
          <a:p>
            <a:r>
              <a:rPr lang="ja-JP" altLang="en-US" sz="2400" dirty="0"/>
              <a:t>授業についていけるようにしましょう。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また、</a:t>
            </a:r>
            <a:r>
              <a:rPr lang="en-US" altLang="ja-JP" sz="2400" dirty="0"/>
              <a:t>C++</a:t>
            </a:r>
            <a:r>
              <a:rPr lang="ja-JP" altLang="en-US" sz="2400" dirty="0"/>
              <a:t>は書けば書くだけ上達します。</a:t>
            </a:r>
            <a:endParaRPr lang="en-US" altLang="ja-JP" sz="2400" dirty="0"/>
          </a:p>
          <a:p>
            <a:r>
              <a:rPr lang="ja-JP" altLang="en-US" sz="2400" dirty="0"/>
              <a:t>制作課題ではとにかく書きまくって、</a:t>
            </a:r>
            <a:endParaRPr lang="en-US" altLang="ja-JP" sz="2400" dirty="0"/>
          </a:p>
          <a:p>
            <a:r>
              <a:rPr lang="en-US" altLang="ja-JP" sz="2400" dirty="0"/>
              <a:t>C++</a:t>
            </a:r>
            <a:r>
              <a:rPr lang="ja-JP" altLang="en-US" sz="2400" dirty="0"/>
              <a:t>の書き方を身に着けていきましょう。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5899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9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年の後期目標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就職作品を完成させよう！！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就職作品が完成しなければゲーム企業に挑戦できません。</a:t>
            </a:r>
            <a:endParaRPr lang="en-US" altLang="ja-JP" sz="2400" dirty="0"/>
          </a:p>
          <a:p>
            <a:r>
              <a:rPr lang="ja-JP" altLang="en-US" sz="2400" dirty="0"/>
              <a:t>本校でも最重要項目なので、優先度最大で取り組みましょう。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今のうちから何を作るか考えておきましょう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6386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9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2026</a:t>
            </a:r>
            <a:r>
              <a:rPr kumimoji="1" lang="ja-JP" altLang="en-US" sz="3200" b="1" u="sng" dirty="0"/>
              <a:t>年の注意点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AI</a:t>
            </a:r>
            <a:r>
              <a:rPr lang="ja-JP" altLang="en-US" sz="2400" b="1" dirty="0">
                <a:solidFill>
                  <a:srgbClr val="FF0000"/>
                </a:solidFill>
              </a:rPr>
              <a:t>をいきなり使うのはやめましょう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AI</a:t>
            </a:r>
            <a:r>
              <a:rPr lang="ja-JP" altLang="en-US" sz="2400" dirty="0"/>
              <a:t>にいきなりサンプルプログラムを出してもらうと、</a:t>
            </a:r>
            <a:endParaRPr lang="en-US" altLang="ja-JP" sz="2400" dirty="0"/>
          </a:p>
          <a:p>
            <a:r>
              <a:rPr lang="ja-JP" altLang="en-US" sz="2400" dirty="0"/>
              <a:t>理解しないまま実装してしまい、不具合が出たときに沼にはまります。</a:t>
            </a:r>
            <a:endParaRPr lang="en-US" altLang="ja-JP" sz="2400" dirty="0"/>
          </a:p>
          <a:p>
            <a:r>
              <a:rPr lang="en-US" altLang="ja-JP" sz="2400" dirty="0"/>
              <a:t>AI</a:t>
            </a:r>
            <a:r>
              <a:rPr lang="ja-JP" altLang="en-US" sz="2400" dirty="0"/>
              <a:t>に質問する前に以下のことを</a:t>
            </a:r>
            <a:r>
              <a:rPr lang="ja-JP" altLang="en-US" sz="2400" b="1" dirty="0">
                <a:solidFill>
                  <a:srgbClr val="FF0000"/>
                </a:solidFill>
              </a:rPr>
              <a:t>必ず</a:t>
            </a:r>
            <a:r>
              <a:rPr lang="ja-JP" altLang="en-US" sz="2400" dirty="0"/>
              <a:t>行いましょう。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１．これまでの授業を振り返ると解決できるか確認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２．１で確認して、これまで授業でやってないことであれば先生に質問する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３．ある程度自力で作った段階で、細かいことは</a:t>
            </a:r>
            <a:r>
              <a:rPr lang="en-US" altLang="ja-JP" sz="2400" b="1" dirty="0">
                <a:solidFill>
                  <a:srgbClr val="FF0000"/>
                </a:solidFill>
              </a:rPr>
              <a:t>AI</a:t>
            </a:r>
            <a:r>
              <a:rPr lang="ja-JP" altLang="en-US" sz="2400" b="1" dirty="0">
                <a:solidFill>
                  <a:srgbClr val="FF0000"/>
                </a:solidFill>
              </a:rPr>
              <a:t>に聞く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特に就職作品は長期開発になります。</a:t>
            </a:r>
            <a:endParaRPr lang="en-US" altLang="ja-JP" sz="2400" dirty="0"/>
          </a:p>
          <a:p>
            <a:r>
              <a:rPr lang="ja-JP" altLang="en-US" sz="2400" dirty="0"/>
              <a:t>一度沼にはまると大幅に時間ロスしますので、徹底しましょう。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23733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377</Words>
  <Application>Microsoft Office PowerPoint</Application>
  <PresentationFormat>ワイド画面</PresentationFormat>
  <Paragraphs>67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23</cp:revision>
  <dcterms:created xsi:type="dcterms:W3CDTF">2024-08-27T02:15:54Z</dcterms:created>
  <dcterms:modified xsi:type="dcterms:W3CDTF">2026-01-13T02:00:24Z</dcterms:modified>
</cp:coreProperties>
</file>