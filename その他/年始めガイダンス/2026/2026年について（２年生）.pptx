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2771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</a:t>
            </a:r>
            <a:r>
              <a:rPr lang="ja-JP" altLang="en-US" sz="2400" dirty="0"/>
              <a:t>月中　</a:t>
            </a:r>
            <a:endParaRPr lang="en-US" altLang="ja-JP" sz="2400" dirty="0"/>
          </a:p>
          <a:p>
            <a:r>
              <a:rPr lang="ja-JP" altLang="en-US" sz="2400" dirty="0"/>
              <a:t>・ゲームエンジン</a:t>
            </a:r>
            <a:r>
              <a:rPr lang="en-US" altLang="ja-JP" sz="2400" dirty="0"/>
              <a:t>Ⅳ</a:t>
            </a:r>
            <a:r>
              <a:rPr lang="ja-JP" altLang="en-US" sz="2400" dirty="0"/>
              <a:t>　</a:t>
            </a:r>
            <a:r>
              <a:rPr lang="en-US" altLang="ja-JP" sz="2400" dirty="0"/>
              <a:t>HD-2D</a:t>
            </a:r>
            <a:r>
              <a:rPr lang="ja-JP" altLang="en-US" sz="2400" dirty="0"/>
              <a:t>　</a:t>
            </a:r>
            <a:r>
              <a:rPr lang="en-US" altLang="ja-JP" sz="2400" dirty="0"/>
              <a:t>1/19</a:t>
            </a:r>
          </a:p>
          <a:p>
            <a:r>
              <a:rPr lang="ja-JP" altLang="en-US" sz="2400" dirty="0"/>
              <a:t>・制作展　</a:t>
            </a:r>
            <a:r>
              <a:rPr lang="en-US" altLang="ja-JP" sz="2400" dirty="0"/>
              <a:t>1/30</a:t>
            </a: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2/1</a:t>
            </a:r>
            <a:r>
              <a:rPr kumimoji="1" lang="ja-JP" altLang="en-US" sz="2400" dirty="0"/>
              <a:t>～　残りの授業</a:t>
            </a:r>
            <a:endParaRPr kumimoji="1" lang="en-US" altLang="ja-JP" sz="2400" dirty="0"/>
          </a:p>
          <a:p>
            <a:r>
              <a:rPr lang="ja-JP" altLang="en-US" sz="2400" dirty="0"/>
              <a:t>・ゲームエンジン</a:t>
            </a:r>
            <a:r>
              <a:rPr lang="en-US" altLang="ja-JP" sz="2400" dirty="0"/>
              <a:t>Ⅲ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HDRP</a:t>
            </a:r>
            <a:r>
              <a:rPr kumimoji="1" lang="ja-JP" altLang="en-US" sz="2400" dirty="0"/>
              <a:t>（きれいな</a:t>
            </a:r>
            <a:r>
              <a:rPr kumimoji="1" lang="en-US" altLang="ja-JP" sz="2400" dirty="0"/>
              <a:t>Unity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  <a:p>
            <a:r>
              <a:rPr lang="ja-JP" altLang="en-US" sz="2400" dirty="0"/>
              <a:t>　・ゲーム</a:t>
            </a:r>
            <a:r>
              <a:rPr lang="en-US" altLang="ja-JP" sz="2400" dirty="0"/>
              <a:t>AI</a:t>
            </a:r>
            <a:r>
              <a:rPr lang="ja-JP" altLang="en-US" sz="2400" dirty="0"/>
              <a:t>概論（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3</a:t>
            </a:r>
            <a:r>
              <a:rPr lang="ja-JP" altLang="en-US" sz="2400" dirty="0"/>
              <a:t>月</a:t>
            </a:r>
            <a:endParaRPr lang="en-US" altLang="ja-JP" sz="2400" dirty="0"/>
          </a:p>
          <a:p>
            <a:r>
              <a:rPr lang="ja-JP" altLang="en-US" sz="2400" dirty="0"/>
              <a:t>・自由課題</a:t>
            </a:r>
            <a:endParaRPr lang="en-US" altLang="ja-JP" sz="2400" dirty="0"/>
          </a:p>
          <a:p>
            <a:r>
              <a:rPr lang="ja-JP" altLang="en-US" sz="2400" dirty="0"/>
              <a:t>　・就職作品</a:t>
            </a:r>
            <a:r>
              <a:rPr lang="en-US" altLang="ja-JP" sz="2400" dirty="0"/>
              <a:t>QA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先取り</a:t>
            </a:r>
            <a:endParaRPr kumimoji="1" lang="en-US" altLang="ja-JP" sz="2400" dirty="0"/>
          </a:p>
          <a:p>
            <a:r>
              <a:rPr kumimoji="1" lang="ja-JP" altLang="en-US" sz="2400" dirty="0"/>
              <a:t>　・ネットワーク</a:t>
            </a:r>
            <a:r>
              <a:rPr kumimoji="1" lang="en-US" altLang="ja-JP" sz="2400" dirty="0"/>
              <a:t>PG</a:t>
            </a:r>
            <a:r>
              <a:rPr kumimoji="1" lang="ja-JP" altLang="en-US" sz="2400" dirty="0"/>
              <a:t>先取り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65356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４月</a:t>
            </a:r>
            <a:endParaRPr lang="en-US" altLang="ja-JP" sz="2400" dirty="0"/>
          </a:p>
          <a:p>
            <a:r>
              <a:rPr lang="ja-JP" altLang="en-US" sz="2400" dirty="0"/>
              <a:t>・ゲームエンジン</a:t>
            </a:r>
            <a:r>
              <a:rPr lang="en-US" altLang="ja-JP" sz="2400" dirty="0"/>
              <a:t>Ⅴ</a:t>
            </a:r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Unreal Engine</a:t>
            </a:r>
          </a:p>
          <a:p>
            <a:endParaRPr lang="en-US" altLang="ja-JP" sz="2400" dirty="0"/>
          </a:p>
          <a:p>
            <a:r>
              <a:rPr lang="ja-JP" altLang="en-US" sz="2400" dirty="0"/>
              <a:t>５月～</a:t>
            </a:r>
            <a:endParaRPr lang="en-US" altLang="ja-JP" sz="2400" dirty="0"/>
          </a:p>
          <a:p>
            <a:r>
              <a:rPr lang="ja-JP" altLang="en-US" sz="2400" dirty="0"/>
              <a:t>・卒研開始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2027/1</a:t>
            </a:r>
            <a:r>
              <a:rPr lang="ja-JP" altLang="en-US" sz="2400" dirty="0"/>
              <a:t>　制作展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2027/2</a:t>
            </a:r>
            <a:r>
              <a:rPr lang="ja-JP" altLang="en-US" sz="2400" dirty="0"/>
              <a:t>　全国発表会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常時</a:t>
            </a:r>
            <a:endParaRPr lang="en-US" altLang="ja-JP" sz="2400" dirty="0"/>
          </a:p>
          <a:p>
            <a:r>
              <a:rPr lang="ja-JP" altLang="en-US" sz="2400" dirty="0"/>
              <a:t>　・就活　内定出るまで</a:t>
            </a:r>
            <a:endParaRPr lang="en-US" altLang="ja-JP" sz="2400" dirty="0"/>
          </a:p>
          <a:p>
            <a:r>
              <a:rPr lang="ja-JP" altLang="en-US" sz="2400" dirty="0"/>
              <a:t>　・ネットワーク</a:t>
            </a:r>
            <a:r>
              <a:rPr lang="en-US" altLang="ja-JP" sz="2400" dirty="0"/>
              <a:t>PG</a:t>
            </a:r>
          </a:p>
        </p:txBody>
      </p:sp>
    </p:spTree>
    <p:extLst>
      <p:ext uri="{BB962C8B-B14F-4D97-AF65-F5344CB8AC3E}">
        <p14:creationId xmlns:p14="http://schemas.microsoft.com/office/powerpoint/2010/main" val="104524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年の目標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難しいことにチャレンジしよう！！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Unreal C++</a:t>
            </a:r>
          </a:p>
          <a:p>
            <a:r>
              <a:rPr lang="ja-JP" altLang="en-US" sz="2400" dirty="0"/>
              <a:t>・ネットワーク</a:t>
            </a:r>
            <a:r>
              <a:rPr lang="en-US" altLang="ja-JP" sz="2400" dirty="0"/>
              <a:t>PG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HD</a:t>
            </a:r>
            <a:r>
              <a:rPr lang="ja-JP" altLang="en-US" sz="2400" dirty="0"/>
              <a:t>表現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AI</a:t>
            </a:r>
            <a:r>
              <a:rPr lang="ja-JP" altLang="en-US" sz="2400" dirty="0"/>
              <a:t>設計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就活の強みとなるものをどんどん増やしていきましょう。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5899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9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年の注意点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4589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を使う場合は気を付けましょう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難しいことを学ぶためには基礎知識が必要です。</a:t>
            </a:r>
            <a:endParaRPr lang="en-US" altLang="ja-JP" sz="2400" dirty="0"/>
          </a:p>
          <a:p>
            <a:r>
              <a:rPr lang="ja-JP" altLang="en-US" sz="2400" dirty="0"/>
              <a:t>それがない状態でいきなり</a:t>
            </a:r>
            <a:r>
              <a:rPr lang="en-US" altLang="ja-JP" sz="2400" dirty="0"/>
              <a:t>AI</a:t>
            </a:r>
            <a:r>
              <a:rPr lang="ja-JP" altLang="en-US" sz="2400" dirty="0"/>
              <a:t>に実装などを聞くと、</a:t>
            </a:r>
            <a:endParaRPr lang="en-US" altLang="ja-JP" sz="2400" dirty="0"/>
          </a:p>
          <a:p>
            <a:r>
              <a:rPr lang="ja-JP" altLang="en-US" sz="2400" dirty="0"/>
              <a:t>理解できずに沼にはまります。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始めのうちは、これまでの授業を振り返ったり、</a:t>
            </a:r>
            <a:endParaRPr lang="en-US" altLang="ja-JP" sz="2400" dirty="0"/>
          </a:p>
          <a:p>
            <a:r>
              <a:rPr lang="ja-JP" altLang="en-US" sz="2400" dirty="0"/>
              <a:t>授業がなかったものは先生に聞いたりして、</a:t>
            </a:r>
            <a:endParaRPr lang="en-US" altLang="ja-JP" sz="2400" dirty="0"/>
          </a:p>
          <a:p>
            <a:r>
              <a:rPr lang="ja-JP" altLang="en-US" sz="2400" dirty="0"/>
              <a:t>基礎をしっかり身に着けてから</a:t>
            </a:r>
            <a:r>
              <a:rPr lang="en-US" altLang="ja-JP" sz="2400" dirty="0"/>
              <a:t>AI</a:t>
            </a:r>
            <a:r>
              <a:rPr lang="ja-JP" altLang="en-US" sz="2400" dirty="0"/>
              <a:t>を使いましょう。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2373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9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年の注意点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就活がしんどい場合は必ず先生や友達に相談しましょう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就職活動ですが、</a:t>
            </a:r>
            <a:endParaRPr lang="en-US" altLang="ja-JP" sz="2400" dirty="0"/>
          </a:p>
          <a:p>
            <a:r>
              <a:rPr lang="ja-JP" altLang="en-US" sz="2400" dirty="0"/>
              <a:t>おそらく人生で１番きつい時期になると思います。</a:t>
            </a:r>
            <a:endParaRPr lang="en-US" altLang="ja-JP" sz="2400" dirty="0"/>
          </a:p>
          <a:p>
            <a:r>
              <a:rPr lang="ja-JP" altLang="en-US" sz="2400" dirty="0"/>
              <a:t>（荒木も就活は同率１位くらいきつかったです）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これまで以上に体調やメンタルには気にかけておきましょう。</a:t>
            </a:r>
            <a:endParaRPr lang="en-US" altLang="ja-JP" sz="2400" dirty="0"/>
          </a:p>
          <a:p>
            <a:r>
              <a:rPr lang="ja-JP" altLang="en-US" sz="2400" dirty="0"/>
              <a:t>無理をせずに、たまに息抜きするくらいがちょうどいいと思います。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0156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287</Words>
  <Application>Microsoft Office PowerPoint</Application>
  <PresentationFormat>ワイド画面</PresentationFormat>
  <Paragraphs>56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19</cp:revision>
  <dcterms:created xsi:type="dcterms:W3CDTF">2024-08-27T02:15:54Z</dcterms:created>
  <dcterms:modified xsi:type="dcterms:W3CDTF">2026-01-13T01:37:41Z</dcterms:modified>
</cp:coreProperties>
</file>