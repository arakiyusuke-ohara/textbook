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68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グループワーク</a:t>
            </a:r>
            <a:endParaRPr kumimoji="1" lang="en-US" altLang="ja-JP" sz="3200" b="1" u="sng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お題に対する結論をみんなで話し合ってまとめましょう！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■心がけること</a:t>
            </a:r>
            <a:endParaRPr lang="en-US" altLang="ja-JP" sz="2400" dirty="0">
              <a:solidFill>
                <a:srgbClr val="FF0000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・必ずお題に対して発言する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・他の人の発言に耳を傾ける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・グループ全体として意見をまとめるよう考える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・発表の仕方まで考えておく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・わからないことがあればネットで調べて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OK</a:t>
            </a:r>
          </a:p>
          <a:p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発表時間は１グループ３分です。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テストではないので楽しくやっていきましょう！！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422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グループワーク お題１</a:t>
            </a:r>
            <a:endParaRPr kumimoji="1" lang="en-US" altLang="ja-JP" sz="3200" b="1" u="sng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1694795" y="3013502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面白いゲームとはなんでしょう</a:t>
            </a:r>
            <a:endParaRPr lang="en-US" altLang="ja-JP" sz="48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05300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422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グループワーク お題２</a:t>
            </a:r>
            <a:endParaRPr kumimoji="1" lang="en-US" altLang="ja-JP" sz="3200" b="1" u="sng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1694795" y="3013502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ナンバー１クリエイターは誰？</a:t>
            </a:r>
            <a:endParaRPr lang="en-US" altLang="ja-JP" sz="48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0593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422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グループワーク お題３</a:t>
            </a:r>
            <a:endParaRPr kumimoji="1" lang="en-US" altLang="ja-JP" sz="3200" b="1" u="sng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1614645" y="3013502"/>
            <a:ext cx="89627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20</a:t>
            </a:r>
            <a:r>
              <a:rPr lang="ja-JP" altLang="en-US" sz="48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年後のゲームはどんなもの？</a:t>
            </a:r>
            <a:endParaRPr lang="en-US" altLang="ja-JP" sz="48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8742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105</Words>
  <Application>Microsoft Office PowerPoint</Application>
  <PresentationFormat>ワイド画面</PresentationFormat>
  <Paragraphs>18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HGS創英角ｺﾞｼｯｸUB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47</cp:revision>
  <dcterms:created xsi:type="dcterms:W3CDTF">2024-08-27T02:15:54Z</dcterms:created>
  <dcterms:modified xsi:type="dcterms:W3CDTF">2026-03-18T07:31:01Z</dcterms:modified>
</cp:coreProperties>
</file>