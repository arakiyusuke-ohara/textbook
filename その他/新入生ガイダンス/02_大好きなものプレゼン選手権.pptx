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2026/3/22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5402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大好きなものプレゼン選手権</a:t>
            </a:r>
            <a:endParaRPr kumimoji="1" lang="en-US" altLang="ja-JP" sz="3200" b="1" u="sng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自分の１番好きなものをみんなに教えてあげましょう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endParaRPr lang="en-US" altLang="ja-JP" sz="2400" dirty="0">
              <a:solidFill>
                <a:srgbClr val="FF0000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solidFill>
                  <a:srgbClr val="FF0000"/>
                </a:solidFill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■ルール</a:t>
            </a:r>
            <a:endParaRPr lang="en-US" altLang="ja-JP" sz="2400" dirty="0">
              <a:solidFill>
                <a:srgbClr val="FF0000"/>
              </a:solidFill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・必ず資料を作ること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・発表は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Teams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の画面共有を使いながら話す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・資料作成に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AI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を使用しても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OK</a:t>
            </a: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・資料の形式はなんでも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OK</a:t>
            </a: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　・エクセル 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/ 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ワード 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/ 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パワーポイント など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　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テーマは何でも</a:t>
            </a:r>
            <a:r>
              <a:rPr lang="en-US" altLang="ja-JP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OK</a:t>
            </a:r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です。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  <a:p>
            <a:r>
              <a:rPr lang="ja-JP" altLang="en-US" sz="2400" dirty="0">
                <a:latin typeface="HGS創英角ｺﾞｼｯｸUB" panose="020B0900000000000000" pitchFamily="50" charset="-128"/>
                <a:ea typeface="HGS創英角ｺﾞｼｯｸUB" panose="020B0900000000000000" pitchFamily="50" charset="-128"/>
              </a:rPr>
              <a:t>１番熱く語れるものを選びましょう。</a:t>
            </a:r>
            <a:endParaRPr lang="en-US" altLang="ja-JP" sz="2400" dirty="0">
              <a:latin typeface="HGS創英角ｺﾞｼｯｸUB" panose="020B0900000000000000" pitchFamily="50" charset="-128"/>
              <a:ea typeface="HGS創英角ｺﾞｼｯｸUB" panose="020B09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75</Words>
  <Application>Microsoft Office PowerPoint</Application>
  <PresentationFormat>ワイド画面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HGS創英角ｺﾞｼｯｸUB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49</cp:revision>
  <dcterms:created xsi:type="dcterms:W3CDTF">2024-08-27T02:15:54Z</dcterms:created>
  <dcterms:modified xsi:type="dcterms:W3CDTF">2026-03-22T08:03:30Z</dcterms:modified>
</cp:coreProperties>
</file>