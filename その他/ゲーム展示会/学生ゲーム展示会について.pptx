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0" r:id="rId7"/>
    <p:sldId id="261" r:id="rId8"/>
    <p:sldId id="262"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学生ゲーム展示会</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3416320"/>
          </a:xfrm>
          <a:prstGeom prst="rect">
            <a:avLst/>
          </a:prstGeom>
          <a:noFill/>
        </p:spPr>
        <p:txBody>
          <a:bodyPr wrap="none" rtlCol="0">
            <a:spAutoFit/>
          </a:bodyPr>
          <a:lstStyle/>
          <a:p>
            <a:r>
              <a:rPr kumimoji="1" lang="ja-JP" altLang="en-US" sz="2400" dirty="0"/>
              <a:t>学生ゲーム展示会は、</a:t>
            </a:r>
            <a:r>
              <a:rPr kumimoji="1" lang="ja-JP" altLang="en-US" sz="2400" b="1" dirty="0">
                <a:solidFill>
                  <a:srgbClr val="FF0000"/>
                </a:solidFill>
              </a:rPr>
              <a:t>年に一度の最大のイベント</a:t>
            </a:r>
            <a:r>
              <a:rPr kumimoji="1" lang="ja-JP" altLang="en-US" sz="2400" dirty="0"/>
              <a:t>になります。</a:t>
            </a:r>
            <a:endParaRPr kumimoji="1" lang="en-US" altLang="ja-JP" sz="2400" dirty="0"/>
          </a:p>
          <a:p>
            <a:r>
              <a:rPr lang="ja-JP" altLang="en-US" sz="2400" dirty="0"/>
              <a:t>皆さんのこれまでの集大成を披露する場となります。</a:t>
            </a:r>
            <a:endParaRPr lang="en-US" altLang="ja-JP" sz="2400" dirty="0"/>
          </a:p>
          <a:p>
            <a:endParaRPr lang="en-US" altLang="ja-JP" sz="2400" dirty="0"/>
          </a:p>
          <a:p>
            <a:r>
              <a:rPr lang="ja-JP" altLang="en-US" sz="2400" b="1" dirty="0">
                <a:solidFill>
                  <a:srgbClr val="FF0000"/>
                </a:solidFill>
              </a:rPr>
              <a:t>■これから話すこと</a:t>
            </a:r>
            <a:endParaRPr lang="en-US" altLang="ja-JP" sz="2400" b="1" dirty="0">
              <a:solidFill>
                <a:srgbClr val="FF0000"/>
              </a:solidFill>
            </a:endParaRPr>
          </a:p>
          <a:p>
            <a:r>
              <a:rPr lang="ja-JP" altLang="en-US" sz="2400" dirty="0"/>
              <a:t>・概要</a:t>
            </a:r>
            <a:endParaRPr lang="en-US" altLang="ja-JP" sz="2400" dirty="0"/>
          </a:p>
          <a:p>
            <a:r>
              <a:rPr lang="ja-JP" altLang="en-US" sz="2400" dirty="0"/>
              <a:t>・展示するには</a:t>
            </a:r>
            <a:endParaRPr lang="en-US" altLang="ja-JP" sz="2400" dirty="0"/>
          </a:p>
          <a:p>
            <a:r>
              <a:rPr lang="ja-JP" altLang="en-US" sz="2400" dirty="0"/>
              <a:t>・展示するゲームについて</a:t>
            </a:r>
            <a:endParaRPr lang="en-US" altLang="ja-JP" sz="2400" dirty="0"/>
          </a:p>
          <a:p>
            <a:r>
              <a:rPr lang="ja-JP" altLang="en-US" sz="2400" dirty="0"/>
              <a:t>・当日までの準備</a:t>
            </a:r>
            <a:endParaRPr lang="en-US" altLang="ja-JP" sz="2400" dirty="0"/>
          </a:p>
          <a:p>
            <a:r>
              <a:rPr lang="ja-JP" altLang="en-US" sz="2400" dirty="0"/>
              <a:t>・当日の動き</a:t>
            </a:r>
            <a:endParaRPr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学生ゲーム展示会</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623655" cy="5262979"/>
          </a:xfrm>
          <a:prstGeom prst="rect">
            <a:avLst/>
          </a:prstGeom>
          <a:noFill/>
        </p:spPr>
        <p:txBody>
          <a:bodyPr wrap="none" rtlCol="0">
            <a:spAutoFit/>
          </a:bodyPr>
          <a:lstStyle/>
          <a:p>
            <a:r>
              <a:rPr lang="ja-JP" altLang="en-US" sz="2400" dirty="0"/>
              <a:t>展示会の概要です</a:t>
            </a:r>
            <a:endParaRPr lang="en-US" altLang="ja-JP" sz="2400" dirty="0"/>
          </a:p>
          <a:p>
            <a:endParaRPr lang="en-US" altLang="ja-JP" sz="2400" dirty="0"/>
          </a:p>
          <a:p>
            <a:r>
              <a:rPr lang="ja-JP" altLang="en-US" sz="2400" dirty="0"/>
              <a:t>日程：</a:t>
            </a:r>
            <a:r>
              <a:rPr lang="en-US" altLang="ja-JP" sz="2400" dirty="0"/>
              <a:t>2</a:t>
            </a:r>
            <a:r>
              <a:rPr lang="ja-JP" altLang="en-US" sz="2400" dirty="0"/>
              <a:t>月</a:t>
            </a:r>
            <a:r>
              <a:rPr lang="en-US" altLang="ja-JP" sz="2400" dirty="0"/>
              <a:t>5</a:t>
            </a:r>
            <a:r>
              <a:rPr lang="ja-JP" altLang="en-US" sz="2400" dirty="0"/>
              <a:t>日（金）</a:t>
            </a:r>
            <a:r>
              <a:rPr lang="en-US" altLang="ja-JP" sz="2400" dirty="0"/>
              <a:t>10</a:t>
            </a:r>
            <a:r>
              <a:rPr lang="ja-JP" altLang="en-US" sz="2400" dirty="0"/>
              <a:t>時～</a:t>
            </a:r>
            <a:r>
              <a:rPr lang="en-US" altLang="ja-JP" sz="2400" dirty="0"/>
              <a:t>17</a:t>
            </a:r>
            <a:r>
              <a:rPr lang="ja-JP" altLang="en-US" sz="2400" dirty="0"/>
              <a:t>時　</a:t>
            </a:r>
            <a:endParaRPr lang="en-US" altLang="ja-JP" sz="2400" dirty="0"/>
          </a:p>
          <a:p>
            <a:r>
              <a:rPr lang="ja-JP" altLang="en-US" sz="2400" dirty="0"/>
              <a:t>　　　</a:t>
            </a:r>
            <a:r>
              <a:rPr lang="en-US" altLang="ja-JP" sz="2400" dirty="0"/>
              <a:t>2</a:t>
            </a:r>
            <a:r>
              <a:rPr lang="ja-JP" altLang="en-US" sz="2400" dirty="0"/>
              <a:t>月</a:t>
            </a:r>
            <a:r>
              <a:rPr lang="en-US" altLang="ja-JP" sz="2400" dirty="0"/>
              <a:t>6</a:t>
            </a:r>
            <a:r>
              <a:rPr lang="ja-JP" altLang="en-US" sz="2400" dirty="0"/>
              <a:t>日（土）</a:t>
            </a:r>
            <a:r>
              <a:rPr lang="en-US" altLang="ja-JP" sz="2400" dirty="0"/>
              <a:t>10</a:t>
            </a:r>
            <a:r>
              <a:rPr lang="ja-JP" altLang="en-US" sz="2400" dirty="0"/>
              <a:t>時～</a:t>
            </a:r>
            <a:r>
              <a:rPr lang="en-US" altLang="ja-JP" sz="2400" dirty="0"/>
              <a:t>17</a:t>
            </a:r>
            <a:r>
              <a:rPr lang="ja-JP" altLang="en-US" sz="2400" dirty="0"/>
              <a:t>時</a:t>
            </a:r>
            <a:endParaRPr lang="en-US" altLang="ja-JP" sz="2400" dirty="0"/>
          </a:p>
          <a:p>
            <a:endParaRPr lang="en-US" altLang="ja-JP" sz="2400" dirty="0"/>
          </a:p>
          <a:p>
            <a:r>
              <a:rPr lang="ja-JP" altLang="en-US" sz="2400" dirty="0"/>
              <a:t>場所：北九州校 </a:t>
            </a:r>
            <a:r>
              <a:rPr lang="en-US" altLang="ja-JP" sz="2400" dirty="0"/>
              <a:t>6,7</a:t>
            </a:r>
            <a:r>
              <a:rPr lang="ja-JP" altLang="en-US" sz="2400" dirty="0"/>
              <a:t>階</a:t>
            </a:r>
            <a:endParaRPr lang="en-US" altLang="ja-JP" sz="2400" dirty="0"/>
          </a:p>
          <a:p>
            <a:endParaRPr lang="en-US" altLang="ja-JP" sz="2400" dirty="0"/>
          </a:p>
          <a:p>
            <a:r>
              <a:rPr lang="ja-JP" altLang="en-US" sz="2400" dirty="0"/>
              <a:t>招待する方々</a:t>
            </a:r>
            <a:endParaRPr lang="en-US" altLang="ja-JP" sz="2400" dirty="0"/>
          </a:p>
          <a:p>
            <a:r>
              <a:rPr lang="ja-JP" altLang="en-US" sz="2400" dirty="0"/>
              <a:t>・ゲーム企業の方</a:t>
            </a:r>
            <a:endParaRPr lang="en-US" altLang="ja-JP" sz="2400" dirty="0"/>
          </a:p>
          <a:p>
            <a:r>
              <a:rPr lang="ja-JP" altLang="en-US" sz="2400" dirty="0"/>
              <a:t>・保護者の方</a:t>
            </a:r>
            <a:endParaRPr lang="en-US" altLang="ja-JP" sz="2400" dirty="0"/>
          </a:p>
          <a:p>
            <a:r>
              <a:rPr lang="ja-JP" altLang="en-US" sz="2400" dirty="0"/>
              <a:t>・在校生</a:t>
            </a:r>
            <a:endParaRPr lang="en-US" altLang="ja-JP" sz="2400" dirty="0"/>
          </a:p>
          <a:p>
            <a:r>
              <a:rPr lang="ja-JP" altLang="en-US" sz="2400" dirty="0"/>
              <a:t>・高校生</a:t>
            </a:r>
            <a:endParaRPr lang="en-US" altLang="ja-JP" sz="2400" dirty="0"/>
          </a:p>
          <a:p>
            <a:endParaRPr lang="en-US" altLang="ja-JP" sz="2400" dirty="0"/>
          </a:p>
          <a:p>
            <a:r>
              <a:rPr lang="en-US" altLang="ja-JP" sz="2400" dirty="0"/>
              <a:t>※</a:t>
            </a:r>
            <a:r>
              <a:rPr lang="ja-JP" altLang="en-US" sz="2400" dirty="0"/>
              <a:t>二日間で</a:t>
            </a:r>
            <a:r>
              <a:rPr lang="en-US" altLang="ja-JP" sz="2400" dirty="0"/>
              <a:t>100</a:t>
            </a:r>
            <a:r>
              <a:rPr lang="ja-JP" altLang="en-US" sz="2400" dirty="0"/>
              <a:t>名来客を目標としてます</a:t>
            </a:r>
            <a:endParaRPr lang="en-US" altLang="ja-JP" sz="2400" dirty="0"/>
          </a:p>
        </p:txBody>
      </p:sp>
    </p:spTree>
    <p:extLst>
      <p:ext uri="{BB962C8B-B14F-4D97-AF65-F5344CB8AC3E}">
        <p14:creationId xmlns:p14="http://schemas.microsoft.com/office/powerpoint/2010/main" val="17178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046848" cy="584775"/>
          </a:xfrm>
          <a:prstGeom prst="rect">
            <a:avLst/>
          </a:prstGeom>
          <a:noFill/>
        </p:spPr>
        <p:txBody>
          <a:bodyPr wrap="none" rtlCol="0">
            <a:spAutoFit/>
          </a:bodyPr>
          <a:lstStyle/>
          <a:p>
            <a:r>
              <a:rPr kumimoji="1" lang="ja-JP" altLang="en-US" sz="3200" b="1" u="sng" dirty="0"/>
              <a:t>学生ゲーム展示会 展示するには</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533379" cy="4524315"/>
          </a:xfrm>
          <a:prstGeom prst="rect">
            <a:avLst/>
          </a:prstGeom>
          <a:noFill/>
        </p:spPr>
        <p:txBody>
          <a:bodyPr wrap="none" rtlCol="0">
            <a:spAutoFit/>
          </a:bodyPr>
          <a:lstStyle/>
          <a:p>
            <a:r>
              <a:rPr lang="ja-JP" altLang="en-US" sz="2400" dirty="0"/>
              <a:t>全員ゲームを展示するわけではありません。</a:t>
            </a:r>
            <a:endParaRPr lang="en-US" altLang="ja-JP" sz="2400" dirty="0"/>
          </a:p>
          <a:p>
            <a:r>
              <a:rPr lang="ja-JP" altLang="en-US" sz="2400" dirty="0"/>
              <a:t>展示条件は学年ごとに異なります。</a:t>
            </a:r>
            <a:endParaRPr lang="en-US" altLang="ja-JP" sz="2400" dirty="0"/>
          </a:p>
          <a:p>
            <a:endParaRPr lang="en-US" altLang="ja-JP" sz="2400" dirty="0"/>
          </a:p>
          <a:p>
            <a:r>
              <a:rPr lang="ja-JP" altLang="en-US" sz="2400" b="1" dirty="0">
                <a:solidFill>
                  <a:srgbClr val="FF0000"/>
                </a:solidFill>
              </a:rPr>
              <a:t>■展示条件</a:t>
            </a:r>
            <a:endParaRPr lang="en-US" altLang="ja-JP" sz="2400" b="1" dirty="0">
              <a:solidFill>
                <a:srgbClr val="FF0000"/>
              </a:solidFill>
            </a:endParaRPr>
          </a:p>
          <a:p>
            <a:r>
              <a:rPr lang="ja-JP" altLang="en-US" sz="2400" dirty="0"/>
              <a:t>・</a:t>
            </a:r>
            <a:r>
              <a:rPr lang="en-US" altLang="ja-JP" sz="2400" dirty="0"/>
              <a:t>3</a:t>
            </a:r>
            <a:r>
              <a:rPr lang="ja-JP" altLang="en-US" sz="2400" dirty="0"/>
              <a:t>年生</a:t>
            </a:r>
            <a:endParaRPr lang="en-US" altLang="ja-JP" sz="2400" dirty="0"/>
          </a:p>
          <a:p>
            <a:r>
              <a:rPr lang="ja-JP" altLang="en-US" sz="2400" dirty="0"/>
              <a:t>　全チーム展示</a:t>
            </a:r>
            <a:endParaRPr lang="en-US" altLang="ja-JP" sz="2400" dirty="0"/>
          </a:p>
          <a:p>
            <a:endParaRPr lang="en-US" altLang="ja-JP" sz="2400" dirty="0"/>
          </a:p>
          <a:p>
            <a:r>
              <a:rPr lang="ja-JP" altLang="en-US" sz="2400" dirty="0"/>
              <a:t>・</a:t>
            </a:r>
            <a:r>
              <a:rPr lang="en-US" altLang="ja-JP" sz="2400" dirty="0"/>
              <a:t>1,2</a:t>
            </a:r>
            <a:r>
              <a:rPr lang="ja-JP" altLang="en-US" sz="2400" dirty="0"/>
              <a:t>年生</a:t>
            </a:r>
            <a:endParaRPr lang="en-US" altLang="ja-JP" sz="2400" dirty="0"/>
          </a:p>
          <a:p>
            <a:r>
              <a:rPr lang="ja-JP" altLang="en-US" sz="2400" dirty="0"/>
              <a:t>　ゲーム科教員から展示許可が出た作品のみ展示</a:t>
            </a:r>
            <a:endParaRPr lang="en-US" altLang="ja-JP" sz="2400" dirty="0"/>
          </a:p>
          <a:p>
            <a:endParaRPr lang="en-US" altLang="ja-JP" sz="2400" dirty="0"/>
          </a:p>
          <a:p>
            <a:r>
              <a:rPr lang="en-US" altLang="ja-JP" sz="2400" dirty="0"/>
              <a:t>1,2</a:t>
            </a:r>
            <a:r>
              <a:rPr lang="ja-JP" altLang="en-US" sz="2400" dirty="0"/>
              <a:t>年生は遊んでもらう価値があると判断した作品のみ展示します。</a:t>
            </a:r>
            <a:endParaRPr lang="en-US" altLang="ja-JP" sz="2400" dirty="0"/>
          </a:p>
          <a:p>
            <a:r>
              <a:rPr lang="ja-JP" altLang="en-US" sz="2400" dirty="0"/>
              <a:t>企業の方も来校するため、非常に厳しい基準で判断します。</a:t>
            </a:r>
            <a:endParaRPr lang="en-US" altLang="ja-JP" sz="2400" dirty="0"/>
          </a:p>
        </p:txBody>
      </p:sp>
    </p:spTree>
    <p:extLst>
      <p:ext uri="{BB962C8B-B14F-4D97-AF65-F5344CB8AC3E}">
        <p14:creationId xmlns:p14="http://schemas.microsoft.com/office/powerpoint/2010/main" val="612605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046848" cy="584775"/>
          </a:xfrm>
          <a:prstGeom prst="rect">
            <a:avLst/>
          </a:prstGeom>
          <a:noFill/>
        </p:spPr>
        <p:txBody>
          <a:bodyPr wrap="none" rtlCol="0">
            <a:spAutoFit/>
          </a:bodyPr>
          <a:lstStyle/>
          <a:p>
            <a:r>
              <a:rPr kumimoji="1" lang="ja-JP" altLang="en-US" sz="3200" b="1" u="sng" dirty="0"/>
              <a:t>学生ゲーム展示会 展示するには</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5262979"/>
          </a:xfrm>
          <a:prstGeom prst="rect">
            <a:avLst/>
          </a:prstGeom>
          <a:noFill/>
        </p:spPr>
        <p:txBody>
          <a:bodyPr wrap="none" rtlCol="0">
            <a:spAutoFit/>
          </a:bodyPr>
          <a:lstStyle/>
          <a:p>
            <a:r>
              <a:rPr lang="en-US" altLang="ja-JP" sz="2400" dirty="0"/>
              <a:t>1,2</a:t>
            </a:r>
            <a:r>
              <a:rPr lang="ja-JP" altLang="en-US" sz="2400" dirty="0"/>
              <a:t>年生の作品について、判断基準は以下の通りです</a:t>
            </a:r>
            <a:endParaRPr lang="en-US" altLang="ja-JP" sz="2400" dirty="0"/>
          </a:p>
          <a:p>
            <a:endParaRPr lang="en-US" altLang="ja-JP" sz="2400" dirty="0"/>
          </a:p>
          <a:p>
            <a:r>
              <a:rPr lang="ja-JP" altLang="en-US" sz="2400" dirty="0"/>
              <a:t>・普段の生活態度から企業の方と接触しても問題ないと思われること</a:t>
            </a:r>
            <a:endParaRPr lang="en-US" altLang="ja-JP" sz="2400" dirty="0"/>
          </a:p>
          <a:p>
            <a:r>
              <a:rPr lang="ja-JP" altLang="en-US" sz="2400" dirty="0"/>
              <a:t>・完成した作品であること</a:t>
            </a:r>
            <a:endParaRPr lang="en-US" altLang="ja-JP" sz="2400" dirty="0"/>
          </a:p>
          <a:p>
            <a:r>
              <a:rPr lang="ja-JP" altLang="en-US" sz="2400" dirty="0"/>
              <a:t>・説明書やチュートリアルを見ただけで遊べること</a:t>
            </a:r>
            <a:endParaRPr lang="en-US" altLang="ja-JP" sz="2400" dirty="0"/>
          </a:p>
          <a:p>
            <a:r>
              <a:rPr lang="ja-JP" altLang="en-US" sz="2400" dirty="0"/>
              <a:t>・面白い仕組みが明確にあること</a:t>
            </a:r>
            <a:endParaRPr lang="en-US" altLang="ja-JP" sz="2400" dirty="0"/>
          </a:p>
          <a:p>
            <a:r>
              <a:rPr lang="ja-JP" altLang="en-US" sz="2400" dirty="0"/>
              <a:t>・バグがないこと</a:t>
            </a:r>
            <a:endParaRPr lang="en-US" altLang="ja-JP" sz="2400" dirty="0"/>
          </a:p>
          <a:p>
            <a:r>
              <a:rPr lang="ja-JP" altLang="en-US" sz="2400" dirty="0"/>
              <a:t>・ゲームとして必要なものが全てそろっていること</a:t>
            </a:r>
            <a:endParaRPr lang="en-US" altLang="ja-JP" sz="2400" dirty="0"/>
          </a:p>
          <a:p>
            <a:r>
              <a:rPr lang="ja-JP" altLang="en-US" sz="2400" dirty="0"/>
              <a:t>　・各画面、</a:t>
            </a:r>
            <a:r>
              <a:rPr lang="en-US" altLang="ja-JP" sz="2400" dirty="0"/>
              <a:t>SE</a:t>
            </a:r>
            <a:r>
              <a:rPr lang="ja-JP" altLang="en-US" sz="2400" dirty="0"/>
              <a:t>、エフェクト、サウンドなど</a:t>
            </a:r>
            <a:endParaRPr lang="en-US" altLang="ja-JP" sz="2400" dirty="0"/>
          </a:p>
          <a:p>
            <a:endParaRPr lang="en-US" altLang="ja-JP" sz="2400" dirty="0"/>
          </a:p>
          <a:p>
            <a:r>
              <a:rPr lang="ja-JP" altLang="en-US" sz="2400" b="1" dirty="0">
                <a:solidFill>
                  <a:srgbClr val="FF0000"/>
                </a:solidFill>
              </a:rPr>
              <a:t>以下は許可しない例</a:t>
            </a:r>
            <a:endParaRPr lang="en-US" altLang="ja-JP" sz="2400" b="1" dirty="0">
              <a:solidFill>
                <a:srgbClr val="FF0000"/>
              </a:solidFill>
            </a:endParaRPr>
          </a:p>
          <a:p>
            <a:r>
              <a:rPr lang="ja-JP" altLang="en-US" sz="2400" dirty="0"/>
              <a:t>・見た目だけよくて面白くないもの</a:t>
            </a:r>
            <a:endParaRPr lang="en-US" altLang="ja-JP" sz="2400" dirty="0"/>
          </a:p>
          <a:p>
            <a:r>
              <a:rPr lang="ja-JP" altLang="en-US" sz="2400" dirty="0"/>
              <a:t>・ゲームプレイ部分はできていても、他画面の質が悪いもの</a:t>
            </a:r>
            <a:endParaRPr lang="en-US" altLang="ja-JP" sz="2400" dirty="0"/>
          </a:p>
          <a:p>
            <a:r>
              <a:rPr lang="ja-JP" altLang="en-US" sz="2400" dirty="0"/>
              <a:t>・ボタン配置などで操作感が悪く遊びにくいもの</a:t>
            </a:r>
            <a:endParaRPr lang="en-US" altLang="ja-JP" sz="2400" dirty="0"/>
          </a:p>
        </p:txBody>
      </p:sp>
    </p:spTree>
    <p:extLst>
      <p:ext uri="{BB962C8B-B14F-4D97-AF65-F5344CB8AC3E}">
        <p14:creationId xmlns:p14="http://schemas.microsoft.com/office/powerpoint/2010/main" val="162118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457217" cy="584775"/>
          </a:xfrm>
          <a:prstGeom prst="rect">
            <a:avLst/>
          </a:prstGeom>
          <a:noFill/>
        </p:spPr>
        <p:txBody>
          <a:bodyPr wrap="none" rtlCol="0">
            <a:spAutoFit/>
          </a:bodyPr>
          <a:lstStyle/>
          <a:p>
            <a:r>
              <a:rPr kumimoji="1" lang="ja-JP" altLang="en-US" sz="3200" b="1" u="sng" dirty="0"/>
              <a:t>学生ゲーム展示会 展示するゲーム</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493538" cy="3785652"/>
          </a:xfrm>
          <a:prstGeom prst="rect">
            <a:avLst/>
          </a:prstGeom>
          <a:noFill/>
        </p:spPr>
        <p:txBody>
          <a:bodyPr wrap="none" rtlCol="0">
            <a:spAutoFit/>
          </a:bodyPr>
          <a:lstStyle/>
          <a:p>
            <a:r>
              <a:rPr lang="ja-JP" altLang="en-US" sz="2400" dirty="0"/>
              <a:t>展示する作品は以下の通りです</a:t>
            </a:r>
            <a:endParaRPr lang="en-US" altLang="ja-JP" sz="2400" dirty="0"/>
          </a:p>
          <a:p>
            <a:endParaRPr lang="en-US" altLang="ja-JP" sz="2400" dirty="0"/>
          </a:p>
          <a:p>
            <a:r>
              <a:rPr lang="ja-JP" altLang="en-US" sz="2400" dirty="0"/>
              <a:t>■</a:t>
            </a:r>
            <a:r>
              <a:rPr lang="en-US" altLang="ja-JP" sz="2400" dirty="0"/>
              <a:t>3</a:t>
            </a:r>
            <a:r>
              <a:rPr lang="ja-JP" altLang="en-US" sz="2400" dirty="0"/>
              <a:t>年生</a:t>
            </a:r>
            <a:endParaRPr lang="en-US" altLang="ja-JP" sz="2400" dirty="0"/>
          </a:p>
          <a:p>
            <a:r>
              <a:rPr lang="ja-JP" altLang="en-US" sz="2400" dirty="0"/>
              <a:t>・卒業研究作品</a:t>
            </a:r>
            <a:endParaRPr lang="en-US" altLang="ja-JP" sz="2400" dirty="0"/>
          </a:p>
          <a:p>
            <a:endParaRPr lang="en-US" altLang="ja-JP" sz="2400" dirty="0"/>
          </a:p>
          <a:p>
            <a:r>
              <a:rPr lang="ja-JP" altLang="en-US" sz="2400" dirty="0"/>
              <a:t>■</a:t>
            </a:r>
            <a:r>
              <a:rPr lang="en-US" altLang="ja-JP" sz="2400" dirty="0"/>
              <a:t>2</a:t>
            </a:r>
            <a:r>
              <a:rPr lang="ja-JP" altLang="en-US" sz="2400" dirty="0"/>
              <a:t>年生</a:t>
            </a:r>
            <a:endParaRPr lang="en-US" altLang="ja-JP" sz="2400" dirty="0"/>
          </a:p>
          <a:p>
            <a:r>
              <a:rPr lang="ja-JP" altLang="en-US" sz="2400" dirty="0"/>
              <a:t>・就職作品</a:t>
            </a:r>
            <a:endParaRPr lang="en-US" altLang="ja-JP" sz="2400" dirty="0"/>
          </a:p>
          <a:p>
            <a:endParaRPr lang="en-US" altLang="ja-JP" sz="2400" dirty="0"/>
          </a:p>
          <a:p>
            <a:r>
              <a:rPr lang="ja-JP" altLang="en-US" sz="2400" dirty="0"/>
              <a:t>■</a:t>
            </a:r>
            <a:r>
              <a:rPr lang="en-US" altLang="ja-JP" sz="2400" dirty="0"/>
              <a:t>1</a:t>
            </a:r>
            <a:r>
              <a:rPr lang="ja-JP" altLang="en-US" sz="2400" dirty="0"/>
              <a:t>年生</a:t>
            </a:r>
            <a:endParaRPr lang="en-US" altLang="ja-JP" sz="2400" dirty="0"/>
          </a:p>
          <a:p>
            <a:r>
              <a:rPr lang="ja-JP" altLang="en-US" sz="2400" dirty="0"/>
              <a:t>・進級作品</a:t>
            </a:r>
            <a:endParaRPr lang="en-US" altLang="ja-JP" sz="2400" dirty="0"/>
          </a:p>
        </p:txBody>
      </p:sp>
    </p:spTree>
    <p:extLst>
      <p:ext uri="{BB962C8B-B14F-4D97-AF65-F5344CB8AC3E}">
        <p14:creationId xmlns:p14="http://schemas.microsoft.com/office/powerpoint/2010/main" val="122048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kumimoji="1" lang="ja-JP" altLang="en-US" sz="3200" b="1" u="sng" dirty="0"/>
              <a:t>学生ゲーム展示会 準備</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3416320"/>
          </a:xfrm>
          <a:prstGeom prst="rect">
            <a:avLst/>
          </a:prstGeom>
          <a:noFill/>
        </p:spPr>
        <p:txBody>
          <a:bodyPr wrap="none" rtlCol="0">
            <a:spAutoFit/>
          </a:bodyPr>
          <a:lstStyle/>
          <a:p>
            <a:r>
              <a:rPr lang="ja-JP" altLang="en-US" sz="2400" dirty="0"/>
              <a:t>一大イベントなので準備もたくさんあります</a:t>
            </a:r>
            <a:endParaRPr lang="en-US" altLang="ja-JP" sz="2400" dirty="0"/>
          </a:p>
          <a:p>
            <a:endParaRPr lang="en-US" altLang="ja-JP" sz="2400" dirty="0"/>
          </a:p>
          <a:p>
            <a:r>
              <a:rPr lang="ja-JP" altLang="en-US" sz="2400" dirty="0"/>
              <a:t>・広告ポスター作り</a:t>
            </a:r>
            <a:endParaRPr lang="en-US" altLang="ja-JP" sz="2400" dirty="0"/>
          </a:p>
          <a:p>
            <a:r>
              <a:rPr lang="ja-JP" altLang="en-US" sz="2400" dirty="0"/>
              <a:t>・経路案内づくり</a:t>
            </a:r>
            <a:endParaRPr lang="en-US" altLang="ja-JP" sz="2400" dirty="0"/>
          </a:p>
          <a:p>
            <a:r>
              <a:rPr lang="ja-JP" altLang="en-US" sz="2400" dirty="0"/>
              <a:t>・飾り付け</a:t>
            </a:r>
            <a:endParaRPr lang="en-US" altLang="ja-JP" sz="2400" dirty="0"/>
          </a:p>
          <a:p>
            <a:r>
              <a:rPr lang="ja-JP" altLang="en-US" sz="2400" dirty="0"/>
              <a:t>・ゲーム資料作り</a:t>
            </a:r>
            <a:endParaRPr lang="en-US" altLang="ja-JP" sz="2400" dirty="0"/>
          </a:p>
          <a:p>
            <a:r>
              <a:rPr lang="ja-JP" altLang="en-US" sz="2400" dirty="0"/>
              <a:t>・展示作品動画作り</a:t>
            </a:r>
            <a:endParaRPr lang="en-US" altLang="ja-JP" sz="2400" dirty="0"/>
          </a:p>
          <a:p>
            <a:endParaRPr lang="en-US" altLang="ja-JP" sz="2400" dirty="0"/>
          </a:p>
          <a:p>
            <a:r>
              <a:rPr lang="ja-JP" altLang="en-US" sz="2400" dirty="0"/>
              <a:t>学生主体で準備しましょう。</a:t>
            </a:r>
            <a:endParaRPr lang="en-US" altLang="ja-JP" sz="2400" dirty="0"/>
          </a:p>
        </p:txBody>
      </p:sp>
    </p:spTree>
    <p:extLst>
      <p:ext uri="{BB962C8B-B14F-4D97-AF65-F5344CB8AC3E}">
        <p14:creationId xmlns:p14="http://schemas.microsoft.com/office/powerpoint/2010/main" val="1282673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046848" cy="584775"/>
          </a:xfrm>
          <a:prstGeom prst="rect">
            <a:avLst/>
          </a:prstGeom>
          <a:noFill/>
        </p:spPr>
        <p:txBody>
          <a:bodyPr wrap="none" rtlCol="0">
            <a:spAutoFit/>
          </a:bodyPr>
          <a:lstStyle/>
          <a:p>
            <a:r>
              <a:rPr kumimoji="1" lang="ja-JP" altLang="en-US" sz="3200" b="1" u="sng" dirty="0"/>
              <a:t>学生ゲーム展示会 広告ポスター</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3785652"/>
          </a:xfrm>
          <a:prstGeom prst="rect">
            <a:avLst/>
          </a:prstGeom>
          <a:noFill/>
        </p:spPr>
        <p:txBody>
          <a:bodyPr wrap="none" rtlCol="0">
            <a:spAutoFit/>
          </a:bodyPr>
          <a:lstStyle/>
          <a:p>
            <a:r>
              <a:rPr lang="ja-JP" altLang="en-US" sz="2400" dirty="0"/>
              <a:t>学校に掲示したり、</a:t>
            </a:r>
            <a:endParaRPr lang="en-US" altLang="ja-JP" sz="2400" dirty="0"/>
          </a:p>
          <a:p>
            <a:r>
              <a:rPr lang="ja-JP" altLang="en-US" sz="2400" dirty="0"/>
              <a:t>高校生や企業の方に配るポスターを作ります。</a:t>
            </a:r>
            <a:endParaRPr lang="en-US" altLang="ja-JP" sz="2400" dirty="0"/>
          </a:p>
          <a:p>
            <a:r>
              <a:rPr lang="ja-JP" altLang="en-US" sz="2400" dirty="0"/>
              <a:t>作りたい方がいましたら教員までご連絡ください。</a:t>
            </a:r>
            <a:endParaRPr lang="en-US" altLang="ja-JP" sz="2400" dirty="0"/>
          </a:p>
          <a:p>
            <a:endParaRPr lang="en-US" altLang="ja-JP" sz="2400" dirty="0"/>
          </a:p>
          <a:p>
            <a:r>
              <a:rPr lang="ja-JP" altLang="en-US" sz="2400" b="1" dirty="0">
                <a:solidFill>
                  <a:srgbClr val="FF0000"/>
                </a:solidFill>
              </a:rPr>
              <a:t>■ポスター制作スケジュール</a:t>
            </a:r>
            <a:endParaRPr lang="en-US" altLang="ja-JP" sz="2400" b="1" dirty="0">
              <a:solidFill>
                <a:srgbClr val="FF0000"/>
              </a:solidFill>
            </a:endParaRPr>
          </a:p>
          <a:p>
            <a:r>
              <a:rPr lang="en-US" altLang="ja-JP" sz="2400" dirty="0"/>
              <a:t>11/16</a:t>
            </a:r>
            <a:r>
              <a:rPr lang="ja-JP" altLang="en-US" sz="2400" dirty="0"/>
              <a:t>（金）　初案提出　</a:t>
            </a:r>
            <a:endParaRPr lang="en-US" altLang="ja-JP" sz="2400" dirty="0"/>
          </a:p>
          <a:p>
            <a:endParaRPr lang="en-US" altLang="ja-JP" sz="2400" dirty="0"/>
          </a:p>
          <a:p>
            <a:r>
              <a:rPr lang="ja-JP" altLang="en-US" sz="2400" dirty="0"/>
              <a:t>～修正期間～</a:t>
            </a:r>
            <a:endParaRPr lang="en-US" altLang="ja-JP" sz="2400" dirty="0"/>
          </a:p>
          <a:p>
            <a:endParaRPr lang="en-US" altLang="ja-JP" sz="2400" dirty="0"/>
          </a:p>
          <a:p>
            <a:r>
              <a:rPr lang="en-US" altLang="ja-JP" sz="2400" dirty="0"/>
              <a:t>11/23</a:t>
            </a:r>
            <a:r>
              <a:rPr lang="ja-JP" altLang="en-US" sz="2400" dirty="0"/>
              <a:t>（金）　完成</a:t>
            </a:r>
            <a:endParaRPr lang="en-US" altLang="ja-JP" sz="2400" dirty="0"/>
          </a:p>
        </p:txBody>
      </p:sp>
    </p:spTree>
    <p:extLst>
      <p:ext uri="{BB962C8B-B14F-4D97-AF65-F5344CB8AC3E}">
        <p14:creationId xmlns:p14="http://schemas.microsoft.com/office/powerpoint/2010/main" val="3090831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636479" cy="584775"/>
          </a:xfrm>
          <a:prstGeom prst="rect">
            <a:avLst/>
          </a:prstGeom>
          <a:noFill/>
        </p:spPr>
        <p:txBody>
          <a:bodyPr wrap="none" rtlCol="0">
            <a:spAutoFit/>
          </a:bodyPr>
          <a:lstStyle/>
          <a:p>
            <a:r>
              <a:rPr kumimoji="1" lang="ja-JP" altLang="en-US" sz="3200" b="1" u="sng" dirty="0"/>
              <a:t>学生ゲーム展示会 当日の動き</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3785652"/>
          </a:xfrm>
          <a:prstGeom prst="rect">
            <a:avLst/>
          </a:prstGeom>
          <a:noFill/>
        </p:spPr>
        <p:txBody>
          <a:bodyPr wrap="none" rtlCol="0">
            <a:spAutoFit/>
          </a:bodyPr>
          <a:lstStyle/>
          <a:p>
            <a:r>
              <a:rPr lang="ja-JP" altLang="en-US" sz="2400" dirty="0"/>
              <a:t>当日は展示する学生としない学生で、役割分担して運営します。</a:t>
            </a:r>
            <a:endParaRPr lang="en-US" altLang="ja-JP" sz="2400" dirty="0"/>
          </a:p>
          <a:p>
            <a:endParaRPr lang="en-US" altLang="ja-JP" sz="2400" dirty="0"/>
          </a:p>
          <a:p>
            <a:r>
              <a:rPr lang="ja-JP" altLang="en-US" sz="2400" b="1" dirty="0">
                <a:solidFill>
                  <a:srgbClr val="FF0000"/>
                </a:solidFill>
              </a:rPr>
              <a:t>■展示する学生</a:t>
            </a:r>
            <a:endParaRPr lang="en-US" altLang="ja-JP" sz="2400" b="1" dirty="0">
              <a:solidFill>
                <a:srgbClr val="FF0000"/>
              </a:solidFill>
            </a:endParaRPr>
          </a:p>
          <a:p>
            <a:r>
              <a:rPr lang="ja-JP" altLang="en-US" sz="2400" dirty="0"/>
              <a:t>・展示ブースでの対応</a:t>
            </a:r>
            <a:endParaRPr lang="en-US" altLang="ja-JP" sz="2400" dirty="0"/>
          </a:p>
          <a:p>
            <a:r>
              <a:rPr lang="ja-JP" altLang="en-US" sz="2400" dirty="0"/>
              <a:t>・採用ブースに招待された時の対応</a:t>
            </a:r>
            <a:endParaRPr lang="en-US" altLang="ja-JP" sz="2400" dirty="0"/>
          </a:p>
          <a:p>
            <a:endParaRPr lang="en-US" altLang="ja-JP" sz="2400" dirty="0"/>
          </a:p>
          <a:p>
            <a:r>
              <a:rPr lang="ja-JP" altLang="en-US" sz="2400" b="1" dirty="0">
                <a:solidFill>
                  <a:srgbClr val="FF0000"/>
                </a:solidFill>
              </a:rPr>
              <a:t>■展示しない学生</a:t>
            </a:r>
            <a:endParaRPr lang="en-US" altLang="ja-JP" sz="2400" b="1" dirty="0">
              <a:solidFill>
                <a:srgbClr val="FF0000"/>
              </a:solidFill>
            </a:endParaRPr>
          </a:p>
          <a:p>
            <a:r>
              <a:rPr lang="ja-JP" altLang="en-US" sz="2400" dirty="0"/>
              <a:t>・案内係</a:t>
            </a:r>
            <a:endParaRPr lang="en-US" altLang="ja-JP" sz="2400" dirty="0"/>
          </a:p>
          <a:p>
            <a:r>
              <a:rPr lang="ja-JP" altLang="en-US" sz="2400" dirty="0"/>
              <a:t>・受付係</a:t>
            </a:r>
            <a:endParaRPr lang="en-US" altLang="ja-JP" sz="2400" dirty="0"/>
          </a:p>
          <a:p>
            <a:r>
              <a:rPr lang="ja-JP" altLang="en-US" sz="2400" dirty="0"/>
              <a:t>・展示ブースのアシスタント</a:t>
            </a:r>
            <a:endParaRPr lang="en-US" altLang="ja-JP" sz="2400" dirty="0"/>
          </a:p>
        </p:txBody>
      </p:sp>
    </p:spTree>
    <p:extLst>
      <p:ext uri="{BB962C8B-B14F-4D97-AF65-F5344CB8AC3E}">
        <p14:creationId xmlns:p14="http://schemas.microsoft.com/office/powerpoint/2010/main" val="352818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636479" cy="584775"/>
          </a:xfrm>
          <a:prstGeom prst="rect">
            <a:avLst/>
          </a:prstGeom>
          <a:noFill/>
        </p:spPr>
        <p:txBody>
          <a:bodyPr wrap="none" rtlCol="0">
            <a:spAutoFit/>
          </a:bodyPr>
          <a:lstStyle/>
          <a:p>
            <a:r>
              <a:rPr kumimoji="1" lang="ja-JP" altLang="en-US" sz="3200" b="1" u="sng" dirty="0"/>
              <a:t>学生ゲーム展示会 当日の動き</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4893647"/>
          </a:xfrm>
          <a:prstGeom prst="rect">
            <a:avLst/>
          </a:prstGeom>
          <a:noFill/>
        </p:spPr>
        <p:txBody>
          <a:bodyPr wrap="none" rtlCol="0">
            <a:spAutoFit/>
          </a:bodyPr>
          <a:lstStyle/>
          <a:p>
            <a:r>
              <a:rPr lang="ja-JP" altLang="en-US" sz="2400" dirty="0"/>
              <a:t>それぞれの係の役割です</a:t>
            </a:r>
            <a:endParaRPr lang="en-US" altLang="ja-JP" sz="2400" dirty="0"/>
          </a:p>
          <a:p>
            <a:endParaRPr lang="en-US" altLang="ja-JP" sz="2400" dirty="0"/>
          </a:p>
          <a:p>
            <a:r>
              <a:rPr lang="ja-JP" altLang="en-US" sz="2400" b="1" dirty="0">
                <a:solidFill>
                  <a:srgbClr val="FF0000"/>
                </a:solidFill>
              </a:rPr>
              <a:t>■案内係</a:t>
            </a:r>
            <a:endParaRPr lang="en-US" altLang="ja-JP" sz="2400" b="1" dirty="0">
              <a:solidFill>
                <a:srgbClr val="FF0000"/>
              </a:solidFill>
            </a:endParaRPr>
          </a:p>
          <a:p>
            <a:r>
              <a:rPr lang="ja-JP" altLang="en-US" sz="2400" dirty="0"/>
              <a:t>学校まで来られた方を</a:t>
            </a:r>
            <a:r>
              <a:rPr lang="en-US" altLang="ja-JP" sz="2400" dirty="0"/>
              <a:t>6</a:t>
            </a:r>
            <a:r>
              <a:rPr lang="ja-JP" altLang="en-US" sz="2400" dirty="0"/>
              <a:t>階の受付まで案内する係</a:t>
            </a:r>
            <a:endParaRPr lang="en-US" altLang="ja-JP" sz="2400" dirty="0"/>
          </a:p>
          <a:p>
            <a:endParaRPr lang="en-US" altLang="ja-JP" sz="2400" dirty="0"/>
          </a:p>
          <a:p>
            <a:r>
              <a:rPr lang="ja-JP" altLang="en-US" sz="2400" b="1" dirty="0">
                <a:solidFill>
                  <a:srgbClr val="FF0000"/>
                </a:solidFill>
              </a:rPr>
              <a:t>■受付係</a:t>
            </a:r>
            <a:endParaRPr lang="en-US" altLang="ja-JP" sz="2400" b="1" dirty="0">
              <a:solidFill>
                <a:srgbClr val="FF0000"/>
              </a:solidFill>
            </a:endParaRPr>
          </a:p>
          <a:p>
            <a:r>
              <a:rPr lang="ja-JP" altLang="en-US" sz="2400" dirty="0"/>
              <a:t>企業、保護者、在校生、高校生ごとに記載事項を記載してもらい、</a:t>
            </a:r>
            <a:endParaRPr lang="en-US" altLang="ja-JP" sz="2400" dirty="0"/>
          </a:p>
          <a:p>
            <a:r>
              <a:rPr lang="ja-JP" altLang="en-US" sz="2400" dirty="0"/>
              <a:t>アンケートを渡した後に会場について説明する係</a:t>
            </a:r>
            <a:endParaRPr lang="en-US" altLang="ja-JP" sz="2400" dirty="0"/>
          </a:p>
          <a:p>
            <a:r>
              <a:rPr lang="ja-JP" altLang="en-US" sz="2400" dirty="0"/>
              <a:t>企業の場合は名刺の受け取りもする。</a:t>
            </a:r>
            <a:endParaRPr lang="en-US" altLang="ja-JP" sz="2400" dirty="0"/>
          </a:p>
          <a:p>
            <a:endParaRPr lang="en-US" altLang="ja-JP" sz="2400" dirty="0"/>
          </a:p>
          <a:p>
            <a:r>
              <a:rPr lang="ja-JP" altLang="en-US" sz="2400" b="1" dirty="0">
                <a:solidFill>
                  <a:srgbClr val="FF0000"/>
                </a:solidFill>
              </a:rPr>
              <a:t>■展示ブースのアシスタント</a:t>
            </a:r>
            <a:endParaRPr lang="en-US" altLang="ja-JP" sz="2400" b="1" dirty="0">
              <a:solidFill>
                <a:srgbClr val="FF0000"/>
              </a:solidFill>
            </a:endParaRPr>
          </a:p>
          <a:p>
            <a:r>
              <a:rPr lang="ja-JP" altLang="en-US" sz="2400" dirty="0"/>
              <a:t>展示してる人が休憩しているときに代わりに対応する係。</a:t>
            </a:r>
            <a:endParaRPr lang="en-US" altLang="ja-JP" sz="2400" dirty="0"/>
          </a:p>
          <a:p>
            <a:r>
              <a:rPr lang="ja-JP" altLang="en-US" sz="2400" dirty="0"/>
              <a:t>会場が混雑しているときの整理も兼用。</a:t>
            </a:r>
            <a:endParaRPr lang="en-US" altLang="ja-JP" sz="2400" dirty="0"/>
          </a:p>
        </p:txBody>
      </p:sp>
    </p:spTree>
    <p:extLst>
      <p:ext uri="{BB962C8B-B14F-4D97-AF65-F5344CB8AC3E}">
        <p14:creationId xmlns:p14="http://schemas.microsoft.com/office/powerpoint/2010/main" val="82978020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595</Words>
  <Application>Microsoft Office PowerPoint</Application>
  <PresentationFormat>ワイド画面</PresentationFormat>
  <Paragraphs>110</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26</cp:revision>
  <dcterms:created xsi:type="dcterms:W3CDTF">2024-08-27T02:15:54Z</dcterms:created>
  <dcterms:modified xsi:type="dcterms:W3CDTF">2026-10-16T03:37:25Z</dcterms:modified>
</cp:coreProperties>
</file>