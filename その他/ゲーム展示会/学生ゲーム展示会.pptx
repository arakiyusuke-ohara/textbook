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85" r:id="rId4"/>
    <p:sldId id="288" r:id="rId5"/>
    <p:sldId id="289" r:id="rId6"/>
    <p:sldId id="290" r:id="rId7"/>
    <p:sldId id="291" r:id="rId8"/>
    <p:sldId id="294" r:id="rId9"/>
    <p:sldId id="293" r:id="rId10"/>
    <p:sldId id="295" r:id="rId11"/>
    <p:sldId id="296" r:id="rId12"/>
    <p:sldId id="297" r:id="rId13"/>
    <p:sldId id="300" r:id="rId14"/>
    <p:sldId id="298" r:id="rId15"/>
    <p:sldId id="299" r:id="rId16"/>
    <p:sldId id="301" r:id="rId17"/>
    <p:sldId id="302" r:id="rId18"/>
    <p:sldId id="303" r:id="rId19"/>
    <p:sldId id="304" r:id="rId20"/>
    <p:sldId id="305" r:id="rId21"/>
    <p:sldId id="30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492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50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39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1948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27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306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75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66B9C9-A3AA-462B-AA08-59196B1B6C7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82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6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44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0599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66B9C9-A3AA-462B-AA08-59196B1B6C7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50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8240AD-0149-4A72-B81C-F4CCEF127E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dirty="0"/>
              <a:t>学生ゲーム展示会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5712600-17A1-4B1F-A99C-059848E7D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北九州校ゲーム学科の一大イベントにしたい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549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dirty="0"/>
              <a:t>はじめに</a:t>
            </a:r>
            <a:endParaRPr kumimoji="1" lang="en-US" altLang="ja-JP" sz="3600" dirty="0"/>
          </a:p>
          <a:p>
            <a:endParaRPr kumimoji="1" lang="en-US" altLang="ja-JP" dirty="0"/>
          </a:p>
          <a:p>
            <a:endParaRPr kumimoji="1" lang="en-US" altLang="ja-JP" sz="3200" b="1" dirty="0">
              <a:solidFill>
                <a:srgbClr val="FF0000"/>
              </a:solidFill>
            </a:endParaRPr>
          </a:p>
          <a:p>
            <a:r>
              <a:rPr kumimoji="1" lang="ja-JP" altLang="en-US" sz="4000" b="1" dirty="0"/>
              <a:t>・学生ゲーム展示会とは</a:t>
            </a:r>
            <a:endParaRPr kumimoji="1" lang="en-US" altLang="ja-JP" sz="4000" b="1" dirty="0"/>
          </a:p>
          <a:p>
            <a:endParaRPr kumimoji="1" lang="en-US" altLang="ja-JP" sz="4000" b="1" dirty="0"/>
          </a:p>
          <a:p>
            <a:r>
              <a:rPr kumimoji="1" lang="ja-JP" altLang="en-US" sz="4000" b="1" dirty="0"/>
              <a:t>・学生ゲーム展示会の狙い</a:t>
            </a:r>
            <a:endParaRPr kumimoji="1" lang="en-US" altLang="ja-JP" sz="4000" b="1" dirty="0"/>
          </a:p>
          <a:p>
            <a:endParaRPr kumimoji="1" lang="en-US" altLang="ja-JP" sz="4000" b="1" dirty="0"/>
          </a:p>
          <a:p>
            <a:r>
              <a:rPr kumimoji="1" lang="ja-JP" altLang="en-US" sz="4000" b="1" dirty="0"/>
              <a:t>・実施内容</a:t>
            </a:r>
          </a:p>
        </p:txBody>
      </p:sp>
    </p:spTree>
    <p:extLst>
      <p:ext uri="{BB962C8B-B14F-4D97-AF65-F5344CB8AC3E}">
        <p14:creationId xmlns:p14="http://schemas.microsoft.com/office/powerpoint/2010/main" val="2622459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2921169"/>
            <a:ext cx="100315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b="1" dirty="0">
                <a:solidFill>
                  <a:srgbClr val="FF0000"/>
                </a:solidFill>
              </a:rPr>
              <a:t>学生ゲーム展示会とは</a:t>
            </a:r>
            <a:endParaRPr kumimoji="1" lang="en-US" altLang="ja-JP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51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u="sng" dirty="0"/>
              <a:t>学生ゲーム展示会とは</a:t>
            </a:r>
            <a:endParaRPr kumimoji="1" lang="en-US" altLang="ja-JP" sz="3200" b="1" u="sng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/>
              <a:t>年に一度に実施される、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各学年の集大成となるゲーム作品を、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あらゆる学校関係者の方々や、企業の方々に</a:t>
            </a:r>
            <a:endParaRPr kumimoji="1" lang="en-US" altLang="ja-JP" sz="3200" b="1" dirty="0"/>
          </a:p>
          <a:p>
            <a:r>
              <a:rPr kumimoji="1" lang="ja-JP" altLang="en-US" sz="4800" b="1" dirty="0">
                <a:solidFill>
                  <a:srgbClr val="FF0000"/>
                </a:solidFill>
              </a:rPr>
              <a:t>楽しんでもらう</a:t>
            </a:r>
            <a:r>
              <a:rPr kumimoji="1" lang="ja-JP" altLang="en-US" sz="3200" b="1" dirty="0"/>
              <a:t>イベントです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2810843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u="sng" dirty="0"/>
              <a:t>展示する作品</a:t>
            </a:r>
            <a:endParaRPr kumimoji="1" lang="en-US" altLang="ja-JP" sz="3200" b="1" u="sng" dirty="0"/>
          </a:p>
          <a:p>
            <a:endParaRPr kumimoji="1" lang="en-US" altLang="ja-JP" sz="3200" b="1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■１年生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/>
              <a:t>スーパーファミコンクオリティの進級作品</a:t>
            </a:r>
            <a:endParaRPr kumimoji="1" lang="en-US" altLang="ja-JP" sz="2400" b="1" dirty="0"/>
          </a:p>
          <a:p>
            <a:endParaRPr kumimoji="1" lang="en-US" altLang="ja-JP" sz="2400" b="1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■２年生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en-US" altLang="ja-JP" sz="2400" b="1" dirty="0"/>
              <a:t>Nintendo64</a:t>
            </a:r>
            <a:r>
              <a:rPr kumimoji="1" lang="ja-JP" altLang="en-US" sz="2400" b="1" dirty="0"/>
              <a:t>クオリティの就職作品</a:t>
            </a:r>
            <a:endParaRPr kumimoji="1" lang="en-US" altLang="ja-JP" sz="2400" b="1" dirty="0"/>
          </a:p>
          <a:p>
            <a:endParaRPr kumimoji="1" lang="en-US" altLang="ja-JP" sz="2400" b="1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■３年生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/>
              <a:t>近代ゲームクオリティの卒研作品</a:t>
            </a:r>
            <a:endParaRPr kumimoji="1" lang="en-US" altLang="ja-JP" sz="2400" b="1" dirty="0"/>
          </a:p>
          <a:p>
            <a:endParaRPr kumimoji="1" lang="en-US" altLang="ja-JP" sz="2400" b="1" dirty="0"/>
          </a:p>
          <a:p>
            <a:r>
              <a:rPr kumimoji="1" lang="en-US" altLang="ja-JP" sz="2400" b="1" dirty="0"/>
              <a:t>※</a:t>
            </a:r>
            <a:r>
              <a:rPr kumimoji="1" lang="ja-JP" altLang="en-US" sz="2400" b="1" dirty="0"/>
              <a:t>いずれも、教員の審査が通ったクオリティの高いものを展示します</a:t>
            </a:r>
            <a:endParaRPr kumimoji="1"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6883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u="sng" dirty="0"/>
              <a:t>招待する方々</a:t>
            </a:r>
            <a:endParaRPr kumimoji="1" lang="en-US" altLang="ja-JP" sz="3200" b="1" u="sng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/>
              <a:t>・ゲーム学科以外の学生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・教職員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・ゲーム学科学生の保護者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・ゲーム会社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2303216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2921169"/>
            <a:ext cx="100315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b="1" dirty="0">
                <a:solidFill>
                  <a:srgbClr val="FF0000"/>
                </a:solidFill>
              </a:rPr>
              <a:t>学生ゲーム展示会の狙い</a:t>
            </a:r>
            <a:endParaRPr kumimoji="1" lang="en-US" altLang="ja-JP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129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u="sng" dirty="0"/>
              <a:t>制作モチベーション向上</a:t>
            </a:r>
            <a:endParaRPr kumimoji="1" lang="en-US" altLang="ja-JP" sz="3200" b="1" u="sng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/>
              <a:t>展示会があることにより、</a:t>
            </a:r>
            <a:endParaRPr kumimoji="1" lang="en-US" altLang="ja-JP" sz="3200" b="1" dirty="0"/>
          </a:p>
          <a:p>
            <a:r>
              <a:rPr kumimoji="1" lang="ja-JP" altLang="en-US" sz="3200" b="1" dirty="0">
                <a:solidFill>
                  <a:srgbClr val="FF0000"/>
                </a:solidFill>
              </a:rPr>
              <a:t>展示会を目標に学生が作品を作る</a:t>
            </a:r>
            <a:r>
              <a:rPr kumimoji="1" lang="ja-JP" altLang="en-US" sz="3200" b="1" dirty="0"/>
              <a:t>ことになります。</a:t>
            </a:r>
            <a:endParaRPr kumimoji="1" lang="en-US" altLang="ja-JP" sz="3200" b="1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/>
              <a:t>学生にとっては大きな目標となります。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1174986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u="sng" dirty="0"/>
              <a:t>作品の質の向上</a:t>
            </a:r>
            <a:endParaRPr kumimoji="1" lang="en-US" altLang="ja-JP" sz="3200" b="1" u="sng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/>
              <a:t>多くの方に遊んでもらい、多くの意見をもらい、</a:t>
            </a:r>
            <a:endParaRPr kumimoji="1" lang="en-US" altLang="ja-JP" sz="3200" b="1" dirty="0"/>
          </a:p>
          <a:p>
            <a:r>
              <a:rPr kumimoji="1" lang="ja-JP" altLang="en-US" sz="3200" b="1" dirty="0">
                <a:solidFill>
                  <a:srgbClr val="FF0000"/>
                </a:solidFill>
              </a:rPr>
              <a:t>作品のブラッシュアップ</a:t>
            </a:r>
            <a:r>
              <a:rPr kumimoji="1" lang="ja-JP" altLang="en-US" sz="3200" b="1" dirty="0"/>
              <a:t>の参考とします。</a:t>
            </a:r>
            <a:endParaRPr kumimoji="1" lang="en-US" altLang="ja-JP" sz="3200" b="1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/>
              <a:t>特に就職作品のブラッシュアップは、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業界就職に大きく影響する重要なものとなります。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3590504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u="sng" dirty="0"/>
              <a:t>企業からスカウト</a:t>
            </a:r>
            <a:endParaRPr kumimoji="1" lang="en-US" altLang="ja-JP" sz="3200" b="1" u="sng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/>
              <a:t>企業の方から</a:t>
            </a:r>
            <a:r>
              <a:rPr kumimoji="1" lang="ja-JP" altLang="en-US" sz="3200" b="1" dirty="0">
                <a:solidFill>
                  <a:srgbClr val="FF0000"/>
                </a:solidFill>
              </a:rPr>
              <a:t>スカウト</a:t>
            </a:r>
            <a:r>
              <a:rPr kumimoji="1" lang="ja-JP" altLang="en-US" sz="3200" b="1" dirty="0"/>
              <a:t>がある可能性も十分あります。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実際に、筆記試験が免除されたり、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後日すぐに面接して採用、ということがあったりします。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3769338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u="sng" dirty="0"/>
              <a:t>楽しんでもらえるゲーム作り</a:t>
            </a:r>
            <a:endParaRPr kumimoji="1" lang="en-US" altLang="ja-JP" sz="3200" b="1" u="sng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/>
              <a:t>展示会があることにより、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多くの方に遊んでもらうことを前提に作品を作ります。</a:t>
            </a:r>
            <a:endParaRPr kumimoji="1" lang="en-US" altLang="ja-JP" sz="3200" b="1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/>
              <a:t>ゲーム制作で最も大事な、</a:t>
            </a:r>
            <a:endParaRPr kumimoji="1" lang="en-US" altLang="ja-JP" sz="3200" b="1" dirty="0"/>
          </a:p>
          <a:p>
            <a:r>
              <a:rPr kumimoji="1" lang="ja-JP" altLang="en-US" sz="3200" b="1" dirty="0">
                <a:solidFill>
                  <a:srgbClr val="FF0000"/>
                </a:solidFill>
              </a:rPr>
              <a:t>遊んでくれる方を満足させる</a:t>
            </a:r>
            <a:r>
              <a:rPr kumimoji="1" lang="ja-JP" altLang="en-US" sz="3200" b="1" dirty="0"/>
              <a:t>ことを意識した、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ゲーム制作をすることになります。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84735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2921169"/>
            <a:ext cx="100315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b="1" dirty="0">
                <a:solidFill>
                  <a:srgbClr val="FF0000"/>
                </a:solidFill>
              </a:rPr>
              <a:t>実施内容</a:t>
            </a:r>
            <a:endParaRPr kumimoji="1" lang="en-US" altLang="ja-JP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698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u="sng" dirty="0"/>
              <a:t>日程</a:t>
            </a:r>
            <a:endParaRPr kumimoji="1" lang="en-US" altLang="ja-JP" sz="3200" b="1" u="sng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/>
              <a:t>以下の二日間で実施します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・</a:t>
            </a:r>
            <a:r>
              <a:rPr kumimoji="1" lang="en-US" altLang="ja-JP" sz="3200" b="1" dirty="0"/>
              <a:t>2027</a:t>
            </a:r>
            <a:r>
              <a:rPr kumimoji="1" lang="ja-JP" altLang="en-US" sz="3200" b="1" dirty="0"/>
              <a:t>年</a:t>
            </a:r>
            <a:r>
              <a:rPr kumimoji="1" lang="en-US" altLang="ja-JP" sz="3200" b="1" dirty="0"/>
              <a:t>2</a:t>
            </a:r>
            <a:r>
              <a:rPr kumimoji="1" lang="ja-JP" altLang="en-US" sz="3200" b="1" dirty="0"/>
              <a:t>月</a:t>
            </a:r>
            <a:r>
              <a:rPr kumimoji="1" lang="en-US" altLang="ja-JP" sz="3200" b="1" dirty="0"/>
              <a:t>5</a:t>
            </a:r>
            <a:r>
              <a:rPr kumimoji="1" lang="ja-JP" altLang="en-US" sz="3200" b="1" dirty="0"/>
              <a:t>日（金）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・</a:t>
            </a:r>
            <a:r>
              <a:rPr kumimoji="1" lang="en-US" altLang="ja-JP" sz="3200" b="1" dirty="0"/>
              <a:t>2027</a:t>
            </a:r>
            <a:r>
              <a:rPr kumimoji="1" lang="ja-JP" altLang="en-US" sz="3200" b="1" dirty="0"/>
              <a:t>年</a:t>
            </a:r>
            <a:r>
              <a:rPr kumimoji="1" lang="en-US" altLang="ja-JP" sz="3200" b="1" dirty="0"/>
              <a:t>2</a:t>
            </a:r>
            <a:r>
              <a:rPr kumimoji="1" lang="ja-JP" altLang="en-US" sz="3200" b="1" dirty="0"/>
              <a:t>月</a:t>
            </a:r>
            <a:r>
              <a:rPr kumimoji="1" lang="en-US" altLang="ja-JP" sz="3200" b="1" dirty="0"/>
              <a:t>6</a:t>
            </a:r>
            <a:r>
              <a:rPr kumimoji="1" lang="ja-JP" altLang="en-US" sz="3200" b="1" dirty="0"/>
              <a:t>日（土）</a:t>
            </a:r>
            <a:endParaRPr kumimoji="1" lang="en-US" altLang="ja-JP" sz="3200" b="1" dirty="0"/>
          </a:p>
          <a:p>
            <a:endParaRPr kumimoji="1" lang="en-US" altLang="ja-JP" sz="3200" b="1" dirty="0"/>
          </a:p>
          <a:p>
            <a:r>
              <a:rPr kumimoji="1" lang="ja-JP" altLang="en-US" sz="2800" b="1" dirty="0">
                <a:solidFill>
                  <a:srgbClr val="FF0000"/>
                </a:solidFill>
              </a:rPr>
              <a:t>外部の方が平日でも休日でも来られやすい</a:t>
            </a:r>
            <a:r>
              <a:rPr kumimoji="1" lang="ja-JP" altLang="en-US" sz="2800" b="1" dirty="0"/>
              <a:t>ように実施します。</a:t>
            </a:r>
            <a:endParaRPr kumimoji="1" lang="en-US" altLang="ja-JP" sz="2800" b="1" dirty="0"/>
          </a:p>
          <a:p>
            <a:r>
              <a:rPr kumimoji="1" lang="ja-JP" altLang="en-US" sz="2800" b="1" dirty="0"/>
              <a:t>また企業を少しでも多く呼ぶために、</a:t>
            </a:r>
            <a:endParaRPr kumimoji="1" lang="en-US" altLang="ja-JP" sz="2800" b="1" dirty="0"/>
          </a:p>
          <a:p>
            <a:r>
              <a:rPr kumimoji="1" lang="ja-JP" altLang="en-US" sz="2800" b="1" dirty="0">
                <a:solidFill>
                  <a:srgbClr val="FF0000"/>
                </a:solidFill>
              </a:rPr>
              <a:t>周辺のゲーム系専門学校の実施日に合わせて</a:t>
            </a:r>
            <a:r>
              <a:rPr kumimoji="1" lang="ja-JP" altLang="en-US" sz="2800" b="1" dirty="0"/>
              <a:t>実施します。</a:t>
            </a:r>
            <a:endParaRPr kumimoji="1" lang="en-US" altLang="ja-JP" sz="2800" b="1" dirty="0"/>
          </a:p>
        </p:txBody>
      </p:sp>
    </p:spTree>
    <p:extLst>
      <p:ext uri="{BB962C8B-B14F-4D97-AF65-F5344CB8AC3E}">
        <p14:creationId xmlns:p14="http://schemas.microsoft.com/office/powerpoint/2010/main" val="1819672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u="sng" dirty="0"/>
              <a:t>使用教室</a:t>
            </a:r>
            <a:endParaRPr kumimoji="1" lang="en-US" altLang="ja-JP" sz="3200" b="1" u="sng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>
                <a:solidFill>
                  <a:srgbClr val="FF0000"/>
                </a:solidFill>
              </a:rPr>
              <a:t>■１６４教室</a:t>
            </a:r>
            <a:endParaRPr kumimoji="1" lang="en-US" altLang="ja-JP" sz="3200" b="1" dirty="0">
              <a:solidFill>
                <a:srgbClr val="FF0000"/>
              </a:solidFill>
            </a:endParaRPr>
          </a:p>
          <a:p>
            <a:r>
              <a:rPr kumimoji="1" lang="ja-JP" altLang="en-US" sz="3200" b="1" dirty="0"/>
              <a:t>１年生と３年生の作品を展示。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企業の目当てでない学生作品を展示する、</a:t>
            </a:r>
            <a:endParaRPr kumimoji="1" lang="en-US" altLang="ja-JP" sz="3200" b="1" dirty="0"/>
          </a:p>
          <a:p>
            <a:r>
              <a:rPr kumimoji="1" lang="ja-JP" altLang="en-US" sz="3200" b="1" dirty="0">
                <a:solidFill>
                  <a:srgbClr val="FF0000"/>
                </a:solidFill>
              </a:rPr>
              <a:t>遊んで楽しいスペース</a:t>
            </a:r>
            <a:r>
              <a:rPr kumimoji="1" lang="ja-JP" altLang="en-US" sz="3200" b="1" dirty="0"/>
              <a:t>にする。</a:t>
            </a:r>
            <a:endParaRPr kumimoji="1" lang="en-US" altLang="ja-JP" sz="3200" b="1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>
                <a:solidFill>
                  <a:srgbClr val="FF0000"/>
                </a:solidFill>
              </a:rPr>
              <a:t>■１７４教室</a:t>
            </a:r>
            <a:endParaRPr kumimoji="1" lang="en-US" altLang="ja-JP" sz="3200" b="1" dirty="0">
              <a:solidFill>
                <a:srgbClr val="FF0000"/>
              </a:solidFill>
            </a:endParaRPr>
          </a:p>
          <a:p>
            <a:r>
              <a:rPr kumimoji="1" lang="ja-JP" altLang="en-US" sz="3200" b="1" dirty="0"/>
              <a:t>２年生の作品を展示。</a:t>
            </a:r>
            <a:endParaRPr kumimoji="1" lang="en-US" altLang="ja-JP" sz="3200" b="1" dirty="0"/>
          </a:p>
          <a:p>
            <a:r>
              <a:rPr kumimoji="1" lang="ja-JP" altLang="en-US" sz="3200" b="1" dirty="0">
                <a:solidFill>
                  <a:srgbClr val="FF0000"/>
                </a:solidFill>
              </a:rPr>
              <a:t>企業が採用目当てで見に来るスペース</a:t>
            </a:r>
            <a:r>
              <a:rPr kumimoji="1" lang="ja-JP" altLang="en-US" sz="3200" b="1" dirty="0"/>
              <a:t>にする。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1982261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u="sng" dirty="0"/>
              <a:t>使用設備</a:t>
            </a:r>
            <a:endParaRPr kumimoji="1" lang="en-US" altLang="ja-JP" sz="3200" b="1" u="sng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>
                <a:solidFill>
                  <a:srgbClr val="FF0000"/>
                </a:solidFill>
              </a:rPr>
              <a:t>■展示ブース</a:t>
            </a:r>
            <a:endParaRPr kumimoji="1" lang="en-US" altLang="ja-JP" sz="3200" b="1" dirty="0">
              <a:solidFill>
                <a:srgbClr val="FF0000"/>
              </a:solidFill>
            </a:endParaRPr>
          </a:p>
          <a:p>
            <a:r>
              <a:rPr kumimoji="1" lang="ja-JP" altLang="en-US" sz="3200" b="1" dirty="0"/>
              <a:t>普段、授業で使用している学生の座席を、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そのままブースとして使用します。</a:t>
            </a:r>
            <a:endParaRPr kumimoji="1" lang="en-US" altLang="ja-JP" sz="3200" b="1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/>
              <a:t>・使用する設備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　・机と椅子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　・ゲーミング</a:t>
            </a:r>
            <a:r>
              <a:rPr kumimoji="1" lang="en-US" altLang="ja-JP" sz="3200" b="1" dirty="0"/>
              <a:t>PC</a:t>
            </a:r>
          </a:p>
          <a:p>
            <a:r>
              <a:rPr kumimoji="1" lang="ja-JP" altLang="en-US" sz="3200" b="1" dirty="0"/>
              <a:t>　・モニター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1480684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u="sng" dirty="0"/>
              <a:t>導線</a:t>
            </a:r>
            <a:endParaRPr kumimoji="1" lang="en-US" altLang="ja-JP" sz="3200" b="1" u="sng" dirty="0"/>
          </a:p>
          <a:p>
            <a:endParaRPr kumimoji="1" lang="en-US" altLang="ja-JP" sz="3200" b="1" u="sng" dirty="0"/>
          </a:p>
          <a:p>
            <a:endParaRPr kumimoji="1" lang="en-US" altLang="ja-JP" sz="3200" b="1" u="sng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EBBF7B67-E86D-46B6-AD8D-DBAFBD6335BC}"/>
              </a:ext>
            </a:extLst>
          </p:cNvPr>
          <p:cNvSpPr/>
          <p:nvPr/>
        </p:nvSpPr>
        <p:spPr>
          <a:xfrm>
            <a:off x="4849881" y="1204603"/>
            <a:ext cx="941320" cy="38004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3600" dirty="0"/>
              <a:t>受付</a:t>
            </a:r>
            <a:endParaRPr kumimoji="1" lang="en-US" altLang="ja-JP" sz="3600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4F72EE0E-28FE-4427-98C0-52ADE224A491}"/>
              </a:ext>
            </a:extLst>
          </p:cNvPr>
          <p:cNvSpPr/>
          <p:nvPr/>
        </p:nvSpPr>
        <p:spPr>
          <a:xfrm>
            <a:off x="1575590" y="3194348"/>
            <a:ext cx="941320" cy="18106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3600" dirty="0"/>
              <a:t>入口</a:t>
            </a:r>
            <a:endParaRPr kumimoji="1" lang="en-US" altLang="ja-JP" sz="3600" dirty="0"/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7BD45FE1-5C17-46A4-AA57-39F13510A71E}"/>
              </a:ext>
            </a:extLst>
          </p:cNvPr>
          <p:cNvSpPr/>
          <p:nvPr/>
        </p:nvSpPr>
        <p:spPr>
          <a:xfrm>
            <a:off x="2872509" y="3702515"/>
            <a:ext cx="1727200" cy="794327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6</a:t>
            </a:r>
            <a:r>
              <a:rPr kumimoji="1" lang="ja-JP" altLang="en-US" dirty="0"/>
              <a:t>階へ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768169E-A9AF-454D-86F6-16E27381AC78}"/>
              </a:ext>
            </a:extLst>
          </p:cNvPr>
          <p:cNvSpPr/>
          <p:nvPr/>
        </p:nvSpPr>
        <p:spPr>
          <a:xfrm>
            <a:off x="8177879" y="1204602"/>
            <a:ext cx="941320" cy="18106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2800" dirty="0"/>
              <a:t>就職作品</a:t>
            </a:r>
            <a:endParaRPr kumimoji="1" lang="en-US" altLang="ja-JP" sz="2800" dirty="0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50367746-330C-4193-A633-60A78A57A863}"/>
              </a:ext>
            </a:extLst>
          </p:cNvPr>
          <p:cNvSpPr/>
          <p:nvPr/>
        </p:nvSpPr>
        <p:spPr>
          <a:xfrm>
            <a:off x="6167121" y="1632466"/>
            <a:ext cx="1727200" cy="794327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７階へ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D382B537-8A76-48F4-B3AD-1EDF3A6EE7E2}"/>
              </a:ext>
            </a:extLst>
          </p:cNvPr>
          <p:cNvSpPr/>
          <p:nvPr/>
        </p:nvSpPr>
        <p:spPr>
          <a:xfrm>
            <a:off x="6167121" y="3702514"/>
            <a:ext cx="1727200" cy="794327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そのまま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DC247087-20F0-46A2-9637-6A22E23DF542}"/>
              </a:ext>
            </a:extLst>
          </p:cNvPr>
          <p:cNvSpPr/>
          <p:nvPr/>
        </p:nvSpPr>
        <p:spPr>
          <a:xfrm>
            <a:off x="8177879" y="3194347"/>
            <a:ext cx="941320" cy="18106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2800" dirty="0"/>
              <a:t>進級作品</a:t>
            </a:r>
            <a:endParaRPr kumimoji="1" lang="en-US" altLang="ja-JP" sz="2800" dirty="0"/>
          </a:p>
          <a:p>
            <a:pPr algn="ctr"/>
            <a:r>
              <a:rPr kumimoji="1" lang="ja-JP" altLang="en-US" sz="2800" dirty="0"/>
              <a:t>卒研作品</a:t>
            </a:r>
            <a:endParaRPr kumimoji="1" lang="en-US" altLang="ja-JP" sz="28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2AF56B6-7854-4C4E-93CE-F4017735E117}"/>
              </a:ext>
            </a:extLst>
          </p:cNvPr>
          <p:cNvSpPr txBox="1"/>
          <p:nvPr/>
        </p:nvSpPr>
        <p:spPr>
          <a:xfrm>
            <a:off x="864187" y="5126358"/>
            <a:ext cx="236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学生とポスターで誘導</a:t>
            </a:r>
            <a:endParaRPr kumimoji="1" lang="en-US" altLang="ja-JP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9292182-2826-480D-AB2F-9992A946C8E3}"/>
              </a:ext>
            </a:extLst>
          </p:cNvPr>
          <p:cNvSpPr txBox="1"/>
          <p:nvPr/>
        </p:nvSpPr>
        <p:spPr>
          <a:xfrm>
            <a:off x="4138478" y="5126358"/>
            <a:ext cx="33706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/>
              <a:t>学生が受付をする。</a:t>
            </a:r>
            <a:endParaRPr kumimoji="1" lang="en-US" altLang="ja-JP" sz="1600" b="1" dirty="0"/>
          </a:p>
          <a:p>
            <a:r>
              <a:rPr kumimoji="1" lang="ja-JP" altLang="en-US" sz="1600" b="1" dirty="0"/>
              <a:t>各教室について説明をして、</a:t>
            </a:r>
            <a:endParaRPr kumimoji="1" lang="en-US" altLang="ja-JP" sz="1600" b="1" dirty="0"/>
          </a:p>
          <a:p>
            <a:r>
              <a:rPr kumimoji="1" lang="ja-JP" altLang="en-US" sz="1600" b="1" dirty="0"/>
              <a:t>企業の方が採用目的で来た場合は</a:t>
            </a:r>
            <a:endParaRPr kumimoji="1" lang="en-US" altLang="ja-JP" sz="1600" b="1" dirty="0"/>
          </a:p>
          <a:p>
            <a:r>
              <a:rPr kumimoji="1" lang="ja-JP" altLang="en-US" sz="1600" b="1" dirty="0"/>
              <a:t>７階に誘導する。</a:t>
            </a:r>
            <a:endParaRPr kumimoji="1" lang="en-US" altLang="ja-JP" sz="1600" b="1" dirty="0"/>
          </a:p>
        </p:txBody>
      </p:sp>
    </p:spTree>
    <p:extLst>
      <p:ext uri="{BB962C8B-B14F-4D97-AF65-F5344CB8AC3E}">
        <p14:creationId xmlns:p14="http://schemas.microsoft.com/office/powerpoint/2010/main" val="1405866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u="sng" dirty="0"/>
              <a:t>展示スペース</a:t>
            </a:r>
            <a:endParaRPr kumimoji="1" lang="en-US" altLang="ja-JP" sz="3200" b="1" u="sng" dirty="0"/>
          </a:p>
          <a:p>
            <a:endParaRPr kumimoji="1" lang="en-US" altLang="ja-JP" sz="3200" b="1" u="sng" dirty="0"/>
          </a:p>
          <a:p>
            <a:r>
              <a:rPr kumimoji="1" lang="ja-JP" altLang="en-US" sz="3200" b="1" dirty="0"/>
              <a:t>普段の授業の座席をそのままブースにする。</a:t>
            </a:r>
            <a:endParaRPr kumimoji="1" lang="en-US" altLang="ja-JP" sz="3200" b="1" dirty="0"/>
          </a:p>
          <a:p>
            <a:endParaRPr kumimoji="1" lang="en-US" altLang="ja-JP" sz="3200" b="1" u="sng" dirty="0"/>
          </a:p>
          <a:p>
            <a:r>
              <a:rPr kumimoji="1" lang="ja-JP" altLang="en-US" sz="3200" b="1" dirty="0"/>
              <a:t>１年生と２年生は１人１台でスペースを与える。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３年生は規模が大きいため、複数台スペースを与える。</a:t>
            </a:r>
            <a:endParaRPr kumimoji="1" lang="en-US" altLang="ja-JP" sz="3200" b="1" dirty="0"/>
          </a:p>
          <a:p>
            <a:endParaRPr kumimoji="1" lang="en-US" altLang="ja-JP" sz="3200" b="1" dirty="0"/>
          </a:p>
          <a:p>
            <a:r>
              <a:rPr kumimoji="1" lang="ja-JP" altLang="en-US" sz="3200" b="1" dirty="0"/>
              <a:t>飾り付けに必要なものは</a:t>
            </a:r>
            <a:r>
              <a:rPr kumimoji="1" lang="ja-JP" altLang="en-US" sz="3200" b="1" dirty="0">
                <a:solidFill>
                  <a:srgbClr val="FF0000"/>
                </a:solidFill>
              </a:rPr>
              <a:t>学生自身で</a:t>
            </a:r>
            <a:r>
              <a:rPr kumimoji="1" lang="ja-JP" altLang="en-US" sz="3200" b="1" dirty="0"/>
              <a:t>用意させる。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64916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2921169"/>
            <a:ext cx="100315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b="1" dirty="0">
                <a:solidFill>
                  <a:srgbClr val="FF0000"/>
                </a:solidFill>
              </a:rPr>
              <a:t>その他 実現したいこと</a:t>
            </a:r>
            <a:endParaRPr kumimoji="1" lang="en-US" altLang="ja-JP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981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u="sng" dirty="0"/>
              <a:t>高校生の参加</a:t>
            </a:r>
            <a:endParaRPr kumimoji="1" lang="en-US" altLang="ja-JP" sz="3200" b="1" u="sng" dirty="0"/>
          </a:p>
          <a:p>
            <a:endParaRPr kumimoji="1" lang="en-US" altLang="ja-JP" sz="3200" b="1" u="sng" dirty="0"/>
          </a:p>
          <a:p>
            <a:r>
              <a:rPr kumimoji="1" lang="ja-JP" altLang="en-US" sz="3200" b="1" dirty="0"/>
              <a:t>高校生にも参加してもらい、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入学者数増加の要因にしたいです。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3087799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u="sng" dirty="0"/>
              <a:t>大型モニターの配置</a:t>
            </a:r>
            <a:endParaRPr kumimoji="1" lang="en-US" altLang="ja-JP" sz="3200" b="1" u="sng" dirty="0"/>
          </a:p>
          <a:p>
            <a:endParaRPr kumimoji="1" lang="en-US" altLang="ja-JP" sz="3200" b="1" u="sng" dirty="0"/>
          </a:p>
          <a:p>
            <a:r>
              <a:rPr kumimoji="1" lang="ja-JP" altLang="en-US" sz="3200" b="1" dirty="0"/>
              <a:t>受付に大型モニターを配置して、</a:t>
            </a:r>
            <a:endParaRPr kumimoji="1" lang="en-US" altLang="ja-JP" sz="3200" b="1" dirty="0"/>
          </a:p>
          <a:p>
            <a:r>
              <a:rPr kumimoji="1" lang="ja-JP" altLang="en-US" sz="3200" b="1" dirty="0"/>
              <a:t>展示作品の動画を常に流したいです。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4203715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03999-92BB-4304-9868-BEBCBC5D0A90}"/>
              </a:ext>
            </a:extLst>
          </p:cNvPr>
          <p:cNvSpPr txBox="1"/>
          <p:nvPr/>
        </p:nvSpPr>
        <p:spPr>
          <a:xfrm>
            <a:off x="1080247" y="654424"/>
            <a:ext cx="100315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u="sng" dirty="0"/>
              <a:t>大分校との合同実施</a:t>
            </a:r>
            <a:endParaRPr kumimoji="1" lang="en-US" altLang="ja-JP" sz="3200" b="1" u="sng" dirty="0"/>
          </a:p>
          <a:p>
            <a:endParaRPr kumimoji="1" lang="en-US" altLang="ja-JP" sz="3200" b="1" u="sng" dirty="0"/>
          </a:p>
          <a:p>
            <a:r>
              <a:rPr kumimoji="1" lang="ja-JP" altLang="en-US" sz="3200" b="1" dirty="0">
                <a:solidFill>
                  <a:srgbClr val="FF0000"/>
                </a:solidFill>
              </a:rPr>
              <a:t>大分までわざわざ来校する企業がほとんどありません。</a:t>
            </a:r>
            <a:endParaRPr kumimoji="1" lang="en-US" altLang="ja-JP" sz="3200" b="1" dirty="0">
              <a:solidFill>
                <a:srgbClr val="FF0000"/>
              </a:solidFill>
            </a:endParaRPr>
          </a:p>
          <a:p>
            <a:r>
              <a:rPr kumimoji="1" lang="ja-JP" altLang="en-US" sz="3200" b="1" dirty="0"/>
              <a:t>大分校や、他に希望する学校と合同実施し、</a:t>
            </a:r>
            <a:endParaRPr kumimoji="1" lang="en-US" altLang="ja-JP" sz="3200" b="1" dirty="0"/>
          </a:p>
          <a:p>
            <a:r>
              <a:rPr kumimoji="1" lang="ja-JP" altLang="en-US" sz="3200" b="1" dirty="0">
                <a:solidFill>
                  <a:srgbClr val="FF0000"/>
                </a:solidFill>
              </a:rPr>
              <a:t>大原全体の業界就職率向上</a:t>
            </a:r>
            <a:r>
              <a:rPr kumimoji="1" lang="ja-JP" altLang="en-US" sz="3200" b="1" dirty="0"/>
              <a:t>に貢献したいです。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2226110825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262</TotalTime>
  <Words>641</Words>
  <Application>Microsoft Office PowerPoint</Application>
  <PresentationFormat>ワイド画面</PresentationFormat>
  <Paragraphs>128</Paragraphs>
  <Slides>21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4" baseType="lpstr">
      <vt:lpstr>Calibri</vt:lpstr>
      <vt:lpstr>Calibri Light</vt:lpstr>
      <vt:lpstr>レトロスペクト</vt:lpstr>
      <vt:lpstr>学生ゲーム展示会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ゲームプログラマーの１日</dc:title>
  <dc:creator>荒木 優介</dc:creator>
  <cp:lastModifiedBy>荒木 優介</cp:lastModifiedBy>
  <cp:revision>31</cp:revision>
  <dcterms:created xsi:type="dcterms:W3CDTF">2024-12-06T01:32:32Z</dcterms:created>
  <dcterms:modified xsi:type="dcterms:W3CDTF">2026-09-14T08:24:15Z</dcterms:modified>
</cp:coreProperties>
</file>