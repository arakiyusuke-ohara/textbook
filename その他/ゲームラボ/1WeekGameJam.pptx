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66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1WeekGameJam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１週間でゲーム制作＆発表会をしましょう！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■１週間でゲームを完成させるには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・規模は小さく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・アイデア勝負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・効率よく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・役割分担が大事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・アセットは簡単なもの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・結局は時間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・家でも作業できるとなお良い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66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1WeekGameJam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963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ルール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・開発環境は以下から選択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</a:t>
            </a:r>
            <a:r>
              <a:rPr lang="en-US" altLang="ja-JP" sz="2400" dirty="0" err="1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DxLib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Unity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</a:t>
            </a:r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おすすめ！！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</a:t>
            </a:r>
            <a:r>
              <a:rPr lang="en-US" altLang="ja-JP" sz="2400" dirty="0" err="1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UnrealEngine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GitHub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でバージョン管理すること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Tortoise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でも</a:t>
            </a:r>
            <a:r>
              <a:rPr lang="en-US" altLang="ja-JP" sz="2400" dirty="0" err="1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GitHubDesktop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でもどっちでも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OK</a:t>
            </a: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・１年生には先輩が教えてあげること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・テーマに関連したゲームを作ること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・発想をとばすのは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69027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2396109" y="2767281"/>
            <a:ext cx="73997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チーム発表！！</a:t>
            </a:r>
            <a:endParaRPr kumimoji="1" lang="en-US" altLang="ja-JP" sz="80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514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365378" y="2767281"/>
            <a:ext cx="94612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テーマ発表</a:t>
            </a:r>
            <a:r>
              <a:rPr kumimoji="1" lang="ja-JP" altLang="en-US" sz="80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発表！！</a:t>
            </a:r>
            <a:endParaRPr kumimoji="1" lang="en-US" altLang="ja-JP" sz="80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570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今回のテーマは。。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C2DCA0-4997-4A22-A8D6-298B55E60CE4}"/>
              </a:ext>
            </a:extLst>
          </p:cNvPr>
          <p:cNvSpPr txBox="1"/>
          <p:nvPr/>
        </p:nvSpPr>
        <p:spPr>
          <a:xfrm>
            <a:off x="4457571" y="2767281"/>
            <a:ext cx="32768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b="1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はじく</a:t>
            </a:r>
            <a:endParaRPr kumimoji="1" lang="en-US" altLang="ja-JP" sz="8000" b="1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16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135</Words>
  <Application>Microsoft Office PowerPoint</Application>
  <PresentationFormat>ワイド画面</PresentationFormat>
  <Paragraphs>31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24</cp:revision>
  <dcterms:created xsi:type="dcterms:W3CDTF">2024-08-27T02:15:54Z</dcterms:created>
  <dcterms:modified xsi:type="dcterms:W3CDTF">2026-07-22T03:22:01Z</dcterms:modified>
</cp:coreProperties>
</file>