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275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ゲーム</a:t>
            </a:r>
            <a:r>
              <a:rPr lang="ja-JP" altLang="en-US" sz="32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ラボ 概要</a:t>
            </a:r>
            <a:endParaRPr kumimoji="1" lang="en-US" altLang="ja-JP" sz="3200" b="1" u="sng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■目的</a:t>
            </a:r>
            <a:endParaRPr lang="en-US" altLang="ja-JP" sz="24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・ゲーム科学生の縦の関係を形成する。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・下級生に、目標となる学生像を直接見せながら、今後の参考にしてもらう。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・上級生は、自身が実施する授業を通じて、就職後に必要な、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コミュニケーション能力、教える力を鍛えていく。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275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ゲーム</a:t>
            </a:r>
            <a:r>
              <a:rPr lang="ja-JP" altLang="en-US" sz="32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ラボ 概要</a:t>
            </a:r>
            <a:endParaRPr kumimoji="1" lang="en-US" altLang="ja-JP" sz="3200" b="1" u="sng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■入部権利</a:t>
            </a:r>
            <a:endParaRPr lang="en-US" altLang="ja-JP" sz="24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・１年生前期に作るシューティングゲームを完成させていること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・プログラミング、ゲームプログラミングで良い成績を修めていること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・出席率が悪くないこと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en-US" altLang="ja-JP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参加権利を満たさない場合の希望者は教員側で判断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■入部までの流れ</a:t>
            </a:r>
            <a:endParaRPr lang="en-US" altLang="ja-JP" sz="24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・１年生の９月にラボについて説明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・その後、入部希望者が教員に入部希望を伝える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・問題なければ進級制作レビュータイミングで入部（１１月ごろ）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en-US" altLang="ja-JP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意欲のある学生のみで構成します</a:t>
            </a:r>
            <a:endParaRPr lang="en-US" altLang="ja-JP" sz="24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2580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275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ゲーム</a:t>
            </a:r>
            <a:r>
              <a:rPr lang="ja-JP" altLang="en-US" sz="32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ラボ 概要</a:t>
            </a:r>
            <a:endParaRPr kumimoji="1" lang="en-US" altLang="ja-JP" sz="3200" b="1" u="sng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■活動詳細</a:t>
            </a:r>
            <a:endParaRPr lang="en-US" altLang="ja-JP" sz="24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・週に１度、４限目の時間帯で活動する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・使用教室は１６４か１７４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・毎回、内容を事前に決めておいて実施する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・３年生による授業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・作品レビュー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　・ゲーム大会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en-US" altLang="ja-JP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※</a:t>
            </a:r>
            <a:r>
              <a:rPr lang="ja-JP" altLang="en-US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教員は基本的に参加しない</a:t>
            </a:r>
            <a:endParaRPr lang="en-US" altLang="ja-JP" sz="24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■学生授業準備</a:t>
            </a:r>
            <a:endParaRPr lang="en-US" altLang="ja-JP" sz="24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・２年生後期開始ごろに、だれがどの日に授業するかを決めてもらう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・決まり次第、授業内容を考えて準備を開始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・３年生進級後に授業開始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70691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275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ゲーム</a:t>
            </a:r>
            <a:r>
              <a:rPr lang="ja-JP" altLang="en-US" sz="3200" b="1" u="sng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ラボ 概要</a:t>
            </a:r>
            <a:endParaRPr kumimoji="1" lang="en-US" altLang="ja-JP" sz="3200" b="1" u="sng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■学生授業について</a:t>
            </a:r>
            <a:endParaRPr lang="en-US" altLang="ja-JP" sz="2400" dirty="0">
              <a:solidFill>
                <a:srgbClr val="FF000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授業資料は事前に教員に提出しておく。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（嘘を教えてないか簡単に確認する）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時間については特に指定しない。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３０分でも９０分でも。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これまでのゲーム制作に役立ったことなどを授業する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・フリー素材の実装方法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</a:t>
            </a:r>
            <a:r>
              <a:rPr lang="en-US" altLang="ja-JP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Photoshop</a:t>
            </a:r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や</a:t>
            </a:r>
            <a:r>
              <a:rPr lang="en-US" altLang="ja-JP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Blender</a:t>
            </a:r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の便利機能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・オブジェクト指向、デザインパターン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・ゲームアイデアの考え方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  <a:p>
            <a:r>
              <a:rPr lang="ja-JP" altLang="en-US" sz="2400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など</a:t>
            </a:r>
            <a:endParaRPr lang="en-US" altLang="ja-JP" sz="2400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45679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325</Words>
  <Application>Microsoft Office PowerPoint</Application>
  <PresentationFormat>ワイド画面</PresentationFormat>
  <Paragraphs>47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HG創英角ｺﾞｼｯｸUB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26</cp:revision>
  <dcterms:created xsi:type="dcterms:W3CDTF">2024-08-27T02:15:54Z</dcterms:created>
  <dcterms:modified xsi:type="dcterms:W3CDTF">2025-09-04T06:10:06Z</dcterms:modified>
</cp:coreProperties>
</file>