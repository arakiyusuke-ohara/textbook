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■課題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専門学校では学生の縦の関係を作りにくい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部活動などもなく、スポフェスなどの学校イベントでしか関わることがない。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だったら、部活やサークルみたいなことができればいいのでは！！</a:t>
            </a:r>
            <a:endParaRPr lang="en-US" altLang="ja-JP" sz="2400" dirty="0">
              <a:solidFill>
                <a:srgbClr val="00B05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ゲームラボは、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ゲーム科全学年参加型の放課後ゲーム研究サークル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です！！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注意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ゲームを作る研究（遊ぶ研究ではない）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上級生がリード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しながら、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下級生とともに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ゲームについてより深く学習します。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514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活動内容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・上級生による授業</a:t>
            </a:r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（メイン）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・これまでの経験から役立った技術を下級生にも教える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・学校の授業にはなかった内容で実施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・作品レビュー会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・１年生の進級作品や２年生の就職作品を全員でレビュー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・上級生は下級生のソースコードをレビュー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・ゲーム大会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・みんなで遊びながら交流を深める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詳しくは概要資料で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16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172</Words>
  <Application>Microsoft Office PowerPoint</Application>
  <PresentationFormat>ワイド画面</PresentationFormat>
  <Paragraphs>31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HG創英角ｺﾞｼｯｸUB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22</cp:revision>
  <dcterms:created xsi:type="dcterms:W3CDTF">2024-08-27T02:15:54Z</dcterms:created>
  <dcterms:modified xsi:type="dcterms:W3CDTF">2025-09-04T05:34:52Z</dcterms:modified>
</cp:coreProperties>
</file>