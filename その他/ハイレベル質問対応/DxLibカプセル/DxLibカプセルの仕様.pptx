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5D4D73-A6F2-4E9E-A6E7-8F1775FF0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3A356A-97D2-4907-873A-FC8FA892A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EFB06C-0F23-4BD9-835F-E13AA8811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E20C-5559-48C4-8340-9C8D3BAC4CDD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C8DD35-CB1D-470E-A6E5-1CC66302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E7A39A-3F1D-456A-9229-3B4FD8FF8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C5AC-800C-403D-ABD4-E6A87EFDBE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6091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543444-130F-4801-8270-8EE03BA2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1AFC8C-991B-4ACC-9651-7C46AC43C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F0B076-CB71-4609-90E4-0C67D9332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E20C-5559-48C4-8340-9C8D3BAC4CDD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1D2EA7-6F4E-4C67-A7C8-3ED5BA10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8B433A-8F32-43D4-A10E-927B3890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C5AC-800C-403D-ABD4-E6A87EFDBE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778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6BF19B-505A-4D3A-9A99-12A7EF8E5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05EA72-7DB4-4FD9-AA68-D9A8958EA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48A0D7-EA81-40F6-BB0D-61A09C5AD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E20C-5559-48C4-8340-9C8D3BAC4CDD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93EDDD-EF86-4F46-BBCC-8D886BA87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C3AB3B-49EA-413E-857E-EDFB75B5F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C5AC-800C-403D-ABD4-E6A87EFDBE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0332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10653-6554-47EB-B69B-58FD9B0D1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6C3A69-7482-4AEC-85A1-8F7137FAB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1AAC90C-906D-4F99-82D9-1D6F0753F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E8C7A5E-B6FC-407C-B4AB-6C3C15C53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E20C-5559-48C4-8340-9C8D3BAC4CDD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864849D-4491-4A21-A3B8-23D2A30F5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85DA4E-FD4E-4C2E-B941-8BBAAA47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C5AC-800C-403D-ABD4-E6A87EFDBE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43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D427C7-7947-4586-8B84-EF099CF03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F2D71-5C76-4AD9-B8B0-D937019E2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E7A646-901C-4B58-92B9-52FE9D61F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6AD5A0-3A86-4BD5-A265-37B5D37C5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F3B0BAE-4DA0-472A-82F0-85AD7836C7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A346D9-4D5B-40A3-893F-AFBBFDB09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E20C-5559-48C4-8340-9C8D3BAC4CDD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E45523F-097A-45D4-8333-FAAC249E7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E8065C9-AA81-4773-B6D8-7F68F2A9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C5AC-800C-403D-ABD4-E6A87EFDBE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7724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62145F-E0B7-472B-B4CD-A65AAF4FA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19E5961-E451-464D-93AF-05EBD1651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E20C-5559-48C4-8340-9C8D3BAC4CDD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1BC8667-A2F0-4986-BD9F-CD84E04FD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C6584B6-6E26-4DF1-B33F-D86A0B9A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C5AC-800C-403D-ABD4-E6A87EFDBE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2871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A08165A-DD72-40DB-8492-D89FE3A73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E20C-5559-48C4-8340-9C8D3BAC4CDD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35D7C8F-9642-4076-85FE-9E7BFD00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8CA216-1EAE-4223-AE0E-1BA2F57F9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C5AC-800C-403D-ABD4-E6A87EFDBE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12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87833D-2868-4FA9-9375-3B3D6459A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3265CA-1952-42A1-BA29-F3CA71DB5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E89F0A5-80F1-46B6-ABF1-B9EFAD0AB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E1EF54-C246-48CB-A21B-1878DF5F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E20C-5559-48C4-8340-9C8D3BAC4CDD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4FD50FF-CA59-4576-BD2F-802F6798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A69192-23D8-4DC7-B256-8A7C2BABF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C5AC-800C-403D-ABD4-E6A87EFDBE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354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1AAEA7-9F5D-488F-BFB8-80B2519E4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7B67A95-26D8-4B73-8EB6-BA5BE6FC1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089ED4-EDE2-44AE-8064-F52B52423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52113A-0E4F-4600-89CD-DF5180324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E20C-5559-48C4-8340-9C8D3BAC4CDD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3048FA-9516-4663-9CED-B9D43AB6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2B939B-57B1-4067-8FE5-1D99BB51E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C5AC-800C-403D-ABD4-E6A87EFDBE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0750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3022B2-66DC-42FD-A375-3FAFAF493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A9E745A-1940-47E2-8D5D-5E8113CFD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6E9D84-0E85-4AAF-AAC5-DC77B8779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E20C-5559-48C4-8340-9C8D3BAC4CDD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8EF15B-086C-4F57-AC5F-D346B714A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3C30EF-BB92-4BA1-AFC0-CCB66F44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C5AC-800C-403D-ABD4-E6A87EFDBE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4070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CAFD286-1373-4586-AB32-C7B9FFDEBA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4269F16-3C15-4888-9065-123C2A3A6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30EA27-CA9A-4CF6-9450-7D273CA52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E20C-5559-48C4-8340-9C8D3BAC4CDD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30A318-331A-4344-B4CB-DE481AAD4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96CE02-1B4B-4CD8-A61C-50215B8A7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C5AC-800C-403D-ABD4-E6A87EFDBE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4561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7F29522-4658-40C9-91A4-731453D0E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CAB3D7-8FBD-4AEE-A068-F0907EE42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24EAF0-0CDF-476D-A61D-99D71B084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BE20C-5559-48C4-8340-9C8D3BAC4CDD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F6D9B5-17CC-4496-B1F2-ADD396202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E461DF-1CA3-45FE-8B04-6BF9EA933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0C5AC-800C-403D-ABD4-E6A87EFDBE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1759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FCC22E16-3B78-4C4C-A6EA-533BD402604B}"/>
              </a:ext>
            </a:extLst>
          </p:cNvPr>
          <p:cNvGrpSpPr/>
          <p:nvPr/>
        </p:nvGrpSpPr>
        <p:grpSpPr>
          <a:xfrm>
            <a:off x="2250142" y="1646223"/>
            <a:ext cx="1080000" cy="3960000"/>
            <a:chOff x="2456329" y="1925294"/>
            <a:chExt cx="1080000" cy="3960000"/>
          </a:xfrm>
        </p:grpSpPr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F6914D1C-4753-41E2-8D20-85BA3396C169}"/>
                </a:ext>
              </a:extLst>
            </p:cNvPr>
            <p:cNvSpPr/>
            <p:nvPr/>
          </p:nvSpPr>
          <p:spPr>
            <a:xfrm>
              <a:off x="2456329" y="1925294"/>
              <a:ext cx="1080000" cy="10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D570B42-3882-4463-890C-C35994F06C81}"/>
                </a:ext>
              </a:extLst>
            </p:cNvPr>
            <p:cNvSpPr/>
            <p:nvPr/>
          </p:nvSpPr>
          <p:spPr>
            <a:xfrm>
              <a:off x="2456329" y="2465294"/>
              <a:ext cx="1080000" cy="288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C4CB829A-733A-48D8-BE8F-F832C283D718}"/>
                </a:ext>
              </a:extLst>
            </p:cNvPr>
            <p:cNvSpPr/>
            <p:nvPr/>
          </p:nvSpPr>
          <p:spPr>
            <a:xfrm>
              <a:off x="2456329" y="4805294"/>
              <a:ext cx="1080000" cy="108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673B8BD-E1E4-4F6D-BFAC-F69339A32BE4}"/>
              </a:ext>
            </a:extLst>
          </p:cNvPr>
          <p:cNvSpPr txBox="1"/>
          <p:nvPr/>
        </p:nvSpPr>
        <p:spPr>
          <a:xfrm>
            <a:off x="3635471" y="1619139"/>
            <a:ext cx="64846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000" b="1" dirty="0" err="1">
                <a:solidFill>
                  <a:srgbClr val="FF0000"/>
                </a:solidFill>
              </a:rPr>
              <a:t>DxLib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カプセルの仕様</a:t>
            </a:r>
            <a:endParaRPr kumimoji="1" lang="en-US" altLang="ja-JP" sz="2000" b="1" dirty="0">
              <a:solidFill>
                <a:srgbClr val="FF0000"/>
              </a:solidFill>
            </a:endParaRPr>
          </a:p>
          <a:p>
            <a:r>
              <a:rPr lang="ja-JP" altLang="en-US" sz="2000" dirty="0"/>
              <a:t>・</a:t>
            </a:r>
            <a:r>
              <a:rPr lang="en-US" altLang="ja-JP" sz="2000" dirty="0"/>
              <a:t>Pos1</a:t>
            </a:r>
            <a:r>
              <a:rPr lang="ja-JP" altLang="en-US" sz="2000" dirty="0"/>
              <a:t>・・・線分</a:t>
            </a:r>
            <a:r>
              <a:rPr lang="en-US" altLang="ja-JP" sz="2000" dirty="0"/>
              <a:t>L</a:t>
            </a:r>
            <a:r>
              <a:rPr lang="ja-JP" altLang="en-US" sz="2000" dirty="0"/>
              <a:t>の端座標１</a:t>
            </a:r>
            <a:endParaRPr lang="en-US" altLang="ja-JP" sz="2000" dirty="0"/>
          </a:p>
          <a:p>
            <a:r>
              <a:rPr kumimoji="1" lang="ja-JP" altLang="en-US" sz="2000" dirty="0"/>
              <a:t>・</a:t>
            </a:r>
            <a:r>
              <a:rPr kumimoji="1" lang="en-US" altLang="ja-JP" sz="2000" dirty="0"/>
              <a:t>Pos2</a:t>
            </a:r>
            <a:r>
              <a:rPr kumimoji="1" lang="ja-JP" altLang="en-US" sz="2000" dirty="0"/>
              <a:t>・・・線分</a:t>
            </a:r>
            <a:r>
              <a:rPr kumimoji="1" lang="en-US" altLang="ja-JP" sz="2000" dirty="0"/>
              <a:t>L</a:t>
            </a:r>
            <a:r>
              <a:rPr kumimoji="1" lang="ja-JP" altLang="en-US" sz="2000" dirty="0"/>
              <a:t>の端座標２</a:t>
            </a:r>
            <a:endParaRPr kumimoji="1" lang="en-US" altLang="ja-JP" sz="2000" dirty="0"/>
          </a:p>
          <a:p>
            <a:r>
              <a:rPr lang="ja-JP" altLang="en-US" sz="2000" dirty="0"/>
              <a:t>・</a:t>
            </a:r>
            <a:r>
              <a:rPr lang="en-US" altLang="ja-JP" sz="2000" dirty="0"/>
              <a:t>Radius</a:t>
            </a:r>
            <a:r>
              <a:rPr lang="ja-JP" altLang="en-US" sz="2000" dirty="0"/>
              <a:t>・・・両端の球の半径</a:t>
            </a:r>
            <a:r>
              <a:rPr lang="en-US" altLang="ja-JP" sz="2000" dirty="0"/>
              <a:t>r</a:t>
            </a:r>
          </a:p>
          <a:p>
            <a:endParaRPr kumimoji="1" lang="en-US" altLang="ja-JP" sz="2000" dirty="0"/>
          </a:p>
          <a:p>
            <a:r>
              <a:rPr lang="en-US" altLang="ja-JP" sz="2000" b="1" dirty="0">
                <a:solidFill>
                  <a:srgbClr val="FF0000"/>
                </a:solidFill>
              </a:rPr>
              <a:t>※</a:t>
            </a:r>
            <a:r>
              <a:rPr lang="ja-JP" altLang="en-US" sz="2000" b="1" dirty="0">
                <a:solidFill>
                  <a:srgbClr val="FF0000"/>
                </a:solidFill>
              </a:rPr>
              <a:t>押し出し処理をする際は注意！！</a:t>
            </a:r>
            <a:endParaRPr kumimoji="1" lang="ja-JP" altLang="en-US" sz="2000" b="1" dirty="0">
              <a:solidFill>
                <a:srgbClr val="FF0000"/>
              </a:solidFill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47B8AF17-FB67-45D1-829A-2EE30B8F9573}"/>
              </a:ext>
            </a:extLst>
          </p:cNvPr>
          <p:cNvCxnSpPr>
            <a:cxnSpLocks/>
          </p:cNvCxnSpPr>
          <p:nvPr/>
        </p:nvCxnSpPr>
        <p:spPr>
          <a:xfrm>
            <a:off x="2790142" y="1977193"/>
            <a:ext cx="0" cy="3401631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3FE770B-AB39-4588-BC7F-BA7D16641D91}"/>
              </a:ext>
            </a:extLst>
          </p:cNvPr>
          <p:cNvSpPr txBox="1"/>
          <p:nvPr/>
        </p:nvSpPr>
        <p:spPr>
          <a:xfrm>
            <a:off x="2287590" y="3447175"/>
            <a:ext cx="197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chemeClr val="accent2"/>
                </a:solidFill>
              </a:rPr>
              <a:t>L</a:t>
            </a:r>
            <a:endParaRPr kumimoji="1" lang="ja-JP" altLang="en-US" sz="2400" b="1" dirty="0">
              <a:solidFill>
                <a:schemeClr val="accent2"/>
              </a:solidFill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011899A9-F1D5-4F41-85DD-5B9904A0FEAE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2790142" y="1646223"/>
            <a:ext cx="0" cy="33097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0D9E59D-924C-434F-B097-5F88DD6F1C32}"/>
              </a:ext>
            </a:extLst>
          </p:cNvPr>
          <p:cNvSpPr txBox="1"/>
          <p:nvPr/>
        </p:nvSpPr>
        <p:spPr>
          <a:xfrm>
            <a:off x="2457919" y="1619139"/>
            <a:ext cx="197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r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797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ワイド画面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</cp:revision>
  <dcterms:created xsi:type="dcterms:W3CDTF">2026-01-20T07:38:01Z</dcterms:created>
  <dcterms:modified xsi:type="dcterms:W3CDTF">2026-01-20T07:38:56Z</dcterms:modified>
</cp:coreProperties>
</file>