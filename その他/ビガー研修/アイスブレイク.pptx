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67" r:id="rId12"/>
    <p:sldId id="270" r:id="rId13"/>
    <p:sldId id="271" r:id="rId14"/>
    <p:sldId id="273" r:id="rId15"/>
    <p:sldId id="272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2310349" y="2182505"/>
            <a:ext cx="7571303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6000" dirty="0">
                <a:solidFill>
                  <a:schemeClr val="accent1">
                    <a:lumMod val="50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アイスブレイク</a:t>
            </a:r>
            <a:endParaRPr kumimoji="1" lang="en-US" altLang="ja-JP" sz="60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algn="ctr"/>
            <a:endParaRPr lang="en-US" altLang="ja-JP" sz="60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algn="ctr"/>
            <a:r>
              <a:rPr kumimoji="1" lang="ja-JP" altLang="en-US" sz="3600" dirty="0">
                <a:solidFill>
                  <a:schemeClr val="accent5">
                    <a:lumMod val="50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～チームメンバーと打ち解けよう～</a:t>
            </a:r>
            <a:endParaRPr kumimoji="1" lang="en-US" altLang="ja-JP" sz="3600" dirty="0">
              <a:solidFill>
                <a:schemeClr val="accent5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2925905" y="2921169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60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１つだけ嘘ゲーム</a:t>
            </a:r>
            <a:endParaRPr kumimoji="1" lang="en-US" altLang="ja-JP" sz="36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212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１つだけ嘘ゲーム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親を１名決めましょう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D24C897-6430-4FB4-A0F5-6AEFC7933574}"/>
              </a:ext>
            </a:extLst>
          </p:cNvPr>
          <p:cNvGrpSpPr/>
          <p:nvPr/>
        </p:nvGrpSpPr>
        <p:grpSpPr>
          <a:xfrm>
            <a:off x="567542" y="2689054"/>
            <a:ext cx="2711494" cy="3226012"/>
            <a:chOff x="1690228" y="2809051"/>
            <a:chExt cx="2711494" cy="3226012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7FCA3E96-FA31-4AF9-877B-871A50B8A51B}"/>
                </a:ext>
              </a:extLst>
            </p:cNvPr>
            <p:cNvSpPr/>
            <p:nvPr/>
          </p:nvSpPr>
          <p:spPr>
            <a:xfrm>
              <a:off x="2685975" y="2809051"/>
              <a:ext cx="720000" cy="720000"/>
            </a:xfrm>
            <a:prstGeom prst="smileyFac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スマイル 6">
              <a:extLst>
                <a:ext uri="{FF2B5EF4-FFF2-40B4-BE49-F238E27FC236}">
                  <a16:creationId xmlns:a16="http://schemas.microsoft.com/office/drawing/2014/main" id="{49C54CBC-BE7D-4040-9ABF-31802B6CF16C}"/>
                </a:ext>
              </a:extLst>
            </p:cNvPr>
            <p:cNvSpPr/>
            <p:nvPr/>
          </p:nvSpPr>
          <p:spPr>
            <a:xfrm>
              <a:off x="1690228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>
              <a:extLst>
                <a:ext uri="{FF2B5EF4-FFF2-40B4-BE49-F238E27FC236}">
                  <a16:creationId xmlns:a16="http://schemas.microsoft.com/office/drawing/2014/main" id="{439B0613-1FD6-4C31-9408-AE2C6F9A9728}"/>
                </a:ext>
              </a:extLst>
            </p:cNvPr>
            <p:cNvSpPr/>
            <p:nvPr/>
          </p:nvSpPr>
          <p:spPr>
            <a:xfrm>
              <a:off x="3681722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C4976CDF-9224-4D6B-9302-3B32864AA690}"/>
                </a:ext>
              </a:extLst>
            </p:cNvPr>
            <p:cNvSpPr/>
            <p:nvPr/>
          </p:nvSpPr>
          <p:spPr>
            <a:xfrm>
              <a:off x="1690228" y="459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スマイル 10">
              <a:extLst>
                <a:ext uri="{FF2B5EF4-FFF2-40B4-BE49-F238E27FC236}">
                  <a16:creationId xmlns:a16="http://schemas.microsoft.com/office/drawing/2014/main" id="{D0977988-2CFE-4848-A001-53BA10588568}"/>
                </a:ext>
              </a:extLst>
            </p:cNvPr>
            <p:cNvSpPr/>
            <p:nvPr/>
          </p:nvSpPr>
          <p:spPr>
            <a:xfrm>
              <a:off x="3681722" y="459352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スマイル 11">
              <a:extLst>
                <a:ext uri="{FF2B5EF4-FFF2-40B4-BE49-F238E27FC236}">
                  <a16:creationId xmlns:a16="http://schemas.microsoft.com/office/drawing/2014/main" id="{D126C45A-776E-4393-9C09-C75160D2B400}"/>
                </a:ext>
              </a:extLst>
            </p:cNvPr>
            <p:cNvSpPr/>
            <p:nvPr/>
          </p:nvSpPr>
          <p:spPr>
            <a:xfrm>
              <a:off x="2685975" y="531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939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１つだけ嘘ゲーム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親は</a:t>
            </a:r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自分に関することを３つ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メンバーに伝えます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ただし。。。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D24C897-6430-4FB4-A0F5-6AEFC7933574}"/>
              </a:ext>
            </a:extLst>
          </p:cNvPr>
          <p:cNvGrpSpPr/>
          <p:nvPr/>
        </p:nvGrpSpPr>
        <p:grpSpPr>
          <a:xfrm>
            <a:off x="567542" y="2689054"/>
            <a:ext cx="2711494" cy="3226012"/>
            <a:chOff x="1690228" y="2809051"/>
            <a:chExt cx="2711494" cy="3226012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7FCA3E96-FA31-4AF9-877B-871A50B8A51B}"/>
                </a:ext>
              </a:extLst>
            </p:cNvPr>
            <p:cNvSpPr/>
            <p:nvPr/>
          </p:nvSpPr>
          <p:spPr>
            <a:xfrm>
              <a:off x="2685975" y="2809051"/>
              <a:ext cx="720000" cy="720000"/>
            </a:xfrm>
            <a:prstGeom prst="smileyFac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スマイル 6">
              <a:extLst>
                <a:ext uri="{FF2B5EF4-FFF2-40B4-BE49-F238E27FC236}">
                  <a16:creationId xmlns:a16="http://schemas.microsoft.com/office/drawing/2014/main" id="{49C54CBC-BE7D-4040-9ABF-31802B6CF16C}"/>
                </a:ext>
              </a:extLst>
            </p:cNvPr>
            <p:cNvSpPr/>
            <p:nvPr/>
          </p:nvSpPr>
          <p:spPr>
            <a:xfrm>
              <a:off x="1690228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>
              <a:extLst>
                <a:ext uri="{FF2B5EF4-FFF2-40B4-BE49-F238E27FC236}">
                  <a16:creationId xmlns:a16="http://schemas.microsoft.com/office/drawing/2014/main" id="{439B0613-1FD6-4C31-9408-AE2C6F9A9728}"/>
                </a:ext>
              </a:extLst>
            </p:cNvPr>
            <p:cNvSpPr/>
            <p:nvPr/>
          </p:nvSpPr>
          <p:spPr>
            <a:xfrm>
              <a:off x="3681722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C4976CDF-9224-4D6B-9302-3B32864AA690}"/>
                </a:ext>
              </a:extLst>
            </p:cNvPr>
            <p:cNvSpPr/>
            <p:nvPr/>
          </p:nvSpPr>
          <p:spPr>
            <a:xfrm>
              <a:off x="1690228" y="459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スマイル 10">
              <a:extLst>
                <a:ext uri="{FF2B5EF4-FFF2-40B4-BE49-F238E27FC236}">
                  <a16:creationId xmlns:a16="http://schemas.microsoft.com/office/drawing/2014/main" id="{D0977988-2CFE-4848-A001-53BA10588568}"/>
                </a:ext>
              </a:extLst>
            </p:cNvPr>
            <p:cNvSpPr/>
            <p:nvPr/>
          </p:nvSpPr>
          <p:spPr>
            <a:xfrm>
              <a:off x="3681722" y="459352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スマイル 11">
              <a:extLst>
                <a:ext uri="{FF2B5EF4-FFF2-40B4-BE49-F238E27FC236}">
                  <a16:creationId xmlns:a16="http://schemas.microsoft.com/office/drawing/2014/main" id="{D126C45A-776E-4393-9C09-C75160D2B400}"/>
                </a:ext>
              </a:extLst>
            </p:cNvPr>
            <p:cNvSpPr/>
            <p:nvPr/>
          </p:nvSpPr>
          <p:spPr>
            <a:xfrm>
              <a:off x="2685975" y="531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D2597F1D-F219-4560-8D20-0AFFC143EB75}"/>
              </a:ext>
            </a:extLst>
          </p:cNvPr>
          <p:cNvSpPr/>
          <p:nvPr/>
        </p:nvSpPr>
        <p:spPr>
          <a:xfrm>
            <a:off x="3554782" y="2689054"/>
            <a:ext cx="4982727" cy="2023075"/>
          </a:xfrm>
          <a:prstGeom prst="wedgeRoundRectCallout">
            <a:avLst>
              <a:gd name="adj1" fmla="val -71218"/>
              <a:gd name="adj2" fmla="val -34173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１．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野球が好きです</a:t>
            </a:r>
            <a:endParaRPr kumimoji="1" lang="en-US" altLang="ja-JP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kumimoji="1" lang="en-US" altLang="ja-JP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２．高校時代は野球部でした</a:t>
            </a:r>
            <a:endParaRPr lang="en-US" altLang="ja-JP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３．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ホークスファンです</a:t>
            </a:r>
          </a:p>
        </p:txBody>
      </p:sp>
    </p:spTree>
    <p:extLst>
      <p:ext uri="{BB962C8B-B14F-4D97-AF65-F5344CB8AC3E}">
        <p14:creationId xmlns:p14="http://schemas.microsoft.com/office/powerpoint/2010/main" val="330635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１つだけ嘘ゲーム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１つだけ嘘を含めてください！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D24C897-6430-4FB4-A0F5-6AEFC7933574}"/>
              </a:ext>
            </a:extLst>
          </p:cNvPr>
          <p:cNvGrpSpPr/>
          <p:nvPr/>
        </p:nvGrpSpPr>
        <p:grpSpPr>
          <a:xfrm>
            <a:off x="567542" y="2689054"/>
            <a:ext cx="2711494" cy="3226012"/>
            <a:chOff x="1690228" y="2809051"/>
            <a:chExt cx="2711494" cy="3226012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7FCA3E96-FA31-4AF9-877B-871A50B8A51B}"/>
                </a:ext>
              </a:extLst>
            </p:cNvPr>
            <p:cNvSpPr/>
            <p:nvPr/>
          </p:nvSpPr>
          <p:spPr>
            <a:xfrm>
              <a:off x="2685975" y="2809051"/>
              <a:ext cx="720000" cy="720000"/>
            </a:xfrm>
            <a:prstGeom prst="smileyFac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スマイル 6">
              <a:extLst>
                <a:ext uri="{FF2B5EF4-FFF2-40B4-BE49-F238E27FC236}">
                  <a16:creationId xmlns:a16="http://schemas.microsoft.com/office/drawing/2014/main" id="{49C54CBC-BE7D-4040-9ABF-31802B6CF16C}"/>
                </a:ext>
              </a:extLst>
            </p:cNvPr>
            <p:cNvSpPr/>
            <p:nvPr/>
          </p:nvSpPr>
          <p:spPr>
            <a:xfrm>
              <a:off x="1690228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>
              <a:extLst>
                <a:ext uri="{FF2B5EF4-FFF2-40B4-BE49-F238E27FC236}">
                  <a16:creationId xmlns:a16="http://schemas.microsoft.com/office/drawing/2014/main" id="{439B0613-1FD6-4C31-9408-AE2C6F9A9728}"/>
                </a:ext>
              </a:extLst>
            </p:cNvPr>
            <p:cNvSpPr/>
            <p:nvPr/>
          </p:nvSpPr>
          <p:spPr>
            <a:xfrm>
              <a:off x="3681722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C4976CDF-9224-4D6B-9302-3B32864AA690}"/>
                </a:ext>
              </a:extLst>
            </p:cNvPr>
            <p:cNvSpPr/>
            <p:nvPr/>
          </p:nvSpPr>
          <p:spPr>
            <a:xfrm>
              <a:off x="1690228" y="459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スマイル 10">
              <a:extLst>
                <a:ext uri="{FF2B5EF4-FFF2-40B4-BE49-F238E27FC236}">
                  <a16:creationId xmlns:a16="http://schemas.microsoft.com/office/drawing/2014/main" id="{D0977988-2CFE-4848-A001-53BA10588568}"/>
                </a:ext>
              </a:extLst>
            </p:cNvPr>
            <p:cNvSpPr/>
            <p:nvPr/>
          </p:nvSpPr>
          <p:spPr>
            <a:xfrm>
              <a:off x="3681722" y="459352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スマイル 11">
              <a:extLst>
                <a:ext uri="{FF2B5EF4-FFF2-40B4-BE49-F238E27FC236}">
                  <a16:creationId xmlns:a16="http://schemas.microsoft.com/office/drawing/2014/main" id="{D126C45A-776E-4393-9C09-C75160D2B400}"/>
                </a:ext>
              </a:extLst>
            </p:cNvPr>
            <p:cNvSpPr/>
            <p:nvPr/>
          </p:nvSpPr>
          <p:spPr>
            <a:xfrm>
              <a:off x="2685975" y="531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D2597F1D-F219-4560-8D20-0AFFC143EB75}"/>
              </a:ext>
            </a:extLst>
          </p:cNvPr>
          <p:cNvSpPr/>
          <p:nvPr/>
        </p:nvSpPr>
        <p:spPr>
          <a:xfrm>
            <a:off x="3554782" y="2689054"/>
            <a:ext cx="4982727" cy="2023075"/>
          </a:xfrm>
          <a:prstGeom prst="wedgeRoundRectCallout">
            <a:avLst>
              <a:gd name="adj1" fmla="val -71218"/>
              <a:gd name="adj2" fmla="val -34173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１．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野球が好きです</a:t>
            </a:r>
            <a:endParaRPr kumimoji="1" lang="en-US" altLang="ja-JP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kumimoji="1" lang="en-US" altLang="ja-JP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２．高校時代は野球部でした</a:t>
            </a:r>
            <a:r>
              <a:rPr lang="ja-JP" altLang="en-US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（ウソ！！）</a:t>
            </a:r>
            <a:endParaRPr lang="en-US" altLang="ja-JP" dirty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３．</a:t>
            </a:r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ホークスファンです</a:t>
            </a:r>
          </a:p>
        </p:txBody>
      </p:sp>
    </p:spTree>
    <p:extLst>
      <p:ext uri="{BB962C8B-B14F-4D97-AF65-F5344CB8AC3E}">
        <p14:creationId xmlns:p14="http://schemas.microsoft.com/office/powerpoint/2010/main" val="1413688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１つだけ嘘ゲーム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残りのメンバーで協議して、嘘を見抜きましょう！！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親に直接質問しない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ように！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D24C897-6430-4FB4-A0F5-6AEFC7933574}"/>
              </a:ext>
            </a:extLst>
          </p:cNvPr>
          <p:cNvGrpSpPr/>
          <p:nvPr/>
        </p:nvGrpSpPr>
        <p:grpSpPr>
          <a:xfrm>
            <a:off x="567542" y="2689054"/>
            <a:ext cx="2711494" cy="3226012"/>
            <a:chOff x="1690228" y="2809051"/>
            <a:chExt cx="2711494" cy="3226012"/>
          </a:xfrm>
        </p:grpSpPr>
        <p:sp>
          <p:nvSpPr>
            <p:cNvPr id="2" name="スマイル 1">
              <a:extLst>
                <a:ext uri="{FF2B5EF4-FFF2-40B4-BE49-F238E27FC236}">
                  <a16:creationId xmlns:a16="http://schemas.microsoft.com/office/drawing/2014/main" id="{7FCA3E96-FA31-4AF9-877B-871A50B8A51B}"/>
                </a:ext>
              </a:extLst>
            </p:cNvPr>
            <p:cNvSpPr/>
            <p:nvPr/>
          </p:nvSpPr>
          <p:spPr>
            <a:xfrm>
              <a:off x="2685975" y="2809051"/>
              <a:ext cx="720000" cy="720000"/>
            </a:xfrm>
            <a:prstGeom prst="smileyFac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スマイル 6">
              <a:extLst>
                <a:ext uri="{FF2B5EF4-FFF2-40B4-BE49-F238E27FC236}">
                  <a16:creationId xmlns:a16="http://schemas.microsoft.com/office/drawing/2014/main" id="{49C54CBC-BE7D-4040-9ABF-31802B6CF16C}"/>
                </a:ext>
              </a:extLst>
            </p:cNvPr>
            <p:cNvSpPr/>
            <p:nvPr/>
          </p:nvSpPr>
          <p:spPr>
            <a:xfrm>
              <a:off x="1690228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>
              <a:extLst>
                <a:ext uri="{FF2B5EF4-FFF2-40B4-BE49-F238E27FC236}">
                  <a16:creationId xmlns:a16="http://schemas.microsoft.com/office/drawing/2014/main" id="{439B0613-1FD6-4C31-9408-AE2C6F9A9728}"/>
                </a:ext>
              </a:extLst>
            </p:cNvPr>
            <p:cNvSpPr/>
            <p:nvPr/>
          </p:nvSpPr>
          <p:spPr>
            <a:xfrm>
              <a:off x="3681722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C4976CDF-9224-4D6B-9302-3B32864AA690}"/>
                </a:ext>
              </a:extLst>
            </p:cNvPr>
            <p:cNvSpPr/>
            <p:nvPr/>
          </p:nvSpPr>
          <p:spPr>
            <a:xfrm>
              <a:off x="1690228" y="459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スマイル 10">
              <a:extLst>
                <a:ext uri="{FF2B5EF4-FFF2-40B4-BE49-F238E27FC236}">
                  <a16:creationId xmlns:a16="http://schemas.microsoft.com/office/drawing/2014/main" id="{D0977988-2CFE-4848-A001-53BA10588568}"/>
                </a:ext>
              </a:extLst>
            </p:cNvPr>
            <p:cNvSpPr/>
            <p:nvPr/>
          </p:nvSpPr>
          <p:spPr>
            <a:xfrm>
              <a:off x="3681722" y="459352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スマイル 11">
              <a:extLst>
                <a:ext uri="{FF2B5EF4-FFF2-40B4-BE49-F238E27FC236}">
                  <a16:creationId xmlns:a16="http://schemas.microsoft.com/office/drawing/2014/main" id="{D126C45A-776E-4393-9C09-C75160D2B400}"/>
                </a:ext>
              </a:extLst>
            </p:cNvPr>
            <p:cNvSpPr/>
            <p:nvPr/>
          </p:nvSpPr>
          <p:spPr>
            <a:xfrm>
              <a:off x="2685975" y="531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稲妻 12">
            <a:extLst>
              <a:ext uri="{FF2B5EF4-FFF2-40B4-BE49-F238E27FC236}">
                <a16:creationId xmlns:a16="http://schemas.microsoft.com/office/drawing/2014/main" id="{55BE4155-F44F-4681-BB59-0882958495C7}"/>
              </a:ext>
            </a:extLst>
          </p:cNvPr>
          <p:cNvSpPr/>
          <p:nvPr/>
        </p:nvSpPr>
        <p:spPr>
          <a:xfrm>
            <a:off x="1418664" y="4833524"/>
            <a:ext cx="289249" cy="344470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稲妻 13">
            <a:extLst>
              <a:ext uri="{FF2B5EF4-FFF2-40B4-BE49-F238E27FC236}">
                <a16:creationId xmlns:a16="http://schemas.microsoft.com/office/drawing/2014/main" id="{87070325-2BD9-4D15-9717-48FBDF649718}"/>
              </a:ext>
            </a:extLst>
          </p:cNvPr>
          <p:cNvSpPr/>
          <p:nvPr/>
        </p:nvSpPr>
        <p:spPr>
          <a:xfrm flipH="1">
            <a:off x="2138665" y="4833028"/>
            <a:ext cx="289249" cy="344470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稲妻 14">
            <a:extLst>
              <a:ext uri="{FF2B5EF4-FFF2-40B4-BE49-F238E27FC236}">
                <a16:creationId xmlns:a16="http://schemas.microsoft.com/office/drawing/2014/main" id="{8061C1C2-EB33-4770-9C87-5186B1FA2261}"/>
              </a:ext>
            </a:extLst>
          </p:cNvPr>
          <p:cNvSpPr/>
          <p:nvPr/>
        </p:nvSpPr>
        <p:spPr>
          <a:xfrm rot="5186115">
            <a:off x="1382234" y="3638699"/>
            <a:ext cx="289249" cy="344470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稲妻 15">
            <a:extLst>
              <a:ext uri="{FF2B5EF4-FFF2-40B4-BE49-F238E27FC236}">
                <a16:creationId xmlns:a16="http://schemas.microsoft.com/office/drawing/2014/main" id="{3754D6E2-B832-4391-9236-EFD81DBC501A}"/>
              </a:ext>
            </a:extLst>
          </p:cNvPr>
          <p:cNvSpPr/>
          <p:nvPr/>
        </p:nvSpPr>
        <p:spPr>
          <a:xfrm rot="5400000" flipH="1">
            <a:off x="1382234" y="4378385"/>
            <a:ext cx="289249" cy="344470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稲妻 16">
            <a:extLst>
              <a:ext uri="{FF2B5EF4-FFF2-40B4-BE49-F238E27FC236}">
                <a16:creationId xmlns:a16="http://schemas.microsoft.com/office/drawing/2014/main" id="{50617D64-AFBC-420E-85AB-FC6C2F5C8BD3}"/>
              </a:ext>
            </a:extLst>
          </p:cNvPr>
          <p:cNvSpPr/>
          <p:nvPr/>
        </p:nvSpPr>
        <p:spPr>
          <a:xfrm rot="19875969">
            <a:off x="2138665" y="3638698"/>
            <a:ext cx="289249" cy="344470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稲妻 17">
            <a:extLst>
              <a:ext uri="{FF2B5EF4-FFF2-40B4-BE49-F238E27FC236}">
                <a16:creationId xmlns:a16="http://schemas.microsoft.com/office/drawing/2014/main" id="{D7310237-8732-44F4-99E1-747BCE44DB2A}"/>
              </a:ext>
            </a:extLst>
          </p:cNvPr>
          <p:cNvSpPr/>
          <p:nvPr/>
        </p:nvSpPr>
        <p:spPr>
          <a:xfrm rot="17081133">
            <a:off x="2202320" y="4374615"/>
            <a:ext cx="289249" cy="344470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爆発: 14 pt 18">
            <a:extLst>
              <a:ext uri="{FF2B5EF4-FFF2-40B4-BE49-F238E27FC236}">
                <a16:creationId xmlns:a16="http://schemas.microsoft.com/office/drawing/2014/main" id="{313D1914-E724-4041-83E8-97F094347C93}"/>
              </a:ext>
            </a:extLst>
          </p:cNvPr>
          <p:cNvSpPr/>
          <p:nvPr/>
        </p:nvSpPr>
        <p:spPr>
          <a:xfrm>
            <a:off x="3699408" y="2871982"/>
            <a:ext cx="4181144" cy="3203084"/>
          </a:xfrm>
          <a:prstGeom prst="irregularSeal2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嘘は２番！！</a:t>
            </a:r>
          </a:p>
        </p:txBody>
      </p:sp>
    </p:spTree>
    <p:extLst>
      <p:ext uri="{BB962C8B-B14F-4D97-AF65-F5344CB8AC3E}">
        <p14:creationId xmlns:p14="http://schemas.microsoft.com/office/powerpoint/2010/main" val="373166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１つだけ嘘ゲーム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4801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まずは親を１周回しましょう！！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時間が余ればもう１周！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8" name="円弧 7">
            <a:extLst>
              <a:ext uri="{FF2B5EF4-FFF2-40B4-BE49-F238E27FC236}">
                <a16:creationId xmlns:a16="http://schemas.microsoft.com/office/drawing/2014/main" id="{CD5F12A9-CE80-4BEE-9670-E185997B4946}"/>
              </a:ext>
            </a:extLst>
          </p:cNvPr>
          <p:cNvSpPr/>
          <p:nvPr/>
        </p:nvSpPr>
        <p:spPr>
          <a:xfrm>
            <a:off x="303289" y="2745040"/>
            <a:ext cx="3240000" cy="3240000"/>
          </a:xfrm>
          <a:prstGeom prst="arc">
            <a:avLst>
              <a:gd name="adj1" fmla="val 20656642"/>
              <a:gd name="adj2" fmla="val 16188154"/>
            </a:avLst>
          </a:prstGeom>
          <a:ln w="76200">
            <a:solidFill>
              <a:schemeClr val="accent2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FAF8C10F-1421-4DA0-9224-0C270C86D6AA}"/>
              </a:ext>
            </a:extLst>
          </p:cNvPr>
          <p:cNvGrpSpPr/>
          <p:nvPr/>
        </p:nvGrpSpPr>
        <p:grpSpPr>
          <a:xfrm>
            <a:off x="567542" y="2689054"/>
            <a:ext cx="2711494" cy="3226012"/>
            <a:chOff x="1690228" y="2809051"/>
            <a:chExt cx="2711494" cy="3226012"/>
          </a:xfrm>
        </p:grpSpPr>
        <p:sp>
          <p:nvSpPr>
            <p:cNvPr id="21" name="スマイル 20">
              <a:extLst>
                <a:ext uri="{FF2B5EF4-FFF2-40B4-BE49-F238E27FC236}">
                  <a16:creationId xmlns:a16="http://schemas.microsoft.com/office/drawing/2014/main" id="{63502628-0778-4EF2-B6A3-FECB4DA4323C}"/>
                </a:ext>
              </a:extLst>
            </p:cNvPr>
            <p:cNvSpPr/>
            <p:nvPr/>
          </p:nvSpPr>
          <p:spPr>
            <a:xfrm>
              <a:off x="2685975" y="2809051"/>
              <a:ext cx="720000" cy="720000"/>
            </a:xfrm>
            <a:prstGeom prst="smileyFac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スマイル 21">
              <a:extLst>
                <a:ext uri="{FF2B5EF4-FFF2-40B4-BE49-F238E27FC236}">
                  <a16:creationId xmlns:a16="http://schemas.microsoft.com/office/drawing/2014/main" id="{47DAB8C7-BEA3-4EA6-81E9-55E8D85BDA33}"/>
                </a:ext>
              </a:extLst>
            </p:cNvPr>
            <p:cNvSpPr/>
            <p:nvPr/>
          </p:nvSpPr>
          <p:spPr>
            <a:xfrm>
              <a:off x="1690228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スマイル 22">
              <a:extLst>
                <a:ext uri="{FF2B5EF4-FFF2-40B4-BE49-F238E27FC236}">
                  <a16:creationId xmlns:a16="http://schemas.microsoft.com/office/drawing/2014/main" id="{3D8C24A5-ED00-4781-ABA3-DA0CCC403AB5}"/>
                </a:ext>
              </a:extLst>
            </p:cNvPr>
            <p:cNvSpPr/>
            <p:nvPr/>
          </p:nvSpPr>
          <p:spPr>
            <a:xfrm>
              <a:off x="3681722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スマイル 23">
              <a:extLst>
                <a:ext uri="{FF2B5EF4-FFF2-40B4-BE49-F238E27FC236}">
                  <a16:creationId xmlns:a16="http://schemas.microsoft.com/office/drawing/2014/main" id="{A1152E39-6FFC-4CDD-BD20-36BE2C2CD0A7}"/>
                </a:ext>
              </a:extLst>
            </p:cNvPr>
            <p:cNvSpPr/>
            <p:nvPr/>
          </p:nvSpPr>
          <p:spPr>
            <a:xfrm>
              <a:off x="1690228" y="459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スマイル 24">
              <a:extLst>
                <a:ext uri="{FF2B5EF4-FFF2-40B4-BE49-F238E27FC236}">
                  <a16:creationId xmlns:a16="http://schemas.microsoft.com/office/drawing/2014/main" id="{00991FEB-9B7F-4681-845B-F5B1028CC416}"/>
                </a:ext>
              </a:extLst>
            </p:cNvPr>
            <p:cNvSpPr/>
            <p:nvPr/>
          </p:nvSpPr>
          <p:spPr>
            <a:xfrm>
              <a:off x="3681722" y="459352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スマイル 25">
              <a:extLst>
                <a:ext uri="{FF2B5EF4-FFF2-40B4-BE49-F238E27FC236}">
                  <a16:creationId xmlns:a16="http://schemas.microsoft.com/office/drawing/2014/main" id="{3160BE45-6850-462D-827D-4678C05D2C9D}"/>
                </a:ext>
              </a:extLst>
            </p:cNvPr>
            <p:cNvSpPr/>
            <p:nvPr/>
          </p:nvSpPr>
          <p:spPr>
            <a:xfrm>
              <a:off x="2685975" y="531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5545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4080064" y="2921169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60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絵しりとり</a:t>
            </a:r>
            <a:endParaRPr kumimoji="1" lang="en-US" altLang="ja-JP" sz="36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0258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2063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絵しりとり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絵で言葉を伝えてしりとりしましょう！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ヒントはなるべく言わないように。。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55C065C-8CC8-430C-9F5F-3A739EE6E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483056"/>
            <a:ext cx="7438974" cy="2051622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2B19E5-BE09-4E27-AB70-D1979BF53E52}"/>
              </a:ext>
            </a:extLst>
          </p:cNvPr>
          <p:cNvSpPr txBox="1"/>
          <p:nvPr/>
        </p:nvSpPr>
        <p:spPr>
          <a:xfrm>
            <a:off x="567542" y="4534678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順番がわかるように書いてね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239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2541185" y="2921169"/>
            <a:ext cx="71096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60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最初の文字は。。。</a:t>
            </a:r>
            <a:endParaRPr kumimoji="1" lang="en-US" altLang="ja-JP" sz="36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528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3695347" y="2921169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60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共通点ビンゴ</a:t>
            </a:r>
            <a:endParaRPr kumimoji="1" lang="en-US" altLang="ja-JP" sz="36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3621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18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共通点ビンゴ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5344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9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つのテーマで</a:t>
            </a:r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3x3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のビンゴを作ろう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218A01C2-DEBD-4F71-9B8D-6292CB7EB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027293"/>
              </p:ext>
            </p:extLst>
          </p:nvPr>
        </p:nvGraphicFramePr>
        <p:xfrm>
          <a:off x="567542" y="2417837"/>
          <a:ext cx="36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3137879565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62453226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971200665"/>
                    </a:ext>
                  </a:extLst>
                </a:gridCol>
              </a:tblGrid>
              <a:tr h="120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焼き鳥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トマト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カワウソ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178058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大谷翔平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ヒロアカ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国宝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433781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ミセス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旅行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貯金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898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41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18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共通点ビンゴ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１人１つずつ、順番に書いたもの発表しよう。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共通の物があれば、ほかの人のビンゴを埋められるよ！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218A01C2-DEBD-4F71-9B8D-6292CB7EB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670141"/>
              </p:ext>
            </p:extLst>
          </p:nvPr>
        </p:nvGraphicFramePr>
        <p:xfrm>
          <a:off x="4185840" y="2745040"/>
          <a:ext cx="36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3137879565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62453226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971200665"/>
                    </a:ext>
                  </a:extLst>
                </a:gridCol>
              </a:tblGrid>
              <a:tr h="120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焼き鳥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トマト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カワウソ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178058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大谷翔平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ヒロアカ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国宝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433781"/>
                  </a:ext>
                </a:extLst>
              </a:tr>
              <a:tr h="120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ミセス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旅行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HGS創英角ｺﾞｼｯｸUB" panose="020B0900000000000000" pitchFamily="50" charset="-128"/>
                          <a:ea typeface="HGS創英角ｺﾞｼｯｸUB" panose="020B0900000000000000" pitchFamily="50" charset="-128"/>
                        </a:rPr>
                        <a:t>貯金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898568"/>
                  </a:ext>
                </a:extLst>
              </a:tr>
            </a:tbl>
          </a:graphicData>
        </a:graphic>
      </p:graphicFrame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4F79BA2-C67E-4D97-AB12-B4AC2DF5C4C4}"/>
              </a:ext>
            </a:extLst>
          </p:cNvPr>
          <p:cNvGrpSpPr/>
          <p:nvPr/>
        </p:nvGrpSpPr>
        <p:grpSpPr>
          <a:xfrm>
            <a:off x="567542" y="2689054"/>
            <a:ext cx="2711494" cy="3226012"/>
            <a:chOff x="1690228" y="2809051"/>
            <a:chExt cx="2711494" cy="3226012"/>
          </a:xfrm>
        </p:grpSpPr>
        <p:sp>
          <p:nvSpPr>
            <p:cNvPr id="8" name="スマイル 7">
              <a:extLst>
                <a:ext uri="{FF2B5EF4-FFF2-40B4-BE49-F238E27FC236}">
                  <a16:creationId xmlns:a16="http://schemas.microsoft.com/office/drawing/2014/main" id="{7493D89C-C3B9-45E4-BEE1-DEB6F24875FC}"/>
                </a:ext>
              </a:extLst>
            </p:cNvPr>
            <p:cNvSpPr/>
            <p:nvPr/>
          </p:nvSpPr>
          <p:spPr>
            <a:xfrm>
              <a:off x="2685975" y="2809051"/>
              <a:ext cx="720000" cy="720000"/>
            </a:xfrm>
            <a:prstGeom prst="smileyFac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>
              <a:extLst>
                <a:ext uri="{FF2B5EF4-FFF2-40B4-BE49-F238E27FC236}">
                  <a16:creationId xmlns:a16="http://schemas.microsoft.com/office/drawing/2014/main" id="{4D220605-3714-4F0D-B89D-A93F997BA972}"/>
                </a:ext>
              </a:extLst>
            </p:cNvPr>
            <p:cNvSpPr/>
            <p:nvPr/>
          </p:nvSpPr>
          <p:spPr>
            <a:xfrm>
              <a:off x="1690228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D969A8E8-0271-428A-953A-123E5BBE56A5}"/>
                </a:ext>
              </a:extLst>
            </p:cNvPr>
            <p:cNvSpPr/>
            <p:nvPr/>
          </p:nvSpPr>
          <p:spPr>
            <a:xfrm>
              <a:off x="3681722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スマイル 10">
              <a:extLst>
                <a:ext uri="{FF2B5EF4-FFF2-40B4-BE49-F238E27FC236}">
                  <a16:creationId xmlns:a16="http://schemas.microsoft.com/office/drawing/2014/main" id="{4E4ED8B4-FADF-4F5F-87BB-50E2A6918CD6}"/>
                </a:ext>
              </a:extLst>
            </p:cNvPr>
            <p:cNvSpPr/>
            <p:nvPr/>
          </p:nvSpPr>
          <p:spPr>
            <a:xfrm>
              <a:off x="1690228" y="459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スマイル 11">
              <a:extLst>
                <a:ext uri="{FF2B5EF4-FFF2-40B4-BE49-F238E27FC236}">
                  <a16:creationId xmlns:a16="http://schemas.microsoft.com/office/drawing/2014/main" id="{66D94842-97EE-4807-BEC1-B9D6314ECFBC}"/>
                </a:ext>
              </a:extLst>
            </p:cNvPr>
            <p:cNvSpPr/>
            <p:nvPr/>
          </p:nvSpPr>
          <p:spPr>
            <a:xfrm>
              <a:off x="3681722" y="459352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スマイル 12">
              <a:extLst>
                <a:ext uri="{FF2B5EF4-FFF2-40B4-BE49-F238E27FC236}">
                  <a16:creationId xmlns:a16="http://schemas.microsoft.com/office/drawing/2014/main" id="{C9C8CC06-2950-41F0-9A3F-B8BA4B18C338}"/>
                </a:ext>
              </a:extLst>
            </p:cNvPr>
            <p:cNvSpPr/>
            <p:nvPr/>
          </p:nvSpPr>
          <p:spPr>
            <a:xfrm>
              <a:off x="2685975" y="531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20DF614B-F909-4E1F-81D6-E4EDA6E4EADB}"/>
              </a:ext>
            </a:extLst>
          </p:cNvPr>
          <p:cNvSpPr/>
          <p:nvPr/>
        </p:nvSpPr>
        <p:spPr>
          <a:xfrm>
            <a:off x="2597721" y="2689054"/>
            <a:ext cx="1082532" cy="583075"/>
          </a:xfrm>
          <a:prstGeom prst="wedgeRoundRectCallout">
            <a:avLst>
              <a:gd name="adj1" fmla="val -71218"/>
              <a:gd name="adj2" fmla="val -34173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焼き鳥</a:t>
            </a:r>
            <a:endParaRPr kumimoji="1" lang="ja-JP" altLang="en-US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D8B4ACFD-37F4-4BEA-A004-5D710B1ADFC7}"/>
              </a:ext>
            </a:extLst>
          </p:cNvPr>
          <p:cNvSpPr/>
          <p:nvPr/>
        </p:nvSpPr>
        <p:spPr>
          <a:xfrm>
            <a:off x="2517331" y="5784717"/>
            <a:ext cx="1434466" cy="583075"/>
          </a:xfrm>
          <a:prstGeom prst="wedgeRoundRectCallout">
            <a:avLst>
              <a:gd name="adj1" fmla="val -62762"/>
              <a:gd name="adj2" fmla="val -46975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自分も！！</a:t>
            </a:r>
            <a:endParaRPr kumimoji="1" lang="ja-JP" altLang="en-US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34DF15EE-F790-4139-820E-38B23DF067C4}"/>
              </a:ext>
            </a:extLst>
          </p:cNvPr>
          <p:cNvSpPr/>
          <p:nvPr/>
        </p:nvSpPr>
        <p:spPr>
          <a:xfrm>
            <a:off x="1484570" y="4082273"/>
            <a:ext cx="1434466" cy="583075"/>
          </a:xfrm>
          <a:prstGeom prst="wedgeRoundRectCallout">
            <a:avLst>
              <a:gd name="adj1" fmla="val -62762"/>
              <a:gd name="adj2" fmla="val -46975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自分も！！</a:t>
            </a:r>
            <a:endParaRPr kumimoji="1" lang="ja-JP" altLang="en-US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70F7468-798A-4D55-985E-2C63365F797F}"/>
              </a:ext>
            </a:extLst>
          </p:cNvPr>
          <p:cNvSpPr txBox="1"/>
          <p:nvPr/>
        </p:nvSpPr>
        <p:spPr>
          <a:xfrm>
            <a:off x="7895184" y="5967682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自分が言ったものも埋めていいよ</a:t>
            </a:r>
            <a:endParaRPr kumimoji="1" lang="en-US" altLang="ja-JP" sz="2000" dirty="0">
              <a:solidFill>
                <a:srgbClr val="FF000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861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18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共通点ビンゴ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１周していくつビンゴができたか数えよう！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時間が余ったら、新しいビンゴを作って２週目へ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4F79BA2-C67E-4D97-AB12-B4AC2DF5C4C4}"/>
              </a:ext>
            </a:extLst>
          </p:cNvPr>
          <p:cNvGrpSpPr/>
          <p:nvPr/>
        </p:nvGrpSpPr>
        <p:grpSpPr>
          <a:xfrm>
            <a:off x="567542" y="2689054"/>
            <a:ext cx="2711494" cy="3226012"/>
            <a:chOff x="1690228" y="2809051"/>
            <a:chExt cx="2711494" cy="3226012"/>
          </a:xfrm>
        </p:grpSpPr>
        <p:sp>
          <p:nvSpPr>
            <p:cNvPr id="8" name="スマイル 7">
              <a:extLst>
                <a:ext uri="{FF2B5EF4-FFF2-40B4-BE49-F238E27FC236}">
                  <a16:creationId xmlns:a16="http://schemas.microsoft.com/office/drawing/2014/main" id="{7493D89C-C3B9-45E4-BEE1-DEB6F24875FC}"/>
                </a:ext>
              </a:extLst>
            </p:cNvPr>
            <p:cNvSpPr/>
            <p:nvPr/>
          </p:nvSpPr>
          <p:spPr>
            <a:xfrm>
              <a:off x="2685975" y="2809051"/>
              <a:ext cx="720000" cy="720000"/>
            </a:xfrm>
            <a:prstGeom prst="smileyFac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>
              <a:extLst>
                <a:ext uri="{FF2B5EF4-FFF2-40B4-BE49-F238E27FC236}">
                  <a16:creationId xmlns:a16="http://schemas.microsoft.com/office/drawing/2014/main" id="{4D220605-3714-4F0D-B89D-A93F997BA972}"/>
                </a:ext>
              </a:extLst>
            </p:cNvPr>
            <p:cNvSpPr/>
            <p:nvPr/>
          </p:nvSpPr>
          <p:spPr>
            <a:xfrm>
              <a:off x="1690228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D969A8E8-0271-428A-953A-123E5BBE56A5}"/>
                </a:ext>
              </a:extLst>
            </p:cNvPr>
            <p:cNvSpPr/>
            <p:nvPr/>
          </p:nvSpPr>
          <p:spPr>
            <a:xfrm>
              <a:off x="3681722" y="352905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スマイル 10">
              <a:extLst>
                <a:ext uri="{FF2B5EF4-FFF2-40B4-BE49-F238E27FC236}">
                  <a16:creationId xmlns:a16="http://schemas.microsoft.com/office/drawing/2014/main" id="{4E4ED8B4-FADF-4F5F-87BB-50E2A6918CD6}"/>
                </a:ext>
              </a:extLst>
            </p:cNvPr>
            <p:cNvSpPr/>
            <p:nvPr/>
          </p:nvSpPr>
          <p:spPr>
            <a:xfrm>
              <a:off x="1690228" y="459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スマイル 11">
              <a:extLst>
                <a:ext uri="{FF2B5EF4-FFF2-40B4-BE49-F238E27FC236}">
                  <a16:creationId xmlns:a16="http://schemas.microsoft.com/office/drawing/2014/main" id="{66D94842-97EE-4807-BEC1-B9D6314ECFBC}"/>
                </a:ext>
              </a:extLst>
            </p:cNvPr>
            <p:cNvSpPr/>
            <p:nvPr/>
          </p:nvSpPr>
          <p:spPr>
            <a:xfrm>
              <a:off x="3681722" y="4593521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スマイル 12">
              <a:extLst>
                <a:ext uri="{FF2B5EF4-FFF2-40B4-BE49-F238E27FC236}">
                  <a16:creationId xmlns:a16="http://schemas.microsoft.com/office/drawing/2014/main" id="{C9C8CC06-2950-41F0-9A3F-B8BA4B18C338}"/>
                </a:ext>
              </a:extLst>
            </p:cNvPr>
            <p:cNvSpPr/>
            <p:nvPr/>
          </p:nvSpPr>
          <p:spPr>
            <a:xfrm>
              <a:off x="2685975" y="5315063"/>
              <a:ext cx="720000" cy="72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円弧 16">
            <a:extLst>
              <a:ext uri="{FF2B5EF4-FFF2-40B4-BE49-F238E27FC236}">
                <a16:creationId xmlns:a16="http://schemas.microsoft.com/office/drawing/2014/main" id="{CBDDCCDE-ABE3-40D5-9F73-94F3630EE75B}"/>
              </a:ext>
            </a:extLst>
          </p:cNvPr>
          <p:cNvSpPr/>
          <p:nvPr/>
        </p:nvSpPr>
        <p:spPr>
          <a:xfrm>
            <a:off x="303289" y="2745040"/>
            <a:ext cx="3240000" cy="3240000"/>
          </a:xfrm>
          <a:prstGeom prst="arc">
            <a:avLst>
              <a:gd name="adj1" fmla="val 20656642"/>
              <a:gd name="adj2" fmla="val 16188154"/>
            </a:avLst>
          </a:prstGeom>
          <a:ln w="76200">
            <a:solidFill>
              <a:schemeClr val="accent2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7401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618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共通点ビンゴ 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652059"/>
            <a:ext cx="541686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テーマはこちら！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．好きなたべもの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．嫌いなたべもの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3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．好きな動物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4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．好きな有名人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5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．好きなマンガ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6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．好きな映画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7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．好きなアーティスト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8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．夏休みにしたいこと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9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．もしも５億円が当たったら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kumimoji="1"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※</a:t>
            </a:r>
            <a:r>
              <a:rPr kumimoji="1"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どれをどのマスに書くかは自由です</a:t>
            </a:r>
            <a:endParaRPr kumimoji="1"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B295750-DDF5-471D-A1C9-E79FAE0F5723}"/>
              </a:ext>
            </a:extLst>
          </p:cNvPr>
          <p:cNvSpPr txBox="1"/>
          <p:nvPr/>
        </p:nvSpPr>
        <p:spPr>
          <a:xfrm>
            <a:off x="6682204" y="5345377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注意！！</a:t>
            </a:r>
            <a:endParaRPr kumimoji="1" lang="en-US" altLang="ja-JP" sz="2400" dirty="0">
              <a:solidFill>
                <a:srgbClr val="FF000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メンバーには見せないこと</a:t>
            </a:r>
            <a:endParaRPr kumimoji="1" lang="en-US" altLang="ja-JP" sz="2400" dirty="0">
              <a:solidFill>
                <a:srgbClr val="FF000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956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353</Words>
  <Application>Microsoft Office PowerPoint</Application>
  <PresentationFormat>ワイド画面</PresentationFormat>
  <Paragraphs>80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HGS創英角ｺﾞｼｯｸUB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12</cp:revision>
  <dcterms:created xsi:type="dcterms:W3CDTF">2024-08-27T02:15:54Z</dcterms:created>
  <dcterms:modified xsi:type="dcterms:W3CDTF">2026-06-11T03:44:57Z</dcterms:modified>
</cp:coreProperties>
</file>