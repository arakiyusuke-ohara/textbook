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6" r:id="rId6"/>
    <p:sldId id="267" r:id="rId7"/>
    <p:sldId id="268" r:id="rId8"/>
    <p:sldId id="269" r:id="rId9"/>
    <p:sldId id="271" r:id="rId10"/>
    <p:sldId id="270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4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2025/4/2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2025/4/2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2025/4/2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2025/4/2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2025/4/2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2025/4/2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2025/4/2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2025/4/2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2025/4/2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2025/4/2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2025/4/2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2025/4/2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2928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1</a:t>
            </a:r>
            <a:r>
              <a:rPr kumimoji="1" lang="ja-JP" altLang="en-US" sz="3200" b="1" u="sng" dirty="0"/>
              <a:t>年生ガイダンス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30090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sz="2400" dirty="0"/>
              <a:t>一年の流れ</a:t>
            </a:r>
            <a:endParaRPr kumimoji="1" lang="en-US" altLang="ja-JP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400" dirty="0"/>
              <a:t>重要なポイント</a:t>
            </a:r>
            <a:endParaRPr lang="en-US" altLang="ja-JP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400" dirty="0"/>
              <a:t>進級制作展について</a:t>
            </a:r>
            <a:endParaRPr lang="en-US" altLang="ja-JP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400" dirty="0"/>
              <a:t>どう過ごすのか</a:t>
            </a:r>
            <a:endParaRPr lang="en-US" altLang="ja-JP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sz="2400" dirty="0"/>
              <a:t>まとめ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一</a:t>
            </a:r>
            <a:r>
              <a:rPr kumimoji="1" lang="ja-JP" altLang="en-US" sz="3200" b="1" u="sng" dirty="0"/>
              <a:t>年の流れ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493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一年の流れは以下の通りです。</a:t>
            </a:r>
            <a:endParaRPr kumimoji="1" lang="en-US" altLang="ja-JP" sz="2400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6C4EE82-F0FC-4B59-95C2-47448528EC8E}"/>
              </a:ext>
            </a:extLst>
          </p:cNvPr>
          <p:cNvSpPr/>
          <p:nvPr/>
        </p:nvSpPr>
        <p:spPr>
          <a:xfrm>
            <a:off x="4542383" y="1817794"/>
            <a:ext cx="3397968" cy="188478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9</a:t>
            </a:r>
            <a:r>
              <a:rPr kumimoji="1" lang="ja-JP" altLang="en-US" b="1" dirty="0"/>
              <a:t>～</a:t>
            </a:r>
            <a:r>
              <a:rPr kumimoji="1" lang="en-US" altLang="ja-JP" b="1" dirty="0"/>
              <a:t>12</a:t>
            </a:r>
            <a:r>
              <a:rPr kumimoji="1" lang="ja-JP" altLang="en-US" b="1" dirty="0"/>
              <a:t>月</a:t>
            </a:r>
            <a:endParaRPr kumimoji="1" lang="en-US" altLang="ja-JP" b="1" dirty="0"/>
          </a:p>
          <a:p>
            <a:pPr algn="ctr"/>
            <a:r>
              <a:rPr lang="ja-JP" altLang="en-US" b="1" dirty="0"/>
              <a:t>ゲーム制作</a:t>
            </a:r>
            <a:endParaRPr lang="en-US" altLang="ja-JP" b="1" dirty="0"/>
          </a:p>
          <a:p>
            <a:pPr algn="ctr"/>
            <a:endParaRPr kumimoji="1" lang="en-US" altLang="ja-JP" b="1" dirty="0"/>
          </a:p>
          <a:p>
            <a:pPr algn="ctr"/>
            <a:r>
              <a:rPr lang="en-US" altLang="ja-JP" b="1" dirty="0" err="1"/>
              <a:t>DxLib</a:t>
            </a:r>
            <a:r>
              <a:rPr lang="en-US" altLang="ja-JP" b="1" dirty="0"/>
              <a:t>/Unity</a:t>
            </a:r>
          </a:p>
          <a:p>
            <a:pPr algn="ctr"/>
            <a:r>
              <a:rPr lang="ja-JP" altLang="en-US" b="1" dirty="0"/>
              <a:t>シューティングゲーム制作</a:t>
            </a:r>
            <a:endParaRPr lang="en-US" altLang="ja-JP" b="1" dirty="0"/>
          </a:p>
          <a:p>
            <a:pPr algn="ctr"/>
            <a:r>
              <a:rPr kumimoji="1" lang="ja-JP" altLang="en-US" b="1" dirty="0"/>
              <a:t>オリジナルゲーム制作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714ECF6-9106-4B05-8490-F3CE87848419}"/>
              </a:ext>
            </a:extLst>
          </p:cNvPr>
          <p:cNvSpPr/>
          <p:nvPr/>
        </p:nvSpPr>
        <p:spPr>
          <a:xfrm>
            <a:off x="567542" y="1817794"/>
            <a:ext cx="3974841" cy="188478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4</a:t>
            </a:r>
            <a:r>
              <a:rPr kumimoji="1" lang="ja-JP" altLang="en-US" b="1" dirty="0"/>
              <a:t>～</a:t>
            </a:r>
            <a:r>
              <a:rPr kumimoji="1" lang="en-US" altLang="ja-JP" b="1" dirty="0"/>
              <a:t>7</a:t>
            </a:r>
            <a:r>
              <a:rPr kumimoji="1" lang="ja-JP" altLang="en-US" b="1" dirty="0"/>
              <a:t>月</a:t>
            </a:r>
            <a:endParaRPr kumimoji="1" lang="en-US" altLang="ja-JP" b="1" dirty="0"/>
          </a:p>
          <a:p>
            <a:pPr algn="ctr"/>
            <a:r>
              <a:rPr lang="ja-JP" altLang="en-US" b="1" dirty="0"/>
              <a:t>基礎固め</a:t>
            </a:r>
            <a:endParaRPr lang="en-US" altLang="ja-JP" b="1" dirty="0"/>
          </a:p>
          <a:p>
            <a:pPr algn="ctr"/>
            <a:endParaRPr lang="en-US" altLang="ja-JP" b="1" dirty="0"/>
          </a:p>
          <a:p>
            <a:pPr algn="ctr"/>
            <a:r>
              <a:rPr lang="en-US" altLang="ja-JP" b="1" dirty="0"/>
              <a:t>IT</a:t>
            </a:r>
            <a:r>
              <a:rPr lang="ja-JP" altLang="en-US" b="1" dirty="0"/>
              <a:t>の基礎</a:t>
            </a:r>
            <a:endParaRPr lang="en-US" altLang="ja-JP" b="1" dirty="0"/>
          </a:p>
          <a:p>
            <a:pPr algn="ctr"/>
            <a:r>
              <a:rPr lang="ja-JP" altLang="en-US" b="1" dirty="0"/>
              <a:t>プログラミングの基礎</a:t>
            </a:r>
            <a:endParaRPr lang="en-US" altLang="ja-JP" b="1" dirty="0"/>
          </a:p>
          <a:p>
            <a:pPr algn="ctr"/>
            <a:r>
              <a:rPr lang="ja-JP" altLang="en-US" b="1" dirty="0"/>
              <a:t>ゲーム制作の基礎</a:t>
            </a:r>
            <a:endParaRPr lang="en-US" altLang="ja-JP" b="1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343AC30-3730-4556-B53D-71E3FCCAE563}"/>
              </a:ext>
            </a:extLst>
          </p:cNvPr>
          <p:cNvSpPr/>
          <p:nvPr/>
        </p:nvSpPr>
        <p:spPr>
          <a:xfrm>
            <a:off x="7940352" y="1817794"/>
            <a:ext cx="3974841" cy="188478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～</a:t>
            </a:r>
            <a:r>
              <a:rPr kumimoji="1" lang="en-US" altLang="ja-JP" b="1" dirty="0"/>
              <a:t>2</a:t>
            </a:r>
            <a:r>
              <a:rPr kumimoji="1" lang="ja-JP" altLang="en-US" b="1" dirty="0"/>
              <a:t>月</a:t>
            </a:r>
            <a:endParaRPr kumimoji="1" lang="en-US" altLang="ja-JP" b="1" dirty="0"/>
          </a:p>
          <a:p>
            <a:pPr algn="ctr"/>
            <a:r>
              <a:rPr lang="ja-JP" altLang="en-US" b="1" dirty="0"/>
              <a:t>制作展へ向けて</a:t>
            </a:r>
            <a:endParaRPr lang="en-US" altLang="ja-JP" b="1" dirty="0"/>
          </a:p>
          <a:p>
            <a:pPr algn="ctr"/>
            <a:endParaRPr lang="en-US" altLang="ja-JP" b="1" dirty="0"/>
          </a:p>
          <a:p>
            <a:pPr algn="ctr"/>
            <a:r>
              <a:rPr lang="ja-JP" altLang="en-US" b="1" dirty="0"/>
              <a:t>オリジナルゲームを展示</a:t>
            </a:r>
            <a:endParaRPr lang="en-US" altLang="ja-JP" b="1" dirty="0"/>
          </a:p>
          <a:p>
            <a:pPr algn="ctr"/>
            <a:r>
              <a:rPr lang="ja-JP" altLang="en-US" b="1" dirty="0"/>
              <a:t>就活でも使用する作品を作る</a:t>
            </a:r>
            <a:endParaRPr lang="en-US" altLang="ja-JP" b="1" dirty="0"/>
          </a:p>
          <a:p>
            <a:pPr algn="ctr"/>
            <a:r>
              <a:rPr lang="ja-JP" altLang="en-US" b="1" dirty="0"/>
              <a:t>制作展はゲーム企業も呼ぶ予定</a:t>
            </a:r>
            <a:endParaRPr lang="en-US" altLang="ja-JP" b="1" dirty="0"/>
          </a:p>
        </p:txBody>
      </p:sp>
    </p:spTree>
    <p:extLst>
      <p:ext uri="{BB962C8B-B14F-4D97-AF65-F5344CB8AC3E}">
        <p14:creationId xmlns:p14="http://schemas.microsoft.com/office/powerpoint/2010/main" val="3752593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8157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重要なポイント 基礎固め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ゲームを作るには以下の知識が必要です。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・</a:t>
            </a:r>
            <a:r>
              <a:rPr kumimoji="1" lang="en-US" altLang="ja-JP" sz="2400" dirty="0"/>
              <a:t>PC</a:t>
            </a:r>
            <a:r>
              <a:rPr kumimoji="1" lang="ja-JP" altLang="en-US" sz="2400" dirty="0"/>
              <a:t>やインターネットの知識（</a:t>
            </a:r>
            <a:r>
              <a:rPr kumimoji="1" lang="en-US" altLang="ja-JP" sz="2400" dirty="0"/>
              <a:t>IT</a:t>
            </a:r>
            <a:r>
              <a:rPr kumimoji="1" lang="ja-JP" altLang="en-US" sz="2400" dirty="0"/>
              <a:t>系の知識）</a:t>
            </a:r>
            <a:endParaRPr kumimoji="1" lang="en-US" altLang="ja-JP" sz="2400" dirty="0"/>
          </a:p>
          <a:p>
            <a:r>
              <a:rPr lang="ja-JP" altLang="en-US" sz="2400" dirty="0"/>
              <a:t>・プログラミング言語の知識</a:t>
            </a:r>
            <a:endParaRPr lang="en-US" altLang="ja-JP" sz="2400" dirty="0"/>
          </a:p>
          <a:p>
            <a:r>
              <a:rPr kumimoji="1" lang="ja-JP" altLang="en-US" sz="2400" dirty="0"/>
              <a:t>・ゲームエンジンやライブラリの知識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授業で１から丁寧に学習します。</a:t>
            </a:r>
            <a:endParaRPr kumimoji="1" lang="en-US" altLang="ja-JP" sz="2400" dirty="0"/>
          </a:p>
          <a:p>
            <a:r>
              <a:rPr kumimoji="1" lang="en-US" altLang="ja-JP" sz="2400" dirty="0"/>
              <a:t>1</a:t>
            </a:r>
            <a:r>
              <a:rPr kumimoji="1" lang="ja-JP" altLang="en-US" sz="2400" dirty="0"/>
              <a:t>コマ</a:t>
            </a:r>
            <a:r>
              <a:rPr kumimoji="1" lang="en-US" altLang="ja-JP" sz="2400" dirty="0"/>
              <a:t>1</a:t>
            </a:r>
            <a:r>
              <a:rPr kumimoji="1" lang="ja-JP" altLang="en-US" sz="2400" dirty="0"/>
              <a:t>コマの授業にしっかりついていきましょう。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en-US" altLang="ja-JP" sz="2400" b="1" dirty="0">
                <a:solidFill>
                  <a:srgbClr val="FF0000"/>
                </a:solidFill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</a:rPr>
              <a:t>特にわからなかったところの復習は大事です！！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en-US" altLang="ja-JP" sz="2400" b="1" dirty="0">
                <a:solidFill>
                  <a:srgbClr val="FF0000"/>
                </a:solidFill>
              </a:rPr>
              <a:t>※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ここでついてこれないと、今後なにもできなくなります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</a:rPr>
              <a:t>授業担当の先生と担任の荒木が全力でフォローします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3911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2261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重要なポイント ゲーム制作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後期からはゲーム制作がメインになります。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１年生のうちは、</a:t>
            </a:r>
            <a:r>
              <a:rPr lang="ja-JP" altLang="en-US" sz="2400" b="1" dirty="0">
                <a:solidFill>
                  <a:srgbClr val="FF0000"/>
                </a:solidFill>
              </a:rPr>
              <a:t>とにかくたくさんプログラムを書きましょう。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・ゲームを作り上げることが最優先</a:t>
            </a:r>
            <a:endParaRPr lang="en-US" altLang="ja-JP" sz="2400" dirty="0"/>
          </a:p>
          <a:p>
            <a:r>
              <a:rPr lang="ja-JP" altLang="en-US" sz="2400" dirty="0"/>
              <a:t>・きれいにプログラムを組むのは２年生から</a:t>
            </a:r>
            <a:endParaRPr lang="en-US" altLang="ja-JP" sz="2400" dirty="0"/>
          </a:p>
          <a:p>
            <a:r>
              <a:rPr lang="ja-JP" altLang="en-US" sz="2400" dirty="0"/>
              <a:t>・手を動かすほど良いゲームはできるはず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907549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6364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重要なポイント ゲーム制作展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64906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最終的にオリジナルゲームを作って制作展（ゲームショウ）を実施します。</a:t>
            </a:r>
            <a:endParaRPr lang="en-US" altLang="ja-JP" sz="2400" dirty="0"/>
          </a:p>
          <a:p>
            <a:r>
              <a:rPr lang="en-US" altLang="ja-JP" sz="2400" dirty="0"/>
              <a:t>1</a:t>
            </a:r>
            <a:r>
              <a:rPr lang="ja-JP" altLang="en-US" sz="2400" dirty="0"/>
              <a:t>年生の集大成となるイベントなので、</a:t>
            </a:r>
            <a:endParaRPr lang="en-US" altLang="ja-JP" sz="2400" dirty="0"/>
          </a:p>
          <a:p>
            <a:r>
              <a:rPr lang="ja-JP" altLang="en-US" sz="2400" dirty="0"/>
              <a:t>最終目標として見据えておきましょう。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・自分のゲームを遊んでもらうって楽しい！</a:t>
            </a:r>
            <a:endParaRPr lang="en-US" altLang="ja-JP" sz="2400" dirty="0"/>
          </a:p>
          <a:p>
            <a:r>
              <a:rPr lang="ja-JP" altLang="en-US" sz="2400" dirty="0"/>
              <a:t>・企業に目をつけてもらえるかも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774131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どう過ごすのか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１番大事なことは</a:t>
            </a:r>
            <a:r>
              <a:rPr lang="ja-JP" altLang="en-US" sz="2400" b="1" dirty="0">
                <a:solidFill>
                  <a:srgbClr val="FF0000"/>
                </a:solidFill>
              </a:rPr>
              <a:t>学校を休まないこと。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専門学校は</a:t>
            </a:r>
            <a:r>
              <a:rPr lang="en-US" altLang="ja-JP" sz="2400" dirty="0"/>
              <a:t>1</a:t>
            </a:r>
            <a:r>
              <a:rPr lang="ja-JP" altLang="en-US" sz="2400" dirty="0"/>
              <a:t>日で同じ授業が複数実施されます。</a:t>
            </a:r>
            <a:endParaRPr lang="en-US" altLang="ja-JP" sz="2400" dirty="0"/>
          </a:p>
          <a:p>
            <a:r>
              <a:rPr lang="ja-JP" altLang="en-US" sz="2400" dirty="0"/>
              <a:t>（</a:t>
            </a:r>
            <a:r>
              <a:rPr lang="en-US" altLang="ja-JP" sz="2400" dirty="0"/>
              <a:t>1</a:t>
            </a:r>
            <a:r>
              <a:rPr lang="ja-JP" altLang="en-US" sz="2400" dirty="0"/>
              <a:t>日</a:t>
            </a:r>
            <a:r>
              <a:rPr lang="en-US" altLang="ja-JP" sz="2400" dirty="0"/>
              <a:t>3</a:t>
            </a:r>
            <a:r>
              <a:rPr lang="ja-JP" altLang="en-US" sz="2400" dirty="0"/>
              <a:t>コマプログラミングなど）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dirty="0"/>
              <a:t>1</a:t>
            </a:r>
            <a:r>
              <a:rPr lang="ja-JP" altLang="en-US" sz="2400" dirty="0"/>
              <a:t>日休むと一気に取り残されてしまいます。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体調管理を徹底</a:t>
            </a:r>
            <a:r>
              <a:rPr lang="ja-JP" altLang="en-US" sz="2400" dirty="0"/>
              <a:t>し、</a:t>
            </a:r>
            <a:r>
              <a:rPr lang="ja-JP" altLang="en-US" sz="2400" b="1" dirty="0">
                <a:solidFill>
                  <a:srgbClr val="FF0000"/>
                </a:solidFill>
              </a:rPr>
              <a:t>安易に休まない</a:t>
            </a:r>
            <a:r>
              <a:rPr lang="ja-JP" altLang="en-US" sz="2400" dirty="0"/>
              <a:t>ようにしましょう。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563273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どう過ごすのか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友達を作りましょう。</a:t>
            </a:r>
            <a:endParaRPr lang="en-US" altLang="ja-JP" sz="2400" dirty="0"/>
          </a:p>
          <a:p>
            <a:r>
              <a:rPr lang="ja-JP" altLang="en-US" sz="2400" dirty="0"/>
              <a:t>ゲーム会社で最も重要視されるのは</a:t>
            </a:r>
            <a:r>
              <a:rPr lang="ja-JP" altLang="en-US" sz="2400" b="1" dirty="0">
                <a:solidFill>
                  <a:srgbClr val="FF0000"/>
                </a:solidFill>
              </a:rPr>
              <a:t>コミュニケーション能力</a:t>
            </a:r>
            <a:r>
              <a:rPr lang="ja-JP" altLang="en-US" sz="2400" dirty="0"/>
              <a:t>です。</a:t>
            </a:r>
            <a:endParaRPr lang="en-US" altLang="ja-JP" sz="2400" dirty="0"/>
          </a:p>
          <a:p>
            <a:r>
              <a:rPr lang="ja-JP" altLang="en-US" sz="2400" dirty="0"/>
              <a:t>プロジェクト内のスタッフと常に連携を取りながら作業します。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一緒に遊んだり、勉強のことを気軽に話すことができる友達を作って、</a:t>
            </a:r>
            <a:endParaRPr lang="en-US" altLang="ja-JP" sz="2400" dirty="0"/>
          </a:p>
          <a:p>
            <a:r>
              <a:rPr lang="ja-JP" altLang="en-US" sz="2400" dirty="0"/>
              <a:t>今のうちに練習しておきましょう。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989302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どう過ごすのか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63527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ゲーム系のイベントには積極的に参加しましょう。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学校の外から刺激を受けることは非常に重要</a:t>
            </a:r>
            <a:r>
              <a:rPr lang="ja-JP" altLang="en-US" sz="2400" dirty="0"/>
              <a:t>です。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■主なイベント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・東京ゲームショウ</a:t>
            </a:r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CEDEC</a:t>
            </a:r>
            <a:r>
              <a:rPr lang="ja-JP" altLang="en-US" sz="2400" dirty="0"/>
              <a:t>＋</a:t>
            </a:r>
            <a:r>
              <a:rPr lang="en-US" altLang="ja-JP" sz="2400" dirty="0"/>
              <a:t>KYUSHU</a:t>
            </a:r>
          </a:p>
          <a:p>
            <a:r>
              <a:rPr lang="ja-JP" altLang="en-US" sz="2400" dirty="0"/>
              <a:t>・他学校の制作展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831324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どう過ごすのか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授業が終わった後も残りましょう。</a:t>
            </a:r>
            <a:endParaRPr lang="en-US" altLang="ja-JP" sz="2400" dirty="0"/>
          </a:p>
          <a:p>
            <a:r>
              <a:rPr lang="ja-JP" altLang="en-US" sz="2400" dirty="0"/>
              <a:t>わからなかったところを復習したり、友達とゲームしたりなど</a:t>
            </a:r>
            <a:endParaRPr lang="en-US" altLang="ja-JP" sz="2400" dirty="0"/>
          </a:p>
          <a:p>
            <a:r>
              <a:rPr lang="ja-JP" altLang="en-US" sz="2400" dirty="0"/>
              <a:t>なるべく学校にいる時間を長くしましょう。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・就職後は</a:t>
            </a:r>
            <a:r>
              <a:rPr lang="en-US" altLang="ja-JP" sz="2400" dirty="0"/>
              <a:t>19</a:t>
            </a:r>
            <a:r>
              <a:rPr lang="ja-JP" altLang="en-US" sz="2400" dirty="0"/>
              <a:t>時、</a:t>
            </a:r>
            <a:r>
              <a:rPr lang="en-US" altLang="ja-JP" sz="2400" dirty="0"/>
              <a:t>20</a:t>
            </a:r>
            <a:r>
              <a:rPr lang="ja-JP" altLang="en-US" sz="2400" dirty="0"/>
              <a:t>時まで会社にいることが普通にあります</a:t>
            </a:r>
            <a:endParaRPr lang="en-US" altLang="ja-JP" sz="2400" dirty="0"/>
          </a:p>
          <a:p>
            <a:r>
              <a:rPr lang="ja-JP" altLang="en-US" sz="2400" dirty="0"/>
              <a:t>・家に学習環境がない方は特に！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718935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まとめ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8972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3</a:t>
            </a:r>
            <a:r>
              <a:rPr lang="ja-JP" altLang="en-US" sz="2400" dirty="0"/>
              <a:t>年間でゲーム会社に就職することはとてもタイトスケジュールです。</a:t>
            </a:r>
            <a:endParaRPr lang="en-US" altLang="ja-JP" sz="2400" dirty="0"/>
          </a:p>
          <a:p>
            <a:r>
              <a:rPr lang="en-US" altLang="ja-JP" sz="2400" dirty="0"/>
              <a:t>1</a:t>
            </a:r>
            <a:r>
              <a:rPr lang="ja-JP" altLang="en-US" sz="2400" dirty="0"/>
              <a:t>日</a:t>
            </a:r>
            <a:r>
              <a:rPr lang="en-US" altLang="ja-JP" sz="2400" dirty="0"/>
              <a:t>1</a:t>
            </a:r>
            <a:r>
              <a:rPr lang="ja-JP" altLang="en-US" sz="2400"/>
              <a:t>日を大事に過ごしましょう。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855774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527</Words>
  <Application>Microsoft Office PowerPoint</Application>
  <PresentationFormat>ワイド画面</PresentationFormat>
  <Paragraphs>86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26</cp:revision>
  <dcterms:created xsi:type="dcterms:W3CDTF">2024-08-27T02:15:54Z</dcterms:created>
  <dcterms:modified xsi:type="dcterms:W3CDTF">2025-04-02T03:32:25Z</dcterms:modified>
</cp:coreProperties>
</file>