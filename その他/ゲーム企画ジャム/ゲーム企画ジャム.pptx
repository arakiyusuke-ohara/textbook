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330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チームで話し合いながら、テーマに合わせたゲーム企画書を作りましょう。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今回のテーマは。。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721254-92AA-4A3F-ABA9-32CCB38760AF}"/>
              </a:ext>
            </a:extLst>
          </p:cNvPr>
          <p:cNvSpPr txBox="1"/>
          <p:nvPr/>
        </p:nvSpPr>
        <p:spPr>
          <a:xfrm>
            <a:off x="953406" y="2641818"/>
            <a:ext cx="102851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１００万本売れるインディーズゲーム</a:t>
            </a:r>
            <a:endParaRPr kumimoji="1" lang="en-US" altLang="ja-JP" sz="54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632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■スケジュール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Start</a:t>
            </a: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	</a:t>
            </a:r>
            <a:r>
              <a:rPr lang="ja-JP" altLang="en-US" sz="36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企画書作成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１１：３０　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	</a:t>
            </a:r>
            <a:r>
              <a:rPr lang="ja-JP" altLang="en-US" sz="36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発表会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１２：４０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621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579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以下のものを必ず企画書に書いてください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・ゲームのメインコンセプト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・１００万本売れる根拠（</a:t>
            </a:r>
            <a:r>
              <a:rPr kumimoji="1"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ここがメイン！</a:t>
            </a:r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）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317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2959565" y="2828836"/>
            <a:ext cx="62728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2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チーム発表！！</a:t>
            </a:r>
            <a:endParaRPr kumimoji="1" lang="en-US" altLang="ja-JP" sz="72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162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16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ゲーム企画ジャム</a:t>
            </a:r>
            <a:endParaRPr kumimoji="1" lang="en-US" altLang="ja-JP" sz="3200" b="1" u="sng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2566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チーム内で以下のことを決めて作業を始めてください！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・チームリーダー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・１年生がやってもいいよ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・企画書データを作る人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・</a:t>
            </a:r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iPad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よりも</a:t>
            </a:r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PC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の方が作りやすいはず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9111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113</Words>
  <Application>Microsoft Office PowerPoint</Application>
  <PresentationFormat>ワイド画面</PresentationFormat>
  <Paragraphs>31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HGP創英角ｺﾞｼｯｸUB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18</cp:revision>
  <dcterms:created xsi:type="dcterms:W3CDTF">2024-08-27T02:15:54Z</dcterms:created>
  <dcterms:modified xsi:type="dcterms:W3CDTF">2025-05-02T00:12:44Z</dcterms:modified>
</cp:coreProperties>
</file>