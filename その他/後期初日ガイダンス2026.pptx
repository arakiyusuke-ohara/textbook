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2025/9/1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channel/UC5CTV3JSdrlo5Pa42QkK8SA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後期初日ガイダンス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806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■プログラム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・授業の流れ</a:t>
            </a:r>
            <a:endParaRPr lang="en-US" altLang="ja-JP" sz="2400" dirty="0"/>
          </a:p>
          <a:p>
            <a:r>
              <a:rPr lang="ja-JP" altLang="en-US" sz="2400" dirty="0"/>
              <a:t>・後期の目標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</a:t>
            </a:r>
            <a:r>
              <a:rPr lang="ja-JP" altLang="en-US" sz="2400" dirty="0"/>
              <a:t>年生シューティングゲーム発表会</a:t>
            </a:r>
            <a:endParaRPr lang="en-US" altLang="ja-JP" sz="2400" dirty="0"/>
          </a:p>
          <a:p>
            <a:r>
              <a:rPr lang="ja-JP" altLang="en-US" sz="2400" dirty="0"/>
              <a:t>・今後の作品制作について</a:t>
            </a:r>
            <a:endParaRPr lang="en-US" altLang="ja-JP" sz="2400" dirty="0"/>
          </a:p>
          <a:p>
            <a:r>
              <a:rPr lang="ja-JP" altLang="en-US" sz="2400" dirty="0"/>
              <a:t>・帰りのホームルーム（各校で）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後期初日ガイダンス 授業の流れ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1240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■１年生科目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・プログラミング</a:t>
            </a:r>
            <a:r>
              <a:rPr lang="en-US" altLang="ja-JP" sz="2400" dirty="0"/>
              <a:t>Ⅲ</a:t>
            </a:r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C++</a:t>
            </a:r>
          </a:p>
          <a:p>
            <a:r>
              <a:rPr lang="ja-JP" altLang="en-US" sz="2400" dirty="0"/>
              <a:t>　・前期の</a:t>
            </a:r>
            <a:r>
              <a:rPr lang="en-US" altLang="ja-JP" sz="2400" dirty="0"/>
              <a:t>C</a:t>
            </a:r>
            <a:r>
              <a:rPr lang="ja-JP" altLang="en-US" sz="2400" dirty="0"/>
              <a:t>言語と同様にパワーポイントとサンプルで進めます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・ゲームプログラミング</a:t>
            </a:r>
            <a:r>
              <a:rPr lang="en-US" altLang="ja-JP" sz="2400" dirty="0"/>
              <a:t>Ⅳ</a:t>
            </a:r>
          </a:p>
          <a:p>
            <a:r>
              <a:rPr lang="ja-JP" altLang="en-US" sz="2400" dirty="0"/>
              <a:t>　・前期にやっていないテクニックを少し</a:t>
            </a:r>
            <a:endParaRPr lang="en-US" altLang="ja-JP" sz="2400" dirty="0"/>
          </a:p>
          <a:p>
            <a:r>
              <a:rPr lang="ja-JP" altLang="en-US" sz="2400" dirty="0"/>
              <a:t>　・オリジナルゲーム制作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・ゲームエンジン</a:t>
            </a:r>
            <a:r>
              <a:rPr lang="en-US" altLang="ja-JP" sz="2400" dirty="0"/>
              <a:t>Ⅱ</a:t>
            </a:r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Unity</a:t>
            </a:r>
            <a:r>
              <a:rPr lang="ja-JP" altLang="en-US" sz="2400" dirty="0"/>
              <a:t>の中級テクニックをパワポとサンプルで</a:t>
            </a:r>
            <a:endParaRPr lang="en-US" altLang="ja-JP" sz="2400" dirty="0"/>
          </a:p>
          <a:p>
            <a:r>
              <a:rPr lang="ja-JP" altLang="en-US" sz="2400" dirty="0"/>
              <a:t>　・オリジナルゲーム制作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後期は数学ないよ♪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1969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後期初日ガイダンス 授業の流れ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■１年生科目</a:t>
            </a:r>
          </a:p>
          <a:p>
            <a:r>
              <a:rPr lang="ja-JP" altLang="en-US" sz="2400" dirty="0"/>
              <a:t>・ゲーム企画</a:t>
            </a:r>
            <a:endParaRPr lang="en-US" altLang="ja-JP" sz="2400" dirty="0"/>
          </a:p>
          <a:p>
            <a:r>
              <a:rPr lang="ja-JP" altLang="en-US" sz="2400" dirty="0"/>
              <a:t>　・プランナー向けの授業</a:t>
            </a:r>
            <a:endParaRPr lang="en-US" altLang="ja-JP" sz="2400" dirty="0"/>
          </a:p>
          <a:p>
            <a:r>
              <a:rPr lang="ja-JP" altLang="en-US" sz="2400" dirty="0"/>
              <a:t>　・アイデアの考え方と企画書の書き方の基礎</a:t>
            </a:r>
            <a:endParaRPr lang="en-US" altLang="ja-JP" sz="2400" dirty="0"/>
          </a:p>
          <a:p>
            <a:r>
              <a:rPr lang="ja-JP" altLang="en-US" sz="2400" dirty="0"/>
              <a:t>　・オリジナル企画書作成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195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後期初日ガイダンス 授業の流れ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■２年生科目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・ゲーム開発</a:t>
            </a:r>
            <a:r>
              <a:rPr lang="en-US" altLang="ja-JP" sz="2400" dirty="0"/>
              <a:t>Ⅲ</a:t>
            </a:r>
          </a:p>
          <a:p>
            <a:r>
              <a:rPr lang="ja-JP" altLang="en-US" sz="2400" dirty="0"/>
              <a:t>　・就職作品</a:t>
            </a:r>
            <a:endParaRPr lang="en-US" altLang="ja-JP" sz="2400" dirty="0"/>
          </a:p>
          <a:p>
            <a:r>
              <a:rPr lang="ja-JP" altLang="en-US" sz="2400" dirty="0"/>
              <a:t>　・ゲーム物理学（週２コマ）</a:t>
            </a:r>
            <a:endParaRPr lang="en-US" altLang="ja-JP" sz="2400" dirty="0"/>
          </a:p>
          <a:p>
            <a:r>
              <a:rPr lang="ja-JP" altLang="en-US" sz="2400" dirty="0"/>
              <a:t>　・シェーダープログラミング（週１コマ）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・キャリアデザイン</a:t>
            </a:r>
            <a:r>
              <a:rPr lang="en-US" altLang="ja-JP" sz="2400" dirty="0"/>
              <a:t>Ⅲ</a:t>
            </a:r>
          </a:p>
          <a:p>
            <a:r>
              <a:rPr lang="ja-JP" altLang="en-US" sz="2400" dirty="0"/>
              <a:t>　・企業研究</a:t>
            </a:r>
            <a:endParaRPr lang="en-US" altLang="ja-JP" sz="2400" dirty="0"/>
          </a:p>
          <a:p>
            <a:r>
              <a:rPr lang="ja-JP" altLang="en-US" sz="2400" dirty="0"/>
              <a:t>　・ポートフォリオ作成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・ゲームエンジン</a:t>
            </a:r>
            <a:r>
              <a:rPr lang="en-US" altLang="ja-JP" sz="2400" dirty="0"/>
              <a:t>Ⅳ</a:t>
            </a:r>
          </a:p>
          <a:p>
            <a:r>
              <a:rPr lang="ja-JP" altLang="en-US" sz="2400" dirty="0"/>
              <a:t>　・</a:t>
            </a:r>
            <a:r>
              <a:rPr lang="en-US" altLang="ja-JP" sz="2400" dirty="0"/>
              <a:t>Unity</a:t>
            </a:r>
            <a:r>
              <a:rPr lang="ja-JP" altLang="en-US" sz="2400" dirty="0"/>
              <a:t>でオリジナルゲーム制作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0041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後期初日ガイダンス 目標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■１年生目標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のオリジナルゲームを完成させる</a:t>
            </a:r>
            <a:endParaRPr lang="en-US" altLang="ja-JP" sz="2400" dirty="0"/>
          </a:p>
          <a:p>
            <a:r>
              <a:rPr lang="ja-JP" altLang="en-US" sz="2400" dirty="0"/>
              <a:t>　・１月に制作展として展示予定</a:t>
            </a:r>
            <a:endParaRPr lang="en-US" altLang="ja-JP" sz="2400" dirty="0"/>
          </a:p>
          <a:p>
            <a:r>
              <a:rPr lang="ja-JP" altLang="en-US" sz="2400" dirty="0"/>
              <a:t>　・楽しく遊べるゲームを作りましょう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Unity</a:t>
            </a:r>
            <a:r>
              <a:rPr lang="ja-JP" altLang="en-US" sz="2400" dirty="0"/>
              <a:t>、</a:t>
            </a:r>
            <a:r>
              <a:rPr lang="en-US" altLang="ja-JP" sz="2400" dirty="0"/>
              <a:t>C++</a:t>
            </a:r>
            <a:r>
              <a:rPr lang="ja-JP" altLang="en-US" sz="2400" dirty="0"/>
              <a:t>の知識をつける</a:t>
            </a:r>
            <a:endParaRPr lang="en-US" altLang="ja-JP" sz="2400" dirty="0"/>
          </a:p>
          <a:p>
            <a:r>
              <a:rPr lang="ja-JP" altLang="en-US" sz="2400" dirty="0"/>
              <a:t>　・基礎的な部分になるので、授業でやったことをきちんと身に着ける</a:t>
            </a:r>
            <a:endParaRPr lang="en-US" altLang="ja-JP" sz="2400" dirty="0"/>
          </a:p>
          <a:p>
            <a:r>
              <a:rPr lang="ja-JP" altLang="en-US" sz="2400" dirty="0"/>
              <a:t>　・２年生の学習内容に直結します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0669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後期初日ガイダンス 目標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■２年生目標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・１２月までに就職作品を完成させる</a:t>
            </a:r>
            <a:endParaRPr lang="en-US" altLang="ja-JP" sz="2400" dirty="0"/>
          </a:p>
          <a:p>
            <a:r>
              <a:rPr lang="ja-JP" altLang="en-US" sz="2400" dirty="0"/>
              <a:t>　・最優先事項</a:t>
            </a:r>
            <a:endParaRPr lang="en-US" altLang="ja-JP" sz="2400" dirty="0"/>
          </a:p>
          <a:p>
            <a:r>
              <a:rPr lang="ja-JP" altLang="en-US" sz="2400" dirty="0"/>
              <a:t>　・これまで共有した内定者の作品を参考に、同レベルのものを作る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・筆記試験対策</a:t>
            </a:r>
            <a:endParaRPr lang="en-US" altLang="ja-JP" sz="2400" dirty="0"/>
          </a:p>
          <a:p>
            <a:r>
              <a:rPr lang="ja-JP" altLang="en-US" sz="2400" dirty="0"/>
              <a:t>　・数学、</a:t>
            </a:r>
            <a:r>
              <a:rPr lang="en-US" altLang="ja-JP" sz="2400" dirty="0"/>
              <a:t>SPI</a:t>
            </a:r>
            <a:r>
              <a:rPr lang="ja-JP" altLang="en-US" sz="2400" dirty="0"/>
              <a:t>の問題を解けるようになる</a:t>
            </a:r>
            <a:endParaRPr lang="en-US" altLang="ja-JP" sz="2400" dirty="0"/>
          </a:p>
          <a:p>
            <a:r>
              <a:rPr lang="ja-JP" altLang="en-US" sz="2400" dirty="0"/>
              <a:t>　・昨今、作品重視から試験点数重視にシフトする企業が増えている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・企業研究</a:t>
            </a:r>
            <a:endParaRPr lang="en-US" altLang="ja-JP" sz="2400" dirty="0"/>
          </a:p>
          <a:p>
            <a:r>
              <a:rPr lang="ja-JP" altLang="en-US" sz="2400" dirty="0"/>
              <a:t>　・説明会など就活イベントに参加しまくる</a:t>
            </a:r>
            <a:endParaRPr lang="en-US" altLang="ja-JP" sz="2400" dirty="0"/>
          </a:p>
          <a:p>
            <a:r>
              <a:rPr lang="ja-JP" altLang="en-US" sz="2400" dirty="0"/>
              <a:t>　・就活イベントで授業を抜ける場合は公欠となります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35799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1387019" y="3013502"/>
            <a:ext cx="941796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ja-JP" altLang="en-US" sz="4800" b="1" dirty="0">
                <a:solidFill>
                  <a:srgbClr val="FF0000"/>
                </a:solidFill>
              </a:rPr>
              <a:t>シューティングゲーム発表会！！</a:t>
            </a:r>
            <a:endParaRPr lang="en-US" altLang="ja-JP" sz="4800" dirty="0"/>
          </a:p>
        </p:txBody>
      </p:sp>
    </p:spTree>
    <p:extLst>
      <p:ext uri="{BB962C8B-B14F-4D97-AF65-F5344CB8AC3E}">
        <p14:creationId xmlns:p14="http://schemas.microsoft.com/office/powerpoint/2010/main" val="399119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今後の作品制作について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■はじめに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・ゲームデザインについて</a:t>
            </a:r>
            <a:endParaRPr lang="en-US" altLang="ja-JP" sz="2400" dirty="0"/>
          </a:p>
          <a:p>
            <a:r>
              <a:rPr lang="ja-JP" altLang="en-US" sz="2400" dirty="0"/>
              <a:t>・生成</a:t>
            </a:r>
            <a:r>
              <a:rPr lang="en-US" altLang="ja-JP" sz="2400" dirty="0"/>
              <a:t>AI</a:t>
            </a:r>
            <a:r>
              <a:rPr lang="ja-JP" altLang="en-US" sz="2400" dirty="0"/>
              <a:t>について</a:t>
            </a:r>
            <a:endParaRPr lang="en-US" altLang="ja-JP" sz="2400" dirty="0"/>
          </a:p>
          <a:p>
            <a:r>
              <a:rPr lang="ja-JP" altLang="en-US" sz="2400" dirty="0"/>
              <a:t>・いまからでもできること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941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688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今後の作品制作について ゲームデザイン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6104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今後制作するゲームは、</a:t>
            </a:r>
            <a:r>
              <a:rPr lang="ja-JP" altLang="en-US" sz="2400" b="1" dirty="0">
                <a:solidFill>
                  <a:srgbClr val="FF0000"/>
                </a:solidFill>
              </a:rPr>
              <a:t>面白いことが大前提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面白いゲームを作るには、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7030A0"/>
                </a:solidFill>
              </a:rPr>
              <a:t>・面白いゲームを知ること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b="1" dirty="0">
                <a:solidFill>
                  <a:srgbClr val="7030A0"/>
                </a:solidFill>
              </a:rPr>
              <a:t>・ゲームデザインの知識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b="1" dirty="0">
                <a:solidFill>
                  <a:srgbClr val="7030A0"/>
                </a:solidFill>
              </a:rPr>
              <a:t>・実装する技術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dirty="0"/>
              <a:t>全てを揃えないといけません。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そのため以下のことをやりましょう。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7030A0"/>
                </a:solidFill>
              </a:rPr>
              <a:t>・たくさんゲームを遊ぶ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b="1" dirty="0">
                <a:solidFill>
                  <a:srgbClr val="7030A0"/>
                </a:solidFill>
              </a:rPr>
              <a:t>　・プレステや</a:t>
            </a:r>
            <a:r>
              <a:rPr lang="en-US" altLang="ja-JP" sz="2400" b="1" dirty="0">
                <a:solidFill>
                  <a:srgbClr val="7030A0"/>
                </a:solidFill>
              </a:rPr>
              <a:t>Switch</a:t>
            </a:r>
            <a:r>
              <a:rPr lang="ja-JP" altLang="en-US" sz="2400" b="1" dirty="0">
                <a:solidFill>
                  <a:srgbClr val="7030A0"/>
                </a:solidFill>
              </a:rPr>
              <a:t>のサブスクにある、昔のゲームが遊べるやつはおすすめ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b="1" dirty="0">
                <a:solidFill>
                  <a:srgbClr val="7030A0"/>
                </a:solidFill>
              </a:rPr>
              <a:t>　・最近のインディーゲームもおすすめ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b="1" dirty="0">
                <a:solidFill>
                  <a:srgbClr val="7030A0"/>
                </a:solidFill>
              </a:rPr>
              <a:t>　・特にアクションゲームをやりましょう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b="1" dirty="0">
                <a:solidFill>
                  <a:srgbClr val="7030A0"/>
                </a:solidFill>
              </a:rPr>
              <a:t>　・遊ぶ中でゲームを研究すること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スマホゲー、ソシャゲーではあまり参考になりません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614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7691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今後の作品制作について 生成</a:t>
            </a:r>
            <a:r>
              <a:rPr lang="en-US" altLang="ja-JP" sz="3200" b="1" u="sng" dirty="0"/>
              <a:t>AI</a:t>
            </a:r>
            <a:r>
              <a:rPr lang="ja-JP" altLang="en-US" sz="3200" b="1" u="sng" dirty="0"/>
              <a:t>について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803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ChatGPT</a:t>
            </a:r>
            <a:r>
              <a:rPr lang="ja-JP" altLang="en-US" sz="2400" dirty="0"/>
              <a:t>などの生成</a:t>
            </a:r>
            <a:r>
              <a:rPr lang="en-US" altLang="ja-JP" sz="2400" dirty="0"/>
              <a:t>AI</a:t>
            </a:r>
            <a:r>
              <a:rPr lang="ja-JP" altLang="en-US" sz="2400" dirty="0"/>
              <a:t>はゲーム制作には非常に役立つツールです。</a:t>
            </a:r>
            <a:endParaRPr lang="en-US" altLang="ja-JP" sz="2400" dirty="0"/>
          </a:p>
          <a:p>
            <a:r>
              <a:rPr lang="ja-JP" altLang="en-US" sz="2400" dirty="0"/>
              <a:t>ですが、</a:t>
            </a:r>
            <a:r>
              <a:rPr lang="ja-JP" altLang="en-US" sz="2400" b="1" dirty="0">
                <a:solidFill>
                  <a:srgbClr val="FF0000"/>
                </a:solidFill>
              </a:rPr>
              <a:t>オリジナルゲームを作っていると、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生成</a:t>
            </a:r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も理解を間違えて返答する場合が多々あります。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使用については自由ですが、</a:t>
            </a:r>
            <a:endParaRPr lang="en-US" altLang="ja-JP" sz="2400" dirty="0"/>
          </a:p>
          <a:p>
            <a:r>
              <a:rPr lang="ja-JP" altLang="en-US" sz="2400" dirty="0"/>
              <a:t>あくまで、</a:t>
            </a:r>
            <a:r>
              <a:rPr lang="ja-JP" altLang="en-US" sz="2400" b="1" dirty="0">
                <a:solidFill>
                  <a:srgbClr val="FF0000"/>
                </a:solidFill>
              </a:rPr>
              <a:t>ゲームを作るのは自分自身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生成</a:t>
            </a:r>
            <a:r>
              <a:rPr lang="en-US" altLang="ja-JP" sz="2400" dirty="0"/>
              <a:t>AI</a:t>
            </a:r>
            <a:r>
              <a:rPr lang="ja-JP" altLang="en-US" sz="2400" dirty="0"/>
              <a:t>を使った場合も、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7030A0"/>
                </a:solidFill>
              </a:rPr>
              <a:t>・なぜそのようなプログラムになるのか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b="1" dirty="0">
                <a:solidFill>
                  <a:srgbClr val="7030A0"/>
                </a:solidFill>
              </a:rPr>
              <a:t>・本当にそのプログラムで良いのか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ja-JP" altLang="en-US" sz="2400" dirty="0"/>
              <a:t>きちんと判断して使用しましょう。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判断が難しい場合は先生も頼ってください。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14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8919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今後の作品制作について 今からでもできること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そもそもゲーム制作はとても難しいです。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そんな中、ゲームクリエイターの参考にしてほしいと、</a:t>
            </a:r>
            <a:endParaRPr lang="en-US" altLang="ja-JP" sz="2400" dirty="0"/>
          </a:p>
          <a:p>
            <a:r>
              <a:rPr lang="en-US" altLang="ja-JP" sz="2400" dirty="0" err="1"/>
              <a:t>Youtube</a:t>
            </a:r>
            <a:r>
              <a:rPr lang="ja-JP" altLang="en-US" sz="2400" dirty="0"/>
              <a:t>に広告なしで、本格的にゲーム制作について、</a:t>
            </a:r>
            <a:endParaRPr lang="en-US" altLang="ja-JP" sz="2400" dirty="0"/>
          </a:p>
          <a:p>
            <a:r>
              <a:rPr lang="ja-JP" altLang="en-US" sz="2400" dirty="0"/>
              <a:t>とても分かりやすく解説してくれているチャンネルがあります。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>
                <a:hlinkClick r:id="rId2"/>
              </a:rPr>
              <a:t>桜井政博のゲーム作るには </a:t>
            </a:r>
            <a:r>
              <a:rPr lang="en-US" altLang="ja-JP" sz="2400" dirty="0">
                <a:hlinkClick r:id="rId2"/>
              </a:rPr>
              <a:t>– YouTube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ほぼ視聴は必須かと思います。</a:t>
            </a:r>
            <a:endParaRPr lang="en-US" altLang="ja-JP" sz="2400" dirty="0"/>
          </a:p>
          <a:p>
            <a:r>
              <a:rPr lang="ja-JP" altLang="en-US" sz="2400" dirty="0"/>
              <a:t>絶対に参考になりますので、見ておきましょう。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6996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1387018" y="3013502"/>
            <a:ext cx="9417964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ja-JP" altLang="en-US" sz="4800" b="1" dirty="0">
                <a:solidFill>
                  <a:srgbClr val="FF0000"/>
                </a:solidFill>
              </a:rPr>
              <a:t>後期も頑張っていきましょう！！</a:t>
            </a:r>
            <a:endParaRPr lang="en-US" altLang="ja-JP" sz="4800" dirty="0"/>
          </a:p>
        </p:txBody>
      </p:sp>
    </p:spTree>
    <p:extLst>
      <p:ext uri="{BB962C8B-B14F-4D97-AF65-F5344CB8AC3E}">
        <p14:creationId xmlns:p14="http://schemas.microsoft.com/office/powerpoint/2010/main" val="4277472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689</Words>
  <Application>Microsoft Office PowerPoint</Application>
  <PresentationFormat>ワイド画面</PresentationFormat>
  <Paragraphs>110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28</cp:revision>
  <dcterms:created xsi:type="dcterms:W3CDTF">2024-08-27T02:15:54Z</dcterms:created>
  <dcterms:modified xsi:type="dcterms:W3CDTF">2025-09-01T01:31:42Z</dcterms:modified>
</cp:coreProperties>
</file>