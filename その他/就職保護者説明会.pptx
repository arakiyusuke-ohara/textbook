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7" r:id="rId2"/>
    <p:sldId id="265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8" r:id="rId12"/>
    <p:sldId id="264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86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29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57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5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80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1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97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09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26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35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4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872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509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225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815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80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89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プログラム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031182" y="1216429"/>
            <a:ext cx="42242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ゲーム業界について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ゲーム会社の選考について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就職活動前の前提について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就職活動内容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スケジュール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おねがい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4157008" y="3136613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ゲーム業界について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3882647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ゲーム業界について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031182" y="1216429"/>
            <a:ext cx="846097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ゲーム業界には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パブリッシャー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と呼ばれる会社と、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0070C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ディベロッパー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と呼ばれる会社があります。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■パブリッシャー</a:t>
            </a:r>
            <a:endParaRPr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ゲームの制作と販売をする会社。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有名なゲーム会社のほとんどがパブリッシャー。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国内では数十社程度、存在する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0070C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■ディベロッパー</a:t>
            </a:r>
            <a:endParaRPr lang="en-US" altLang="ja-JP" sz="2400" dirty="0">
              <a:solidFill>
                <a:srgbClr val="0070C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ゲームの制作のみを行う会社。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昨今のゲームは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300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500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人で開発されるため、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パブリッシャーのみで作れる規模ではない。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無名な会社がほとんどだが、国内には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500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社ほど存在する。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784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3541455" y="3136613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ゲーム会社の選考について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319877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ゲーム会社の選考について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634019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ゲーム会社の選考はおおよそ以下の通りです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１．書類選考（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作品選考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も含む）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２．筆記試験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３．面接複数回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４．内定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317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3541455" y="3136613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就職活動前の前提について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105978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就職活動前の前提について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541686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就職活動前の前提についてお話します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・難易度について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・大手パブリッシャーについて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・ディベロッパーへの就職について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7043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難易度について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726352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ゲーム会社への就職は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非常に高難易度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・非常に人気の業界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・あらゆる人が受験することになる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・採用枠の少なさ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・１社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職種につき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5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名ほど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・専門性の高さ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・高いスキルが求められる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・作品選考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・質の良い作品が求められる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・筆記試験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・高度な数学や物理学の知識が問われる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341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大手パブリッシャーについて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87350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人気な業界ゆえに、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任天堂などの大手パブリッシャーに関しては、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競合する学生が多く、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有名、高学歴大学の学生と比較されます。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ただし、専門学生は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作品で対抗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できるので、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決して不可能ではないです。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ちなみに、倍率はおおよそ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200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倍～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300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倍と言われています。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96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ディベロッパーについて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849463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ディベロッパーについては、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会社数も多く競合することが少ないです。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よって本校では、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有名タイトルを制作するディベロッパー会社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を主に推奨し、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就職活動を進めていきます。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■推奨する企業例</a:t>
            </a:r>
            <a:endParaRPr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・サイバーコネクトツー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・ヘキサドライブ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・ニューロンエイジ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</a:t>
            </a:r>
            <a:r>
              <a:rPr lang="en-US" altLang="ja-JP" sz="2400" dirty="0" err="1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Xeen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740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4772561" y="313661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就職活動内容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359102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就職活動内容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849463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難易度が高いため、多くの企業を受験することとなります。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活動内容も、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質より量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を重視して活動することになります。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※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もちろん、待遇の悪い企業は勧めてはいません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基本的には</a:t>
            </a:r>
            <a:r>
              <a:rPr lang="ja-JP" altLang="en-US" sz="2400" dirty="0">
                <a:solidFill>
                  <a:srgbClr val="0070C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マイナビ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に掲載されている企業を、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片っ端から受験していくことになります。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よって、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勤務地の希望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など、待遇における条件については、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早めに明確にしておくこと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が大事です。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6914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3951824" y="3136613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スケジュールについて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85726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スケジュール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634019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ゲーム学科の就活スケジュールの基準です。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11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月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ゲーム業界を目指した就職活動。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12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月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IT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系も視野に入れた就職活動。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～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月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一般系も視野に入れた就職活動。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これを基準に、ご家庭や学生本人の意思で、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それぞれ変えていきます。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839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182930" y="31366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おねがい</a:t>
            </a:r>
            <a:endParaRPr kumimoji="1" lang="en-US" altLang="ja-JP" sz="3200" b="1" u="sng" dirty="0"/>
          </a:p>
        </p:txBody>
      </p:sp>
    </p:spTree>
    <p:extLst>
      <p:ext uri="{BB962C8B-B14F-4D97-AF65-F5344CB8AC3E}">
        <p14:creationId xmlns:p14="http://schemas.microsoft.com/office/powerpoint/2010/main" val="2360660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103118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スケジュール</a:t>
            </a:r>
            <a:endParaRPr kumimoji="1" lang="en-US" altLang="ja-JP" sz="3200" b="1" u="sng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CBBDA-ED3E-4C04-8FD3-36CFF855DD6A}"/>
              </a:ext>
            </a:extLst>
          </p:cNvPr>
          <p:cNvSpPr txBox="1"/>
          <p:nvPr/>
        </p:nvSpPr>
        <p:spPr>
          <a:xfrm>
            <a:off x="1031182" y="1216429"/>
            <a:ext cx="603242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条件に関しては明確にしておきましょう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・給料は最低でもいくら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・勤務地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スケジュールを明確にしましょう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・何月までゲーム会社に専念するか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諦めた後のことも考えておきましょう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IT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系を目指すのか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・一般系を目指すのか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良い会社は早く枠が埋まってしまいます。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0048330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361</TotalTime>
  <Words>634</Words>
  <Application>Microsoft Office PowerPoint</Application>
  <PresentationFormat>ワイド画面</PresentationFormat>
  <Paragraphs>123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HGS創英角ｺﾞｼｯｸUB</vt:lpstr>
      <vt:lpstr>Arial</vt:lpstr>
      <vt:lpstr>Trebuchet MS</vt:lpstr>
      <vt:lpstr>Wingdings 3</vt:lpstr>
      <vt:lpstr>ファセット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39</cp:revision>
  <dcterms:created xsi:type="dcterms:W3CDTF">2024-08-27T02:15:54Z</dcterms:created>
  <dcterms:modified xsi:type="dcterms:W3CDTF">2026-10-30T03:40:17Z</dcterms:modified>
</cp:coreProperties>
</file>