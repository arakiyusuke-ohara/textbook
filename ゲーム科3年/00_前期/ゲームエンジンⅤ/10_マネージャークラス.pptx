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4" r:id="rId7"/>
    <p:sldId id="263" r:id="rId8"/>
    <p:sldId id="265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2025/12/18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DxLib</a:t>
            </a:r>
            <a:r>
              <a:rPr lang="ja-JP" altLang="en-US" sz="2400" dirty="0"/>
              <a:t>や</a:t>
            </a:r>
            <a:r>
              <a:rPr lang="en-US" altLang="ja-JP" sz="2400" dirty="0"/>
              <a:t>Unity</a:t>
            </a:r>
            <a:r>
              <a:rPr lang="ja-JP" altLang="en-US" sz="2400" dirty="0"/>
              <a:t>と同様に、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オブジェクトを動的に生成、削除</a:t>
            </a:r>
            <a:r>
              <a:rPr lang="ja-JP" altLang="en-US" sz="2400" dirty="0"/>
              <a:t>することは、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ゲームのパフォーマンスを落とします。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弾丸や敵など、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ゲームにたくさん出現させるオブジェクト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マネージャークラス</a:t>
            </a:r>
            <a:r>
              <a:rPr kumimoji="1" lang="ja-JP" altLang="en-US" sz="2400" dirty="0"/>
              <a:t>が必要です。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今回は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BulletManager</a:t>
            </a:r>
            <a:r>
              <a:rPr kumimoji="1" lang="ja-JP" altLang="en-US" sz="2400" dirty="0"/>
              <a:t>で練習します。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en-US" altLang="ja-JP" sz="2400" dirty="0"/>
              <a:t>※</a:t>
            </a:r>
            <a:r>
              <a:rPr kumimoji="1" lang="ja-JP" altLang="en-US" sz="2400" dirty="0"/>
              <a:t>配布したプログラムを上書きしてから作業しましょう。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715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マネージャークラスのように、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直接レベルに配置しないシステム的なもの</a:t>
            </a:r>
            <a:r>
              <a:rPr kumimoji="1" lang="ja-JP" altLang="en-US" sz="2400" dirty="0"/>
              <a:t>は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UWorldSubSystem</a:t>
            </a:r>
            <a:r>
              <a:rPr kumimoji="1" lang="ja-JP" altLang="en-US" sz="2400" dirty="0"/>
              <a:t>をベースに</a:t>
            </a:r>
            <a:endParaRPr kumimoji="1" lang="en-US" altLang="ja-JP" sz="2400" dirty="0"/>
          </a:p>
          <a:p>
            <a:r>
              <a:rPr kumimoji="1" lang="ja-JP" altLang="en-US" sz="2400" dirty="0"/>
              <a:t>作ります。全てのクラスから検索しましょう。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06D9231-0AAD-43AA-91A1-8BFD9043E8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9"/>
            <a:ext cx="6433893" cy="394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53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859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BulletManager.h</a:t>
            </a:r>
            <a:r>
              <a:rPr lang="ja-JP" altLang="en-US" sz="2400" dirty="0"/>
              <a:t>をこのように書き換えましょう。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315D8D0-403A-4015-831B-353EE6AAC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8459917" cy="462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6105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73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BulletManager.cpp</a:t>
            </a:r>
            <a:r>
              <a:rPr lang="ja-JP" altLang="en-US" sz="2400" dirty="0"/>
              <a:t>を書きます。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8650486-0258-4E3E-893B-950268036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124176" cy="4728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546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処理コストを減らすために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オブジェクトプール</a:t>
            </a:r>
            <a:r>
              <a:rPr kumimoji="1" lang="ja-JP" altLang="en-US" sz="2400" dirty="0"/>
              <a:t>を実装しています。</a:t>
            </a:r>
            <a:endParaRPr kumimoji="1" lang="en-US" altLang="ja-JP" sz="2400" dirty="0"/>
          </a:p>
          <a:p>
            <a:r>
              <a:rPr lang="ja-JP" altLang="en-US" sz="2400" dirty="0"/>
              <a:t>これで</a:t>
            </a:r>
            <a:r>
              <a:rPr lang="ja-JP" altLang="en-US" sz="2400" b="1" dirty="0">
                <a:solidFill>
                  <a:srgbClr val="FF0000"/>
                </a:solidFill>
              </a:rPr>
              <a:t>動的な生成</a:t>
            </a:r>
            <a:r>
              <a:rPr lang="en-US" altLang="ja-JP" sz="2400" b="1" dirty="0">
                <a:solidFill>
                  <a:srgbClr val="FF0000"/>
                </a:solidFill>
              </a:rPr>
              <a:t>/</a:t>
            </a:r>
            <a:r>
              <a:rPr lang="ja-JP" altLang="en-US" sz="2400" b="1" dirty="0">
                <a:solidFill>
                  <a:srgbClr val="FF0000"/>
                </a:solidFill>
              </a:rPr>
              <a:t>削除を最低限に抑えます。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90D472-1598-49B0-9DD5-0399393D9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6726578" cy="446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782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005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WorldSubsystem</a:t>
            </a:r>
            <a:r>
              <a:rPr kumimoji="1" lang="ja-JP" altLang="en-US" sz="2400" dirty="0"/>
              <a:t>は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UWorld</a:t>
            </a:r>
            <a:r>
              <a:rPr kumimoji="1" lang="ja-JP" altLang="en-US" sz="2400" dirty="0"/>
              <a:t>クラスから取得できます。</a:t>
            </a:r>
            <a:endParaRPr kumimoji="1" lang="en-US" altLang="ja-JP" sz="2400" dirty="0"/>
          </a:p>
          <a:p>
            <a:r>
              <a:rPr lang="ja-JP" altLang="en-US" sz="2400" dirty="0"/>
              <a:t>発射処理を書き換えてみましょう。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7D8E92C-980C-4033-BE82-A169765AC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198682" cy="417892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9D75195-F5C3-470B-890B-732A4746B923}"/>
              </a:ext>
            </a:extLst>
          </p:cNvPr>
          <p:cNvSpPr txBox="1"/>
          <p:nvPr/>
        </p:nvSpPr>
        <p:spPr>
          <a:xfrm>
            <a:off x="7802059" y="6044081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動作確認してみましょう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031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 補足１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3150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オブジェクトプール用に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NormalBullet</a:t>
            </a:r>
            <a:r>
              <a:rPr kumimoji="1" lang="ja-JP" altLang="en-US" sz="2400" dirty="0"/>
              <a:t>を改造しています。</a:t>
            </a:r>
            <a:endParaRPr kumimoji="1" lang="en-US" altLang="ja-JP" sz="2400" dirty="0"/>
          </a:p>
          <a:p>
            <a:r>
              <a:rPr lang="ja-JP" altLang="en-US" sz="2400" dirty="0"/>
              <a:t>一度確認しておいてください。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F90858-21F3-49C8-8C3D-AC2CB40E5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644065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4125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 補足２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8651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UWorld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ja-JP" altLang="en-US" sz="2400" dirty="0"/>
              <a:t>はレベル切り替えをすると新しく作り直されます。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UWorldSubsystem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は</a:t>
            </a:r>
            <a:r>
              <a:rPr lang="en-US" altLang="ja-JP" sz="2400" b="1" dirty="0" err="1">
                <a:solidFill>
                  <a:srgbClr val="00B050"/>
                </a:solidFill>
              </a:rPr>
              <a:t>UWorld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と紐づいているので、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レベルが切り替わると作り直されます。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メンバ変数などリセットされる</a:t>
            </a:r>
            <a:r>
              <a:rPr kumimoji="1" lang="ja-JP" altLang="en-US" sz="2400" dirty="0"/>
              <a:t>ので気を付けておきましょう。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もしも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レベルを跨いで値を保持したい</a:t>
            </a:r>
            <a:r>
              <a:rPr kumimoji="1" lang="ja-JP" altLang="en-US" sz="2400" dirty="0"/>
              <a:t>のであれば、</a:t>
            </a:r>
            <a:endParaRPr kumimoji="1" lang="en-US" altLang="ja-JP" sz="2400" dirty="0"/>
          </a:p>
          <a:p>
            <a:r>
              <a:rPr lang="ja-JP" altLang="en-US" sz="2400" dirty="0"/>
              <a:t>ゲーム起動中ずっと保持される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GameInstanceSubsystem</a:t>
            </a:r>
            <a:r>
              <a:rPr lang="ja-JP" altLang="en-US" sz="2400" dirty="0"/>
              <a:t>を代わりに使いましょう。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25149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233</Words>
  <Application>Microsoft Office PowerPoint</Application>
  <PresentationFormat>ワイド画面</PresentationFormat>
  <Paragraphs>37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70</cp:revision>
  <dcterms:created xsi:type="dcterms:W3CDTF">2024-08-27T02:15:54Z</dcterms:created>
  <dcterms:modified xsi:type="dcterms:W3CDTF">2025-12-18T07:22:54Z</dcterms:modified>
</cp:coreProperties>
</file>