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や</a:t>
            </a:r>
            <a:r>
              <a:rPr lang="en-US" altLang="ja-JP" sz="2400" dirty="0"/>
              <a:t>Unity</a:t>
            </a:r>
            <a:r>
              <a:rPr lang="ja-JP" altLang="en-US" sz="2400" dirty="0"/>
              <a:t>と同様に、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オブジェクトを動的に生成、削除</a:t>
            </a:r>
            <a:r>
              <a:rPr lang="ja-JP" altLang="en-US" sz="2400" dirty="0"/>
              <a:t>することは、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ゲームのパフォーマンスを落とします。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弾丸や敵など、</a:t>
            </a:r>
            <a:r>
              <a:rPr lang="ja-JP" altLang="en-US" sz="2400" b="1" dirty="0">
                <a:solidFill>
                  <a:srgbClr val="FF0000"/>
                </a:solidFill>
              </a:rPr>
              <a:t>ゲームにたくさん出現させるオブジェクト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マネージャークラス</a:t>
            </a:r>
            <a:r>
              <a:rPr kumimoji="1" lang="ja-JP" altLang="en-US" sz="2400" dirty="0"/>
              <a:t>が必要です。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今回は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BulletManager</a:t>
            </a:r>
            <a:r>
              <a:rPr kumimoji="1" lang="ja-JP" altLang="en-US" sz="2400" dirty="0"/>
              <a:t>で練習します。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配布したプログラムを上書きしてから作業しましょう。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424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マネージャークラスのように、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直接レベルに配置しない、システム的なもの</a:t>
            </a:r>
            <a:r>
              <a:rPr kumimoji="1" lang="ja-JP" altLang="en-US" sz="2400" dirty="0"/>
              <a:t>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UObject</a:t>
            </a:r>
            <a:r>
              <a:rPr kumimoji="1" lang="ja-JP" altLang="en-US" sz="2400" dirty="0"/>
              <a:t>をベースに作ります。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親クラス選択画面に存在しないので「なし」を選びましょう。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CB83038-4823-45AA-BD56-8015AD2AF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6971776" cy="39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5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85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BulletManager.h</a:t>
            </a:r>
            <a:r>
              <a:rPr lang="ja-JP" altLang="en-US" sz="2400" dirty="0"/>
              <a:t>をこのように書き換えましょう。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E8001AB-1CE5-44E8-BC05-D69D97167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13575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10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7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BulletManager.cpp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9EA29C6-B8E8-4D1E-BB57-3F823EA83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051458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4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親クラス「なし」を選択すると、何もないクラスだけ作られます。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自作で何か作る場合に適しています。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600BD9-EAE2-4569-ADD8-E8FB72633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713575" cy="454825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93819A3-4B0E-454F-8B0F-28FCF851B396}"/>
              </a:ext>
            </a:extLst>
          </p:cNvPr>
          <p:cNvSpPr/>
          <p:nvPr/>
        </p:nvSpPr>
        <p:spPr>
          <a:xfrm>
            <a:off x="6302188" y="4858870"/>
            <a:ext cx="2408860" cy="605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この辺りは</a:t>
            </a:r>
            <a:r>
              <a:rPr kumimoji="1" lang="en-US" altLang="ja-JP" dirty="0"/>
              <a:t>UE</a:t>
            </a:r>
            <a:r>
              <a:rPr kumimoji="1" lang="ja-JP" altLang="en-US" dirty="0"/>
              <a:t>の仕様で必要なもの</a:t>
            </a:r>
          </a:p>
        </p:txBody>
      </p:sp>
    </p:spTree>
    <p:extLst>
      <p:ext uri="{BB962C8B-B14F-4D97-AF65-F5344CB8AC3E}">
        <p14:creationId xmlns:p14="http://schemas.microsoft.com/office/powerpoint/2010/main" val="15427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105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で学習した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オブジェクトプール</a:t>
            </a:r>
            <a:r>
              <a:rPr kumimoji="1" lang="ja-JP" altLang="en-US" sz="2400" dirty="0"/>
              <a:t>を実装しています。</a:t>
            </a:r>
            <a:endParaRPr kumimoji="1"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動的な生成</a:t>
            </a:r>
            <a:r>
              <a:rPr lang="en-US" altLang="ja-JP" sz="2400" b="1" dirty="0">
                <a:solidFill>
                  <a:srgbClr val="FF0000"/>
                </a:solidFill>
              </a:rPr>
              <a:t>/</a:t>
            </a:r>
            <a:r>
              <a:rPr lang="ja-JP" altLang="en-US" sz="2400" b="1" dirty="0">
                <a:solidFill>
                  <a:srgbClr val="FF0000"/>
                </a:solidFill>
              </a:rPr>
              <a:t>削除を最低限に抑えます。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DDAB5A4-0783-4144-A8AB-7B993C11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397655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78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78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まだプログラムを書いただけで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BulletManager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を生成していません。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マネージャークラスの使い方は次回説明します。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6743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マネージャークラス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150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オブジェクトプール用に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NormalBullet</a:t>
            </a:r>
            <a:r>
              <a:rPr kumimoji="1" lang="ja-JP" altLang="en-US" sz="2400" dirty="0"/>
              <a:t>を改造しています。</a:t>
            </a:r>
            <a:endParaRPr kumimoji="1" lang="en-US" altLang="ja-JP" sz="2400" dirty="0"/>
          </a:p>
          <a:p>
            <a:r>
              <a:rPr lang="ja-JP" altLang="en-US" sz="2400" dirty="0"/>
              <a:t>一度確認しておいてください。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FF90858-21F3-49C8-8C3D-AC2CB40E5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644065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12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213</Words>
  <Application>Microsoft Office PowerPoint</Application>
  <PresentationFormat>ワイド画面</PresentationFormat>
  <Paragraphs>31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64</cp:revision>
  <dcterms:created xsi:type="dcterms:W3CDTF">2024-08-27T02:15:54Z</dcterms:created>
  <dcterms:modified xsi:type="dcterms:W3CDTF">2025-02-07T02:10:35Z</dcterms:modified>
</cp:coreProperties>
</file>