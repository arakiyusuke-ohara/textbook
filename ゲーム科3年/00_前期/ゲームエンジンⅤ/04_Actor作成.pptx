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5" r:id="rId22"/>
    <p:sldId id="276" r:id="rId23"/>
    <p:sldId id="278" r:id="rId24"/>
    <p:sldId id="279" r:id="rId2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epicgames.com/documentation/ja-jp/unreal-engine/unity-to-unreal-engine-overview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844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ゲーム上でプログラム処理によって動くもの</a:t>
            </a:r>
            <a:r>
              <a:rPr kumimoji="1" lang="ja-JP" altLang="en-US" sz="2400" dirty="0"/>
              <a:t>を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Actor</a:t>
            </a:r>
            <a:r>
              <a:rPr kumimoji="1" lang="ja-JP" altLang="en-US" sz="2400" dirty="0"/>
              <a:t>と呼びます。</a:t>
            </a:r>
            <a:endParaRPr lang="en-US" altLang="ja-JP" sz="2400" dirty="0"/>
          </a:p>
          <a:p>
            <a:r>
              <a:rPr kumimoji="1" lang="ja-JP" altLang="en-US" sz="2400" dirty="0"/>
              <a:t>簡単な</a:t>
            </a:r>
            <a:r>
              <a:rPr kumimoji="1" lang="en-US" altLang="ja-JP" sz="2400" dirty="0"/>
              <a:t>Actor</a:t>
            </a:r>
            <a:r>
              <a:rPr kumimoji="1" lang="ja-JP" altLang="en-US" sz="2400" dirty="0"/>
              <a:t>の制作を通して、</a:t>
            </a:r>
            <a:r>
              <a:rPr kumimoji="1" lang="en-US" altLang="ja-JP" sz="2400" b="1" dirty="0">
                <a:solidFill>
                  <a:srgbClr val="7030A0"/>
                </a:solidFill>
              </a:rPr>
              <a:t>C++</a:t>
            </a:r>
            <a:r>
              <a:rPr kumimoji="1" lang="ja-JP" altLang="en-US" sz="2400" dirty="0"/>
              <a:t>と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Blue Print</a:t>
            </a:r>
            <a:r>
              <a:rPr kumimoji="1" lang="ja-JP" altLang="en-US" sz="2400" dirty="0"/>
              <a:t>について学習します。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586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CPP/H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ファイル</a:t>
            </a:r>
            <a:r>
              <a:rPr kumimoji="1" lang="ja-JP" altLang="en-US" sz="2400" dirty="0"/>
              <a:t>を作成するときは、まず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保存場所</a:t>
            </a:r>
            <a:r>
              <a:rPr kumimoji="1" lang="ja-JP" altLang="en-US" sz="2400" dirty="0"/>
              <a:t>を用意します。</a:t>
            </a:r>
            <a:endParaRPr kumimoji="1" lang="en-US" altLang="ja-JP" sz="2400" dirty="0"/>
          </a:p>
          <a:p>
            <a:r>
              <a:rPr lang="ja-JP" altLang="en-US" sz="2400" dirty="0"/>
              <a:t>「</a:t>
            </a:r>
            <a:r>
              <a:rPr lang="ja-JP" altLang="en-US" sz="2400" b="1" dirty="0">
                <a:solidFill>
                  <a:srgbClr val="FF0000"/>
                </a:solidFill>
              </a:rPr>
              <a:t>プロジェクト名 </a:t>
            </a:r>
            <a:r>
              <a:rPr lang="en-US" altLang="ja-JP" sz="2400" b="1" dirty="0">
                <a:solidFill>
                  <a:srgbClr val="FF0000"/>
                </a:solidFill>
              </a:rPr>
              <a:t>&gt; Source &gt; </a:t>
            </a:r>
            <a:r>
              <a:rPr lang="ja-JP" altLang="en-US" sz="2400" b="1" dirty="0">
                <a:solidFill>
                  <a:srgbClr val="FF0000"/>
                </a:solidFill>
              </a:rPr>
              <a:t>プロジェクト名</a:t>
            </a:r>
            <a:r>
              <a:rPr lang="ja-JP" altLang="en-US" sz="2400" dirty="0"/>
              <a:t>」フォルダを開き、</a:t>
            </a:r>
            <a:endParaRPr lang="en-US" altLang="ja-JP" sz="2400" dirty="0"/>
          </a:p>
          <a:p>
            <a:r>
              <a:rPr kumimoji="1" lang="en-US" altLang="ja-JP" sz="2400" dirty="0"/>
              <a:t>Cube</a:t>
            </a:r>
            <a:r>
              <a:rPr kumimoji="1" lang="ja-JP" altLang="en-US" sz="2400" dirty="0"/>
              <a:t>フォルダを追加します。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B9CCDD2-45E2-42E9-B0B5-74D2482FB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7859801" cy="361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83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813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Unreal Engine</a:t>
            </a:r>
            <a:r>
              <a:rPr lang="ja-JP" altLang="en-US" sz="2400" dirty="0"/>
              <a:t>のコンテンツブラウザで「</a:t>
            </a:r>
            <a:r>
              <a:rPr lang="en-US" altLang="ja-JP" sz="2400" b="1" dirty="0">
                <a:solidFill>
                  <a:srgbClr val="FF0000"/>
                </a:solidFill>
              </a:rPr>
              <a:t>C++</a:t>
            </a:r>
            <a:r>
              <a:rPr lang="ja-JP" altLang="en-US" sz="2400" b="1" dirty="0">
                <a:solidFill>
                  <a:srgbClr val="FF0000"/>
                </a:solidFill>
              </a:rPr>
              <a:t>クラス</a:t>
            </a:r>
            <a:r>
              <a:rPr lang="ja-JP" altLang="en-US" sz="2400" dirty="0"/>
              <a:t>」内にある、</a:t>
            </a:r>
            <a:endParaRPr lang="en-US" altLang="ja-JP" sz="2400" dirty="0"/>
          </a:p>
          <a:p>
            <a:r>
              <a:rPr kumimoji="1" lang="ja-JP" altLang="en-US" sz="2400" dirty="0"/>
              <a:t>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プロジェクト名</a:t>
            </a:r>
            <a:r>
              <a:rPr kumimoji="1" lang="ja-JP" altLang="en-US" sz="2400" dirty="0"/>
              <a:t>」フォルダを開きましょう。</a:t>
            </a:r>
            <a:endParaRPr kumimoji="1" lang="en-US" altLang="ja-JP" sz="2400" dirty="0"/>
          </a:p>
          <a:p>
            <a:r>
              <a:rPr lang="ja-JP" altLang="en-US" sz="2400" dirty="0"/>
              <a:t>そして空いている箇所を右クリックし「</a:t>
            </a:r>
            <a:r>
              <a:rPr lang="ja-JP" altLang="en-US" sz="2400" b="1" dirty="0">
                <a:solidFill>
                  <a:srgbClr val="FF0000"/>
                </a:solidFill>
              </a:rPr>
              <a:t>新規</a:t>
            </a:r>
            <a:r>
              <a:rPr lang="en-US" altLang="ja-JP" sz="2400" b="1" dirty="0">
                <a:solidFill>
                  <a:srgbClr val="FF0000"/>
                </a:solidFill>
              </a:rPr>
              <a:t>C++</a:t>
            </a:r>
            <a:r>
              <a:rPr lang="ja-JP" altLang="en-US" sz="2400" b="1" dirty="0">
                <a:solidFill>
                  <a:srgbClr val="FF0000"/>
                </a:solidFill>
              </a:rPr>
              <a:t>クラス</a:t>
            </a:r>
            <a:r>
              <a:rPr lang="ja-JP" altLang="en-US" sz="2400" dirty="0"/>
              <a:t>」を選択します。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D8E04BC-A9AB-4B2E-9EBF-BABFE5D60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41" y="2800177"/>
            <a:ext cx="6344535" cy="225774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6E87D4E-D5EB-43EC-B7CF-9CF40244A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1" y="2800177"/>
            <a:ext cx="2362530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963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オブジェクトにはいくつか種類があります。</a:t>
            </a:r>
            <a:endParaRPr kumimoji="1" lang="en-US" altLang="ja-JP" sz="2400" dirty="0"/>
          </a:p>
          <a:p>
            <a:r>
              <a:rPr lang="ja-JP" altLang="en-US" sz="2400" dirty="0"/>
              <a:t>今回は</a:t>
            </a:r>
            <a:r>
              <a:rPr lang="en-US" altLang="ja-JP" sz="2400" dirty="0"/>
              <a:t>Actor</a:t>
            </a:r>
            <a:r>
              <a:rPr lang="ja-JP" altLang="en-US" sz="2400" dirty="0"/>
              <a:t>を選択します。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42D2786-98D9-4C0B-8801-49CFE6497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737818" cy="442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405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補足：以下の用途に合わせて選択します。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Character</a:t>
            </a:r>
          </a:p>
          <a:p>
            <a:r>
              <a:rPr lang="ja-JP" altLang="en-US" sz="2400" dirty="0"/>
              <a:t>アクションゲームのように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歩行、ジャンプが必要</a:t>
            </a:r>
            <a:r>
              <a:rPr lang="ja-JP" altLang="en-US" sz="2400" dirty="0"/>
              <a:t>な場合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Pawn</a:t>
            </a:r>
          </a:p>
          <a:p>
            <a:r>
              <a:rPr lang="ja-JP" altLang="en-US" sz="2400" dirty="0"/>
              <a:t>シューティングゲームのように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入力に合わせて移動</a:t>
            </a:r>
            <a:r>
              <a:rPr lang="ja-JP" altLang="en-US" sz="2400" dirty="0"/>
              <a:t>する場合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Actor</a:t>
            </a: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入力操作は無く</a:t>
            </a:r>
            <a:r>
              <a:rPr kumimoji="1" lang="ja-JP" altLang="en-US" sz="2400" dirty="0"/>
              <a:t>、プログラムや</a:t>
            </a:r>
            <a:r>
              <a:rPr kumimoji="1" lang="en-US" altLang="ja-JP" sz="2400" dirty="0"/>
              <a:t>BP</a:t>
            </a:r>
            <a:r>
              <a:rPr kumimoji="1" lang="ja-JP" altLang="en-US" sz="2400" dirty="0"/>
              <a:t>で動作するオブジェクト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33859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491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ファイル名を記入し、保存場所を先ほどの</a:t>
            </a:r>
            <a:r>
              <a:rPr kumimoji="1" lang="en-US" altLang="ja-JP" sz="2400" dirty="0"/>
              <a:t>Cube</a:t>
            </a:r>
            <a:r>
              <a:rPr kumimoji="1" lang="ja-JP" altLang="en-US" sz="2400" dirty="0"/>
              <a:t>フォルダに設定して、</a:t>
            </a:r>
            <a:endParaRPr lang="en-US" altLang="ja-JP" sz="2400" dirty="0"/>
          </a:p>
          <a:p>
            <a:r>
              <a:rPr kumimoji="1" lang="ja-JP" altLang="en-US" sz="2400" dirty="0"/>
              <a:t>作成しましょう。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9D91F27-9142-4182-B7AF-1089067B8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671023" cy="431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075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1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CPP</a:t>
            </a:r>
            <a:r>
              <a:rPr kumimoji="1" lang="ja-JP" altLang="en-US" sz="2400" dirty="0"/>
              <a:t>ファイルのインクルードパスがずれているので修正します。</a:t>
            </a:r>
            <a:endParaRPr kumimoji="1" lang="en-US" altLang="ja-JP" sz="2400" dirty="0"/>
          </a:p>
          <a:p>
            <a:r>
              <a:rPr lang="ja-JP" altLang="en-US" sz="2400" dirty="0"/>
              <a:t>（</a:t>
            </a:r>
            <a:r>
              <a:rPr lang="en-US" altLang="ja-JP" sz="2400" dirty="0"/>
              <a:t>UE</a:t>
            </a:r>
            <a:r>
              <a:rPr lang="ja-JP" altLang="en-US" sz="2400" dirty="0"/>
              <a:t>の仕様です。。）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17B6A5B-A7C6-428E-B08F-31723243D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5819625" cy="4070239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EC3E31C-9724-4E97-B5A7-A8C542C97229}"/>
              </a:ext>
            </a:extLst>
          </p:cNvPr>
          <p:cNvSpPr/>
          <p:nvPr/>
        </p:nvSpPr>
        <p:spPr>
          <a:xfrm>
            <a:off x="2160494" y="3429000"/>
            <a:ext cx="3774141" cy="6947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8888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806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CPP</a:t>
            </a:r>
            <a:r>
              <a:rPr kumimoji="1" lang="ja-JP" altLang="en-US" sz="2400" dirty="0"/>
              <a:t>を初めて作ったので、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コンパイル</a:t>
            </a:r>
            <a:r>
              <a:rPr kumimoji="1" lang="ja-JP" altLang="en-US" sz="2400" dirty="0"/>
              <a:t>してみましょう。</a:t>
            </a:r>
            <a:endParaRPr kumimoji="1" lang="en-US" altLang="ja-JP" sz="2400" dirty="0"/>
          </a:p>
          <a:p>
            <a:r>
              <a:rPr lang="en-US" altLang="ja-JP" sz="2400" dirty="0"/>
              <a:t>UE</a:t>
            </a:r>
            <a:r>
              <a:rPr lang="ja-JP" altLang="en-US" sz="2400" dirty="0"/>
              <a:t>エディタの右下のボタンからコンパイルできます。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380BCF0-E728-4F2D-920D-D3897BAB5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91608"/>
            <a:ext cx="7516021" cy="4174438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1FCFF7E3-2878-4E04-B928-24CA5E066352}"/>
              </a:ext>
            </a:extLst>
          </p:cNvPr>
          <p:cNvSpPr/>
          <p:nvPr/>
        </p:nvSpPr>
        <p:spPr>
          <a:xfrm rot="13639227">
            <a:off x="4810231" y="6255846"/>
            <a:ext cx="376648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0297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312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FloatingCube.h</a:t>
            </a:r>
            <a:r>
              <a:rPr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6D12216-11B8-4B55-BC63-39AB45B1B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730597" cy="454825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6151D19-665B-4CAE-9C8E-FEA62A1D3BC1}"/>
              </a:ext>
            </a:extLst>
          </p:cNvPr>
          <p:cNvSpPr/>
          <p:nvPr/>
        </p:nvSpPr>
        <p:spPr>
          <a:xfrm>
            <a:off x="1353671" y="2761129"/>
            <a:ext cx="4876800" cy="33976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9223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669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FloatingCube.cpp</a:t>
            </a:r>
            <a:r>
              <a:rPr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86EFF3A-55A5-4F01-9D66-2C6AE9A29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755752" cy="449999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B6CBC26-DEFB-4556-AB76-54BA3D5A15F5}"/>
              </a:ext>
            </a:extLst>
          </p:cNvPr>
          <p:cNvSpPr/>
          <p:nvPr/>
        </p:nvSpPr>
        <p:spPr>
          <a:xfrm>
            <a:off x="1353671" y="3639671"/>
            <a:ext cx="3307976" cy="5289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91C8545-CFF4-4890-9F3F-288F3DC16EB7}"/>
              </a:ext>
            </a:extLst>
          </p:cNvPr>
          <p:cNvSpPr/>
          <p:nvPr/>
        </p:nvSpPr>
        <p:spPr>
          <a:xfrm>
            <a:off x="1353670" y="5050449"/>
            <a:ext cx="7073153" cy="10814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7112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107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6258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UE</a:t>
            </a:r>
            <a:r>
              <a:rPr kumimoji="1" lang="ja-JP" altLang="en-US" sz="2400" dirty="0"/>
              <a:t>の</a:t>
            </a:r>
            <a:r>
              <a:rPr kumimoji="1" lang="en-US" altLang="ja-JP" sz="2400" dirty="0"/>
              <a:t>CPP</a:t>
            </a:r>
            <a:r>
              <a:rPr kumimoji="1" lang="ja-JP" altLang="en-US" sz="2400" dirty="0"/>
              <a:t>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コンストラクタ</a:t>
            </a:r>
            <a:r>
              <a:rPr kumimoji="1" lang="ja-JP" altLang="en-US" sz="2400" dirty="0"/>
              <a:t>は、</a:t>
            </a:r>
            <a:endParaRPr kumimoji="1"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Actor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をレベルに配置したときに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1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回だけ</a:t>
            </a:r>
            <a:r>
              <a:rPr kumimoji="1" lang="ja-JP" altLang="en-US" sz="2400" dirty="0"/>
              <a:t>呼ばれます。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24F012B-D1F0-488F-BCB6-8FD9A6949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10772811" cy="146122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DDFED42-2259-44D7-997F-7032ED0D0EEB}"/>
              </a:ext>
            </a:extLst>
          </p:cNvPr>
          <p:cNvSpPr txBox="1"/>
          <p:nvPr/>
        </p:nvSpPr>
        <p:spPr>
          <a:xfrm>
            <a:off x="567542" y="3788054"/>
            <a:ext cx="118801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ゲーム起動中でなくても、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制作中にドラッグ＆ドロップでレベルに配置しても呼ばれる</a:t>
            </a:r>
            <a:r>
              <a:rPr lang="ja-JP" altLang="en-US" sz="2400" dirty="0"/>
              <a:t>ので気を付けましょう。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あまり複雑な処理は書かないこと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15368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107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044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BeginPlay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はゲーム開始時やゲームにスポーン（出現）したときに、</a:t>
            </a:r>
            <a:endParaRPr kumimoji="1" lang="en-US" altLang="ja-JP" sz="2400" dirty="0"/>
          </a:p>
          <a:p>
            <a:r>
              <a:rPr lang="ja-JP" altLang="en-US" sz="2400" dirty="0"/>
              <a:t>一度だけ呼ばれます。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D75BED7-ECFD-4DE7-AC58-8E37A0697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243899" cy="252830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1633688-167A-4CF8-84D7-87A39555BEAC}"/>
              </a:ext>
            </a:extLst>
          </p:cNvPr>
          <p:cNvSpPr txBox="1"/>
          <p:nvPr/>
        </p:nvSpPr>
        <p:spPr>
          <a:xfrm>
            <a:off x="567542" y="4855135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更新前の準備の処理を書きましょう。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35658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107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82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Tick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は毎フレーム呼び出される更新処理です。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419C9A9-2B9E-4A83-8BC0-01F9EBCAF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1149329" cy="2984933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80046A3-F851-465F-B7DF-DD91C3E696AD}"/>
              </a:ext>
            </a:extLst>
          </p:cNvPr>
          <p:cNvSpPr txBox="1"/>
          <p:nvPr/>
        </p:nvSpPr>
        <p:spPr>
          <a:xfrm>
            <a:off x="567542" y="4942427"/>
            <a:ext cx="60324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移動処理などを書きます。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ここまで書いたらコンパイルしましょう。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56393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7869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プログラムには</a:t>
            </a:r>
            <a:r>
              <a:rPr kumimoji="1" lang="en-US" altLang="ja-JP" sz="2400" dirty="0"/>
              <a:t>Actor</a:t>
            </a:r>
            <a:r>
              <a:rPr kumimoji="1" lang="ja-JP" altLang="en-US" sz="2400" dirty="0"/>
              <a:t>の機能のみを書きました。</a:t>
            </a:r>
            <a:endParaRPr kumimoji="1" lang="en-US" altLang="ja-JP" sz="2400" dirty="0"/>
          </a:p>
          <a:p>
            <a:r>
              <a:rPr lang="ja-JP" altLang="en-US" sz="2400" dirty="0"/>
              <a:t>まだこの</a:t>
            </a:r>
            <a:r>
              <a:rPr lang="en-US" altLang="ja-JP" sz="2400" dirty="0"/>
              <a:t>Actor</a:t>
            </a:r>
            <a:r>
              <a:rPr lang="ja-JP" altLang="en-US" sz="2400" dirty="0"/>
              <a:t>が</a:t>
            </a:r>
            <a:r>
              <a:rPr lang="ja-JP" altLang="en-US" sz="2400" b="1" dirty="0">
                <a:solidFill>
                  <a:srgbClr val="FF0000"/>
                </a:solidFill>
              </a:rPr>
              <a:t>どんな形状なのか</a:t>
            </a:r>
            <a:r>
              <a:rPr lang="ja-JP" altLang="en-US" sz="2400" dirty="0"/>
              <a:t>、</a:t>
            </a:r>
            <a:r>
              <a:rPr lang="ja-JP" altLang="en-US" sz="2400" b="1" dirty="0">
                <a:solidFill>
                  <a:srgbClr val="FF0000"/>
                </a:solidFill>
              </a:rPr>
              <a:t>どんな速度なのか</a:t>
            </a:r>
            <a:r>
              <a:rPr lang="ja-JP" altLang="en-US" sz="2400" dirty="0"/>
              <a:t>設定をしていません。</a:t>
            </a:r>
            <a:endParaRPr lang="en-US" altLang="ja-JP" sz="2400" dirty="0"/>
          </a:p>
          <a:p>
            <a:r>
              <a:rPr kumimoji="1" lang="ja-JP" altLang="en-US" sz="2400" dirty="0"/>
              <a:t>これらの設定は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ブループリント（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BP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）</a:t>
            </a:r>
            <a:r>
              <a:rPr kumimoji="1" lang="ja-JP" altLang="en-US" sz="2400" dirty="0"/>
              <a:t>で行います。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61938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012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</a:t>
            </a:r>
            <a:r>
              <a:rPr kumimoji="1" lang="en-US" altLang="ja-JP" sz="2400" dirty="0"/>
              <a:t>BP</a:t>
            </a:r>
            <a:r>
              <a:rPr kumimoji="1" lang="ja-JP" altLang="en-US" sz="2400" dirty="0"/>
              <a:t>の保存場所を追加します。</a:t>
            </a:r>
            <a:endParaRPr kumimoji="1"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dirty="0" err="1"/>
              <a:t>MyProject</a:t>
            </a:r>
            <a:r>
              <a:rPr lang="en-US" altLang="ja-JP" sz="2400" dirty="0"/>
              <a:t> &gt; </a:t>
            </a:r>
            <a:r>
              <a:rPr lang="en-US" altLang="ja-JP" sz="2400" dirty="0" err="1"/>
              <a:t>BluePrints</a:t>
            </a:r>
            <a:r>
              <a:rPr lang="ja-JP" altLang="en-US" sz="2400" dirty="0"/>
              <a:t>」を追加しましょう。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AFD18DC-E142-45C8-8D04-E1468DA0C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701916" cy="303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283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先ほど書いた</a:t>
            </a:r>
            <a:r>
              <a:rPr kumimoji="1" lang="en-US" altLang="ja-JP" sz="2400" dirty="0"/>
              <a:t>CPP</a:t>
            </a:r>
            <a:r>
              <a:rPr kumimoji="1" lang="ja-JP" altLang="en-US" sz="2400" dirty="0"/>
              <a:t>クラスを右クリックして、</a:t>
            </a:r>
            <a:endParaRPr kumimoji="1" lang="en-US" altLang="ja-JP" sz="2400" dirty="0"/>
          </a:p>
          <a:p>
            <a:r>
              <a:rPr lang="ja-JP" altLang="en-US" sz="2400" dirty="0"/>
              <a:t>「</a:t>
            </a:r>
            <a:r>
              <a:rPr lang="ja-JP" altLang="en-US" sz="2400" b="1" dirty="0">
                <a:solidFill>
                  <a:srgbClr val="FF0000"/>
                </a:solidFill>
              </a:rPr>
              <a:t>〇〇に基づくブループリントクラスを作成します</a:t>
            </a:r>
            <a:r>
              <a:rPr lang="ja-JP" altLang="en-US" sz="2400" dirty="0"/>
              <a:t>」を選択します。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DA5CBF2-942B-42A5-904F-5A551FE5D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248858" cy="407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61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ファイル名と保存場所を設定して作成します。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E2FA1E3-B920-4084-95F1-5D61D4306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7733776" cy="398587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BFF6468-7797-4122-ADE9-288DF81730F1}"/>
              </a:ext>
            </a:extLst>
          </p:cNvPr>
          <p:cNvSpPr txBox="1"/>
          <p:nvPr/>
        </p:nvSpPr>
        <p:spPr>
          <a:xfrm>
            <a:off x="567542" y="5943366"/>
            <a:ext cx="8241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※BP</a:t>
            </a:r>
            <a:r>
              <a:rPr kumimoji="1" lang="ja-JP" altLang="en-US" sz="2400" dirty="0"/>
              <a:t>ファイルは頭に「</a:t>
            </a:r>
            <a:r>
              <a:rPr kumimoji="1" lang="en-US" altLang="ja-JP" sz="2400" dirty="0"/>
              <a:t>BP_</a:t>
            </a:r>
            <a:r>
              <a:rPr kumimoji="1" lang="ja-JP" altLang="en-US" sz="2400" dirty="0"/>
              <a:t>」を付けることが一般的です。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543537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905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作成した</a:t>
            </a:r>
            <a:r>
              <a:rPr lang="en-US" altLang="ja-JP" sz="2400" dirty="0"/>
              <a:t>BP</a:t>
            </a:r>
            <a:r>
              <a:rPr lang="ja-JP" altLang="en-US" sz="2400" dirty="0"/>
              <a:t>を開いてみましょう。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36E9AE6-4A46-438D-AE12-7AAF55811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5"/>
            <a:ext cx="7330364" cy="3945944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72EEC65-D753-4A74-942E-78F4AB6B1F24}"/>
              </a:ext>
            </a:extLst>
          </p:cNvPr>
          <p:cNvSpPr txBox="1"/>
          <p:nvPr/>
        </p:nvSpPr>
        <p:spPr>
          <a:xfrm>
            <a:off x="567542" y="5904381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ここから詳細な設定をしていきます。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93544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コンポーネントの追加ボタンからキューブを選択しましょう。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B3345E1-0E02-4431-BD74-8C3946CF0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605865" cy="43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842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399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メンバ変数に</a:t>
            </a:r>
            <a:r>
              <a:rPr kumimoji="1" lang="en-US" altLang="ja-JP" sz="2400" b="1" dirty="0">
                <a:solidFill>
                  <a:srgbClr val="7030A0"/>
                </a:solidFill>
              </a:rPr>
              <a:t>Edit Any Where</a:t>
            </a:r>
            <a:r>
              <a:rPr kumimoji="1" lang="ja-JP" altLang="en-US" sz="2400" dirty="0"/>
              <a:t>がついている変数は、</a:t>
            </a:r>
            <a:endParaRPr kumimoji="1" lang="en-US" altLang="ja-JP" sz="2400" dirty="0"/>
          </a:p>
          <a:p>
            <a:r>
              <a:rPr lang="en-US" altLang="ja-JP" sz="2400" dirty="0"/>
              <a:t>BP</a:t>
            </a:r>
            <a:r>
              <a:rPr lang="ja-JP" altLang="en-US" sz="2400" dirty="0"/>
              <a:t>側で設定できます。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4786D77-C0F8-4E5B-8E9B-EBD468C32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094906" cy="284207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1D79127-9337-4531-8751-6F2DA7DFB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644" y="2187126"/>
            <a:ext cx="6151848" cy="190078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C773372-5E58-41A2-A5F9-4B049A610AE3}"/>
              </a:ext>
            </a:extLst>
          </p:cNvPr>
          <p:cNvSpPr txBox="1"/>
          <p:nvPr/>
        </p:nvSpPr>
        <p:spPr>
          <a:xfrm>
            <a:off x="567542" y="5168900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一番上のコンポーネントを選択すると表示されます。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50638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828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BP</a:t>
            </a:r>
            <a:r>
              <a:rPr lang="ja-JP" altLang="en-US" sz="2400" dirty="0"/>
              <a:t>も編集したらコンパイルしましょう。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0CD6F7F-F9BE-4940-9ED8-112C69100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703803" cy="4331994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24674277-307F-4C9D-8AB1-6F6909997525}"/>
              </a:ext>
            </a:extLst>
          </p:cNvPr>
          <p:cNvSpPr/>
          <p:nvPr/>
        </p:nvSpPr>
        <p:spPr>
          <a:xfrm rot="13639227">
            <a:off x="2452220" y="2741682"/>
            <a:ext cx="376648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2615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21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BP_FloatingCube</a:t>
            </a:r>
            <a:r>
              <a:rPr lang="ja-JP" altLang="en-US" sz="2400" dirty="0"/>
              <a:t>をレベルに配置し、動作確認しましょう。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EF6B996-895A-43CC-8D42-7795CCDE2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936795" cy="4548252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28E2F787-DE36-486B-BC64-557C489B9A4B}"/>
              </a:ext>
            </a:extLst>
          </p:cNvPr>
          <p:cNvSpPr/>
          <p:nvPr/>
        </p:nvSpPr>
        <p:spPr>
          <a:xfrm rot="19569133">
            <a:off x="785112" y="4091836"/>
            <a:ext cx="4176791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6965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211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 まとめ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2471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プログラムで動かす</a:t>
            </a:r>
            <a:r>
              <a:rPr lang="en-US" altLang="ja-JP" sz="2400" dirty="0"/>
              <a:t>Actor</a:t>
            </a:r>
            <a:r>
              <a:rPr lang="ja-JP" altLang="en-US" sz="2400" dirty="0"/>
              <a:t>は以下の手順で作成しましょう。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１．</a:t>
            </a:r>
            <a:r>
              <a:rPr lang="en-US" altLang="ja-JP" sz="2400" dirty="0"/>
              <a:t>CPP</a:t>
            </a:r>
            <a:r>
              <a:rPr lang="ja-JP" altLang="en-US" sz="2400" dirty="0"/>
              <a:t>クラスを作成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２．</a:t>
            </a:r>
            <a:r>
              <a:rPr lang="en-US" altLang="ja-JP" sz="2400" dirty="0"/>
              <a:t>CPP</a:t>
            </a:r>
            <a:r>
              <a:rPr lang="ja-JP" altLang="en-US" sz="2400" dirty="0"/>
              <a:t>クラスを右クリックして</a:t>
            </a:r>
            <a:r>
              <a:rPr lang="en-US" altLang="ja-JP" sz="2400" dirty="0"/>
              <a:t>BP</a:t>
            </a:r>
            <a:r>
              <a:rPr lang="ja-JP" altLang="en-US" sz="2400" dirty="0"/>
              <a:t>を作成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３．プログラムと</a:t>
            </a:r>
            <a:r>
              <a:rPr lang="en-US" altLang="ja-JP" sz="2400" dirty="0"/>
              <a:t>BP</a:t>
            </a:r>
            <a:r>
              <a:rPr lang="ja-JP" altLang="en-US" sz="2400" dirty="0"/>
              <a:t>を編集して実装作業する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80239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211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Actor</a:t>
            </a:r>
            <a:r>
              <a:rPr kumimoji="1" lang="ja-JP" altLang="en-US" sz="3200" b="1" u="sng" dirty="0"/>
              <a:t>作成 おまけ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702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今回登場したものは</a:t>
            </a:r>
            <a:r>
              <a:rPr lang="en-US" altLang="ja-JP" sz="2400" dirty="0"/>
              <a:t>Unity</a:t>
            </a:r>
            <a:r>
              <a:rPr lang="ja-JP" altLang="en-US" sz="2400" dirty="0"/>
              <a:t>で例えられていたりします。</a:t>
            </a:r>
            <a:endParaRPr lang="en-US" altLang="ja-JP" sz="2400" dirty="0"/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AFD9690D-8AD6-4F51-85A4-4DC88CF22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932652"/>
              </p:ext>
            </p:extLst>
          </p:nvPr>
        </p:nvGraphicFramePr>
        <p:xfrm>
          <a:off x="567542" y="1817794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4410271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23763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Unity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Unreal Engine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640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Prefab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Blue Print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768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C#</a:t>
                      </a:r>
                      <a:r>
                        <a:rPr kumimoji="1" lang="ja-JP" altLang="en-US" dirty="0"/>
                        <a:t>スクリプト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C++</a:t>
                      </a:r>
                      <a:r>
                        <a:rPr kumimoji="1" lang="ja-JP" altLang="en-US" dirty="0"/>
                        <a:t>クラス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102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Serialize Field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Edit Any Where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310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Game Object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Actor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313208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C258994-0C56-43D0-82A1-33DB680646FB}"/>
              </a:ext>
            </a:extLst>
          </p:cNvPr>
          <p:cNvSpPr txBox="1"/>
          <p:nvPr/>
        </p:nvSpPr>
        <p:spPr>
          <a:xfrm>
            <a:off x="567542" y="3811694"/>
            <a:ext cx="102932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■参考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>
                <a:hlinkClick r:id="rId2"/>
              </a:rPr>
              <a:t>Unity </a:t>
            </a:r>
            <a:r>
              <a:rPr lang="ja-JP" altLang="en-US" sz="2400" dirty="0">
                <a:hlinkClick r:id="rId2"/>
              </a:rPr>
              <a:t>から </a:t>
            </a:r>
            <a:r>
              <a:rPr lang="en-US" altLang="ja-JP" sz="2400" dirty="0">
                <a:hlinkClick r:id="rId2"/>
              </a:rPr>
              <a:t>Unreal Engine </a:t>
            </a:r>
            <a:r>
              <a:rPr lang="ja-JP" altLang="en-US" sz="2400" dirty="0">
                <a:hlinkClick r:id="rId2"/>
              </a:rPr>
              <a:t>への移行の概要 </a:t>
            </a:r>
            <a:r>
              <a:rPr lang="en-US" altLang="ja-JP" sz="2400" dirty="0">
                <a:hlinkClick r:id="rId2"/>
              </a:rPr>
              <a:t>| Epic Developer Community</a:t>
            </a:r>
            <a:endParaRPr lang="en-US" altLang="ja-JP" sz="2400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125314F-619F-4CD9-925D-E23B29BC8091}"/>
              </a:ext>
            </a:extLst>
          </p:cNvPr>
          <p:cNvSpPr txBox="1"/>
          <p:nvPr/>
        </p:nvSpPr>
        <p:spPr>
          <a:xfrm>
            <a:off x="567542" y="4782391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用語は覚えやすい方法で覚えましょう。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44539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669</Words>
  <Application>Microsoft Office PowerPoint</Application>
  <PresentationFormat>ワイド画面</PresentationFormat>
  <Paragraphs>103</Paragraphs>
  <Slides>24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43</cp:revision>
  <dcterms:created xsi:type="dcterms:W3CDTF">2024-08-27T02:15:54Z</dcterms:created>
  <dcterms:modified xsi:type="dcterms:W3CDTF">2025-02-19T04:40:50Z</dcterms:modified>
</cp:coreProperties>
</file>