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527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のマテリアルについて学習します。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12E85CE-3377-4F8A-8936-B709CF24B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106223" cy="342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新規プロジェクトを作成して適当にオブジェクトを置きましょう。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2ED545D-D70C-4052-AE67-2CC0335E9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058920" cy="43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55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81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Materials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kumimoji="1" lang="ja-JP" altLang="en-US" sz="2400" dirty="0"/>
              <a:t>を作成して、フォルダ内で右クリックし、</a:t>
            </a:r>
            <a:endParaRPr kumimoji="1" lang="en-US" altLang="ja-JP" sz="2400" dirty="0"/>
          </a:p>
          <a:p>
            <a:r>
              <a:rPr kumimoji="1" lang="ja-JP" altLang="en-US" sz="2400" dirty="0"/>
              <a:t>マテリアルを選択しましょう。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6B5582-C7A9-4E6B-80C4-DB70DEABC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664378" cy="417892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1992E98-15E4-4E17-A651-F20D4CFDC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050" y="2187126"/>
            <a:ext cx="5672590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06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マテリアルと開くと、編集画面が表示されます。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922CD5E-0E43-4AAA-AA8D-C5C08CF1B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8074434" cy="434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70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中央のノードグラフで、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シェーダー処理</a:t>
            </a:r>
            <a:r>
              <a:rPr kumimoji="1" lang="ja-JP" altLang="en-US" sz="2400" dirty="0"/>
              <a:t>を組むことができます。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80E6630-FA94-4F42-94CE-6D5D4EF95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8074434" cy="4346478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5E6C387-777E-44CF-A0FF-453782098788}"/>
              </a:ext>
            </a:extLst>
          </p:cNvPr>
          <p:cNvSpPr/>
          <p:nvPr/>
        </p:nvSpPr>
        <p:spPr>
          <a:xfrm>
            <a:off x="2187388" y="2653553"/>
            <a:ext cx="6427694" cy="2988018"/>
          </a:xfrm>
          <a:prstGeom prst="round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142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グラフの空いている場所を右クリックして、</a:t>
            </a:r>
            <a:endParaRPr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Constance3Vector</a:t>
            </a:r>
            <a:r>
              <a:rPr kumimoji="1" lang="ja-JP" altLang="en-US" sz="2400" dirty="0"/>
              <a:t>」を選択しましょう。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9B7087A-5E16-4036-8C54-D7D69931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7"/>
            <a:ext cx="6747658" cy="418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78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出現したノードを編集します。</a:t>
            </a:r>
            <a:endParaRPr kumimoji="1" lang="en-US" altLang="ja-JP" sz="2400" dirty="0"/>
          </a:p>
          <a:p>
            <a:r>
              <a:rPr lang="ja-JP" altLang="en-US" sz="2400" dirty="0"/>
              <a:t>左下の</a:t>
            </a:r>
            <a:r>
              <a:rPr lang="ja-JP" altLang="en-US" sz="2400" b="1" dirty="0">
                <a:solidFill>
                  <a:srgbClr val="FF0000"/>
                </a:solidFill>
              </a:rPr>
              <a:t>詳細</a:t>
            </a:r>
            <a:r>
              <a:rPr lang="ja-JP" altLang="en-US" sz="2400" dirty="0"/>
              <a:t>から、</a:t>
            </a:r>
            <a:r>
              <a:rPr lang="ja-JP" altLang="en-US" sz="2400" b="1" dirty="0">
                <a:solidFill>
                  <a:srgbClr val="FF0000"/>
                </a:solidFill>
              </a:rPr>
              <a:t>選択中のノードを編集</a:t>
            </a:r>
            <a:r>
              <a:rPr lang="ja-JP" altLang="en-US" sz="2400" dirty="0"/>
              <a:t>することができます。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7E646FD-2E18-481E-9878-2B8708085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892648" cy="330860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2B96AFD-F37F-4E02-8151-059174C54480}"/>
              </a:ext>
            </a:extLst>
          </p:cNvPr>
          <p:cNvSpPr txBox="1"/>
          <p:nvPr/>
        </p:nvSpPr>
        <p:spPr>
          <a:xfrm>
            <a:off x="567542" y="5635431"/>
            <a:ext cx="5437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※RGB</a:t>
            </a:r>
            <a:r>
              <a:rPr kumimoji="1" lang="ja-JP" altLang="en-US" sz="2400" dirty="0"/>
              <a:t>に適当に数値を設定しましょう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459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38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作成したノードをベースカラーに接続します。</a:t>
            </a:r>
            <a:endParaRPr lang="en-US" altLang="ja-JP" sz="2400" dirty="0"/>
          </a:p>
          <a:p>
            <a:r>
              <a:rPr kumimoji="1" lang="ja-JP" altLang="en-US" sz="2400" dirty="0"/>
              <a:t>これで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Constant3Vector</a:t>
            </a:r>
            <a:r>
              <a:rPr kumimoji="1" lang="ja-JP" altLang="en-US" sz="2400" dirty="0"/>
              <a:t>で指定した色が反映されます。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DD05F18-CAF8-4BDF-A7DA-2FDD3E6F3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5673201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70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ベースカラーの下にあるパラメータは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数値１つ</a:t>
            </a:r>
            <a:r>
              <a:rPr kumimoji="1" lang="ja-JP" altLang="en-US" sz="2400" dirty="0"/>
              <a:t>で設定します。</a:t>
            </a:r>
            <a:endParaRPr kumimoji="1" lang="en-US" altLang="ja-JP" sz="2400" dirty="0"/>
          </a:p>
          <a:p>
            <a:r>
              <a:rPr lang="ja-JP" altLang="en-US" sz="2400" dirty="0"/>
              <a:t>その場合は「</a:t>
            </a:r>
            <a:r>
              <a:rPr lang="en-US" altLang="ja-JP" sz="2400" b="1" dirty="0">
                <a:solidFill>
                  <a:srgbClr val="00B050"/>
                </a:solidFill>
              </a:rPr>
              <a:t>Constant</a:t>
            </a:r>
            <a:r>
              <a:rPr lang="ja-JP" altLang="en-US" sz="2400" dirty="0"/>
              <a:t>」を使用します。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8DE3612-5896-4D41-833F-331A4FC50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432042" cy="41498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C75B9B-C8AD-4BF3-A283-D906A109F228}"/>
              </a:ext>
            </a:extLst>
          </p:cNvPr>
          <p:cNvSpPr txBox="1"/>
          <p:nvPr/>
        </p:nvSpPr>
        <p:spPr>
          <a:xfrm>
            <a:off x="6192418" y="5505929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数値を変えて変化を確認しましょう</a:t>
            </a:r>
            <a:endParaRPr kumimoji="1"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確認し終えたら保存しましょう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81882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マテリアルはドラッグ＆ドロップでレベル上のオブジェクトに反映できます。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B0211F8-B381-4238-B5E4-B0140B2D0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001506" cy="408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31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反映させた状態でマテリアルを編集すると、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コンパイル＆保存したタイミングでオブジェクトにも反映</a:t>
            </a:r>
            <a:r>
              <a:rPr lang="ja-JP" altLang="en-US" sz="2400" dirty="0"/>
              <a:t>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4888036-2C5D-4B5B-AFCC-5F3AA99A5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070453" cy="362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075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マテリアル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２つマテリアルを追加して、それぞれ自由に反映させてみましょう。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06CF4B8-7268-43FF-A61C-8B23070D6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106223" cy="342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61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224</Words>
  <Application>Microsoft Office PowerPoint</Application>
  <PresentationFormat>ワイド画面</PresentationFormat>
  <Paragraphs>33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79</cp:revision>
  <dcterms:created xsi:type="dcterms:W3CDTF">2024-08-27T02:15:54Z</dcterms:created>
  <dcterms:modified xsi:type="dcterms:W3CDTF">2026-03-26T02:38:28Z</dcterms:modified>
</cp:coreProperties>
</file>