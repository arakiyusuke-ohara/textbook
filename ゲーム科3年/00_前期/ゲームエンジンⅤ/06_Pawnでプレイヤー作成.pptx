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6" r:id="rId28"/>
    <p:sldId id="285" r:id="rId29"/>
    <p:sldId id="283" r:id="rId30"/>
    <p:sldId id="284" r:id="rId31"/>
    <p:sldId id="287" r:id="rId32"/>
    <p:sldId id="288" r:id="rId3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789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Pawn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を使って操作可能な</a:t>
            </a:r>
            <a:r>
              <a:rPr lang="ja-JP" altLang="en-US" sz="2400" dirty="0"/>
              <a:t>プレイヤーを作成します。</a:t>
            </a:r>
            <a:endParaRPr lang="en-US" altLang="ja-JP" sz="2400" dirty="0"/>
          </a:p>
          <a:p>
            <a:r>
              <a:rPr kumimoji="1" lang="ja-JP" altLang="en-US" sz="2400" dirty="0"/>
              <a:t>前回の</a:t>
            </a:r>
            <a:r>
              <a:rPr kumimoji="1" lang="en-US" altLang="ja-JP" sz="2400" dirty="0"/>
              <a:t>Game Mode</a:t>
            </a:r>
            <a:r>
              <a:rPr lang="ja-JP" altLang="en-US" sz="2400" dirty="0"/>
              <a:t>を設定したプロジェクトを開きましょう。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2F1B8F-CD89-4258-BB4F-D89A3B605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120129" cy="398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291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親クラスを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ポーン</a:t>
            </a:r>
            <a:r>
              <a:rPr kumimoji="1" lang="ja-JP" altLang="en-US" sz="2400" dirty="0"/>
              <a:t>で選択して、</a:t>
            </a:r>
            <a:endParaRPr kumimoji="1" lang="en-US" altLang="ja-JP" sz="2400" dirty="0"/>
          </a:p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</a:t>
            </a:r>
            <a:r>
              <a:rPr kumimoji="1" lang="ja-JP" altLang="en-US" sz="2400" dirty="0"/>
              <a:t>という名前で</a:t>
            </a:r>
            <a:r>
              <a:rPr kumimoji="1" lang="en-US" altLang="ja-JP" sz="2400" dirty="0"/>
              <a:t>CPP</a:t>
            </a:r>
            <a:r>
              <a:rPr kumimoji="1" lang="ja-JP" altLang="en-US" sz="2400" dirty="0"/>
              <a:t>クラスを作成しましょう。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73C15B6-9BF1-4245-88D9-5B1C57E3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6393010" cy="362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2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058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に派生させます。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87C0600-B64C-4944-8843-65EFCDB3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586512" cy="408630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8894989-E930-48C8-B0C0-6341F97DC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06" y="1817794"/>
            <a:ext cx="6385615" cy="256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2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592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の入力は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入力アクション</a:t>
            </a:r>
            <a:r>
              <a:rPr kumimoji="1" lang="ja-JP" altLang="en-US" sz="2400" dirty="0"/>
              <a:t>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入力マッピング</a:t>
            </a:r>
            <a:r>
              <a:rPr kumimoji="1" lang="ja-JP" altLang="en-US" sz="2400" dirty="0"/>
              <a:t>という、</a:t>
            </a:r>
            <a:endParaRPr kumimoji="1" lang="en-US" altLang="ja-JP" sz="2400" dirty="0"/>
          </a:p>
          <a:p>
            <a:r>
              <a:rPr lang="ja-JP" altLang="en-US" sz="2400" dirty="0"/>
              <a:t>２つのデータを使います。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使いこなせば、様々な入力を柔軟に対応することができます。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30473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66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まずは入力操作に必要なデータを作成します。</a:t>
            </a:r>
            <a:endParaRPr kumimoji="1" lang="en-US" altLang="ja-JP" sz="2400" dirty="0"/>
          </a:p>
          <a:p>
            <a:r>
              <a:rPr lang="ja-JP" altLang="en-US" sz="2400" dirty="0"/>
              <a:t>コンテンツに</a:t>
            </a:r>
            <a:r>
              <a:rPr lang="en-US" altLang="ja-JP" sz="2400" b="1" dirty="0">
                <a:solidFill>
                  <a:srgbClr val="FF0000"/>
                </a:solidFill>
              </a:rPr>
              <a:t>Input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lang="ja-JP" altLang="en-US" sz="2400" dirty="0"/>
              <a:t>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7919C4F-94E5-4029-AA48-6672AEF09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07243" cy="375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14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39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Input</a:t>
            </a:r>
            <a:r>
              <a:rPr lang="ja-JP" altLang="en-US" sz="2400" dirty="0"/>
              <a:t>フォルダの中で右クリックして、</a:t>
            </a:r>
            <a:endParaRPr lang="en-US" altLang="ja-JP" sz="2400" dirty="0"/>
          </a:p>
          <a:p>
            <a:r>
              <a:rPr kumimoji="1" lang="ja-JP" altLang="en-US" sz="2400" dirty="0"/>
              <a:t>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 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&gt; 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入力アクション</a:t>
            </a:r>
            <a:r>
              <a:rPr kumimoji="1"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5BAE90E-F09D-46D0-A43F-E709E672F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630061" cy="297221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333C229-790B-4F89-817F-E8E27E85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589" y="2187126"/>
            <a:ext cx="3490195" cy="297221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DDA8FD9-D551-4B6A-8570-8B3145088B61}"/>
              </a:ext>
            </a:extLst>
          </p:cNvPr>
          <p:cNvSpPr txBox="1"/>
          <p:nvPr/>
        </p:nvSpPr>
        <p:spPr>
          <a:xfrm>
            <a:off x="567542" y="5299041"/>
            <a:ext cx="6513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ファイル名は「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IA_MoveUp</a:t>
            </a:r>
            <a:r>
              <a:rPr kumimoji="1" lang="ja-JP" altLang="en-US" sz="2400" dirty="0"/>
              <a:t>」としましょう。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37056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これを複製して上下左右で移動アクションを作ります。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C6BF79C-4990-4269-B783-84887F651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058746" cy="329611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98760F-9AE4-4EE1-B4F8-4BC0068F8002}"/>
              </a:ext>
            </a:extLst>
          </p:cNvPr>
          <p:cNvSpPr txBox="1"/>
          <p:nvPr/>
        </p:nvSpPr>
        <p:spPr>
          <a:xfrm>
            <a:off x="567542" y="5253604"/>
            <a:ext cx="5941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※Ctrl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+</a:t>
            </a:r>
            <a:r>
              <a:rPr lang="ja-JP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ja-JP" sz="2400" b="1" dirty="0">
                <a:solidFill>
                  <a:srgbClr val="FF0000"/>
                </a:solidFill>
              </a:rPr>
              <a:t>D</a:t>
            </a:r>
            <a:r>
              <a:rPr lang="ja-JP" altLang="en-US" sz="2400" b="1" dirty="0">
                <a:solidFill>
                  <a:srgbClr val="FF0000"/>
                </a:solidFill>
              </a:rPr>
              <a:t>で選択ファイルを複製できます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0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空いている箇所を右クリックして、</a:t>
            </a:r>
            <a:r>
              <a:rPr lang="ja-JP" altLang="en-US" sz="2400" b="1" dirty="0">
                <a:solidFill>
                  <a:srgbClr val="FF0000"/>
                </a:solidFill>
              </a:rPr>
              <a:t>入力マッピングコンテキスト</a:t>
            </a:r>
            <a:r>
              <a:rPr lang="ja-JP" altLang="en-US" sz="2400" dirty="0"/>
              <a:t>を作成します。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404CAE-F2E1-4E9D-B320-B68BCA489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113086" cy="346241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CC70F9-811D-4506-9C6F-BCADFA9157DC}"/>
              </a:ext>
            </a:extLst>
          </p:cNvPr>
          <p:cNvSpPr txBox="1"/>
          <p:nvPr/>
        </p:nvSpPr>
        <p:spPr>
          <a:xfrm>
            <a:off x="567542" y="5426835"/>
            <a:ext cx="760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ファイル名は「</a:t>
            </a:r>
            <a:r>
              <a:rPr lang="en-US" altLang="ja-JP" sz="2400" b="1" dirty="0" err="1">
                <a:solidFill>
                  <a:srgbClr val="0070C0"/>
                </a:solidFill>
              </a:rPr>
              <a:t>IMC_PlayerInput</a:t>
            </a:r>
            <a:r>
              <a:rPr lang="ja-JP" altLang="en-US" sz="2400" dirty="0"/>
              <a:t>」としましょう。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960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7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Mapping</a:t>
            </a:r>
            <a:r>
              <a:rPr kumimoji="1" lang="ja-JP" altLang="en-US" sz="2400" dirty="0"/>
              <a:t>の「＋ボタン」からアクションを追加していきます。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DABEC9-23CF-483F-886F-6B7FC3BD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415631" cy="440371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98F58214-D80E-4512-901F-8BF13B8FC67E}"/>
              </a:ext>
            </a:extLst>
          </p:cNvPr>
          <p:cNvSpPr/>
          <p:nvPr/>
        </p:nvSpPr>
        <p:spPr>
          <a:xfrm rot="13476542">
            <a:off x="1792941" y="4751294"/>
            <a:ext cx="430306" cy="358589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567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作成したアクションを選択し、対応するキーを設定します。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1E6907-D22E-4CB6-953C-E6076DC9D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761679" cy="423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2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４方向分、作成しましょう。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90D4A25-D935-4FE9-9214-BADE3754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029186" cy="454825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9752B0-D4F3-4D00-8D8B-E510301480D1}"/>
              </a:ext>
            </a:extLst>
          </p:cNvPr>
          <p:cNvSpPr txBox="1"/>
          <p:nvPr/>
        </p:nvSpPr>
        <p:spPr>
          <a:xfrm>
            <a:off x="5749142" y="59043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これで設定は完了です。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48249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34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PawnPlayer.h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C925016-A7C0-45FE-9DA3-AD10486C7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534892" cy="43051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BE381D0-741B-47A7-AD11-1211D8AF2E33}"/>
              </a:ext>
            </a:extLst>
          </p:cNvPr>
          <p:cNvSpPr/>
          <p:nvPr/>
        </p:nvSpPr>
        <p:spPr>
          <a:xfrm>
            <a:off x="1909482" y="3639671"/>
            <a:ext cx="4787153" cy="9054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628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34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PawnPlayer.h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DD8AE8-1489-42C0-95F7-1B254D252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812201" cy="382377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54A4582-4157-4A96-91F5-A32F416728CA}"/>
              </a:ext>
            </a:extLst>
          </p:cNvPr>
          <p:cNvSpPr/>
          <p:nvPr/>
        </p:nvSpPr>
        <p:spPr>
          <a:xfrm>
            <a:off x="2465294" y="3889578"/>
            <a:ext cx="7377953" cy="1543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929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634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PawnPlayer.h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2077373-B725-4059-803A-EC1957377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4758106" cy="463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09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D881C34-F72C-48EC-9DDB-9078F436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1760"/>
            <a:ext cx="8723665" cy="2715416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E22D51D-E195-450E-BBF0-336DB802423B}"/>
              </a:ext>
            </a:extLst>
          </p:cNvPr>
          <p:cNvSpPr/>
          <p:nvPr/>
        </p:nvSpPr>
        <p:spPr>
          <a:xfrm>
            <a:off x="2205317" y="2177763"/>
            <a:ext cx="6687671" cy="8164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9474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A6C340-1C3B-4FD7-A763-269FC98BC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086576" cy="411634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1A4D142-B5B2-44D6-ABF5-DB06E764C490}"/>
              </a:ext>
            </a:extLst>
          </p:cNvPr>
          <p:cNvSpPr/>
          <p:nvPr/>
        </p:nvSpPr>
        <p:spPr>
          <a:xfrm>
            <a:off x="1515034" y="2612551"/>
            <a:ext cx="10139084" cy="302902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876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245DE23-E638-4E79-91A6-E682A7F7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11113470" cy="3290172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5606DC0-3034-4E4E-BDA3-B104D209CB79}"/>
              </a:ext>
            </a:extLst>
          </p:cNvPr>
          <p:cNvSpPr/>
          <p:nvPr/>
        </p:nvSpPr>
        <p:spPr>
          <a:xfrm>
            <a:off x="1757081" y="2755985"/>
            <a:ext cx="9867376" cy="21118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580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を書きます。（その４）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29B1122-1CBE-4ACE-9478-E4150716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604223" cy="456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58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9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PawnPlayer.cpp</a:t>
            </a:r>
            <a:r>
              <a:rPr kumimoji="1" lang="ja-JP" altLang="en-US" sz="2400" dirty="0"/>
              <a:t>を書きます。（その５）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4361C26-92D5-46AC-AB2D-2F6F2AF20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62811" cy="463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90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03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BP_PawnPlayer</a:t>
            </a:r>
            <a:r>
              <a:rPr lang="ja-JP" altLang="en-US" sz="2400" dirty="0"/>
              <a:t>を開きます。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19B8095-D3AE-4F92-A8FF-EFCAAED10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43376" cy="447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00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コンポーネントの追加ボタンからキューブを追加しましょう。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BAE898F-52DD-4E0F-A9A5-178D90E38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62811" cy="454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7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889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キューブを</a:t>
            </a:r>
            <a:r>
              <a:rPr kumimoji="1" lang="en-US" altLang="ja-JP" sz="2400" dirty="0"/>
              <a:t>Actor</a:t>
            </a:r>
            <a:r>
              <a:rPr kumimoji="1" lang="ja-JP" altLang="en-US" sz="2400" dirty="0"/>
              <a:t>の親にします。</a:t>
            </a:r>
            <a:endParaRPr kumimoji="1" lang="en-US" altLang="ja-JP" sz="2400" dirty="0"/>
          </a:p>
          <a:p>
            <a:r>
              <a:rPr lang="en-US" altLang="ja-JP" sz="2400" dirty="0"/>
              <a:t>Cube</a:t>
            </a:r>
            <a:r>
              <a:rPr lang="ja-JP" altLang="en-US" sz="2400" dirty="0"/>
              <a:t>を</a:t>
            </a:r>
            <a:r>
              <a:rPr lang="en-US" altLang="ja-JP" sz="2400" b="1" dirty="0" err="1">
                <a:solidFill>
                  <a:srgbClr val="0070C0"/>
                </a:solidFill>
              </a:rPr>
              <a:t>DefaultSceneRoot</a:t>
            </a:r>
            <a:r>
              <a:rPr lang="ja-JP" altLang="en-US" sz="2400" dirty="0"/>
              <a:t>にドラッグ＆ドロップしましょう。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92D095-403C-46FA-B3C9-44FA6BE56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875768" cy="359510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C90F72-C191-4E53-9C66-62BBB883E8E8}"/>
              </a:ext>
            </a:extLst>
          </p:cNvPr>
          <p:cNvSpPr txBox="1"/>
          <p:nvPr/>
        </p:nvSpPr>
        <p:spPr>
          <a:xfrm>
            <a:off x="567542" y="5921935"/>
            <a:ext cx="9541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これで</a:t>
            </a:r>
            <a:r>
              <a:rPr kumimoji="1" lang="en-US" altLang="ja-JP" sz="2400" dirty="0"/>
              <a:t>Cube</a:t>
            </a:r>
            <a:r>
              <a:rPr kumimoji="1" lang="ja-JP" altLang="en-US" sz="2400" dirty="0"/>
              <a:t>の設定が最優先されて当たり判定などが行われます。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24073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86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SpringArm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FF0000"/>
                </a:solidFill>
              </a:rPr>
              <a:t>Camera</a:t>
            </a:r>
            <a:r>
              <a:rPr lang="ja-JP" altLang="en-US" sz="2400" dirty="0"/>
              <a:t>コンポーネントを追加します。</a:t>
            </a:r>
            <a:endParaRPr lang="en-US" altLang="ja-JP" sz="2400" dirty="0"/>
          </a:p>
          <a:p>
            <a:r>
              <a:rPr lang="ja-JP" altLang="en-US" sz="2400" dirty="0"/>
              <a:t>追加したら親子関係を以下のようにします。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EB1CE5-1469-43A6-9987-960BD544A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245634" cy="399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77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784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SpringArm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キューブとカメラの間のバネ（スプリング）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カメラとの距離の調整に最適です。</a:t>
            </a:r>
            <a:endParaRPr lang="en-US" altLang="ja-JP" sz="2400" dirty="0"/>
          </a:p>
          <a:p>
            <a:r>
              <a:rPr lang="en-US" altLang="ja-JP" sz="2400" dirty="0"/>
              <a:t>Target Arm Length</a:t>
            </a:r>
            <a:r>
              <a:rPr lang="ja-JP" altLang="en-US" sz="2400" dirty="0"/>
              <a:t>からバネの長さを調整しましょう。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98BABE4-9E17-4CA2-9BBA-332DA66DD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690693" cy="379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32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62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</a:t>
            </a:r>
            <a:r>
              <a:rPr lang="en-US" altLang="ja-JP" sz="2400" dirty="0"/>
              <a:t>Spring Arm</a:t>
            </a:r>
            <a:r>
              <a:rPr lang="ja-JP" altLang="en-US" sz="2400" dirty="0"/>
              <a:t>を少し傾けて、カメラアングルを調整しましょう。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6C50C2D-B4C1-46A4-A3CB-E62E177D7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89352" cy="400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86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724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で用意した各種設定をしていきます。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DE20EB0-95EE-41C5-9A28-FD6AB5B22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563112" cy="411537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7A27A88-0E67-4AC7-AC5C-FBEBA38DA222}"/>
              </a:ext>
            </a:extLst>
          </p:cNvPr>
          <p:cNvSpPr txBox="1"/>
          <p:nvPr/>
        </p:nvSpPr>
        <p:spPr>
          <a:xfrm>
            <a:off x="567542" y="6072868"/>
            <a:ext cx="9070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コンポーネントは「</a:t>
            </a:r>
            <a:r>
              <a:rPr lang="en-US" altLang="ja-JP" sz="2400" dirty="0" err="1"/>
              <a:t>BP_PawnPlayer</a:t>
            </a:r>
            <a:r>
              <a:rPr lang="en-US" altLang="ja-JP" sz="2400" dirty="0"/>
              <a:t>(Self)</a:t>
            </a:r>
            <a:r>
              <a:rPr lang="ja-JP" altLang="en-US" sz="2400" dirty="0"/>
              <a:t>」を選択しましょう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27939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467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FloatingPawnMovement</a:t>
            </a:r>
            <a:r>
              <a:rPr lang="ja-JP" altLang="en-US" sz="2400" dirty="0"/>
              <a:t>コンポーネントを追加します。</a:t>
            </a:r>
            <a:endParaRPr lang="en-US" altLang="ja-JP" sz="2400" dirty="0"/>
          </a:p>
          <a:p>
            <a:r>
              <a:rPr lang="en-US" altLang="ja-JP" sz="2400" dirty="0"/>
              <a:t>Pawn</a:t>
            </a:r>
            <a:r>
              <a:rPr lang="ja-JP" altLang="en-US" sz="2400" dirty="0"/>
              <a:t>の移動をサポートするコンポーネントです。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BFF35DE-32D4-45C0-A585-51C91001A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3933433" cy="270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24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59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BP</a:t>
            </a:r>
            <a:r>
              <a:rPr lang="ja-JP" altLang="en-US" sz="2400" dirty="0"/>
              <a:t>を編集したらコンパイルして保存しましょう。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F279148-F818-4331-A6C0-BBA15FC9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66" y="1817794"/>
            <a:ext cx="6438723" cy="4548252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FDE9CE9-DEEA-4BE5-B55A-22CA637526B5}"/>
              </a:ext>
            </a:extLst>
          </p:cNvPr>
          <p:cNvSpPr/>
          <p:nvPr/>
        </p:nvSpPr>
        <p:spPr>
          <a:xfrm rot="13093336">
            <a:off x="2635623" y="2761129"/>
            <a:ext cx="475129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527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3174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BP_DebugGameMode</a:t>
            </a:r>
            <a:r>
              <a:rPr lang="ja-JP" altLang="en-US" sz="2400" dirty="0"/>
              <a:t>を開きます。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C2E4401-0DB0-4A99-BC06-C5A2337F9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37940" cy="454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92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328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デフォルトのポーンクラス</a:t>
            </a:r>
            <a:r>
              <a:rPr lang="ja-JP" altLang="en-US" sz="2400" dirty="0"/>
              <a:t>に「</a:t>
            </a:r>
            <a:r>
              <a:rPr lang="en-US" altLang="ja-JP" sz="2400" b="1" dirty="0" err="1">
                <a:solidFill>
                  <a:srgbClr val="0070C0"/>
                </a:solidFill>
              </a:rPr>
              <a:t>BP_PawnPlayer</a:t>
            </a:r>
            <a:r>
              <a:rPr lang="ja-JP" altLang="en-US" sz="2400" dirty="0"/>
              <a:t>」を設定します。</a:t>
            </a:r>
            <a:endParaRPr lang="en-US" altLang="ja-JP" sz="2400" dirty="0"/>
          </a:p>
          <a:p>
            <a:r>
              <a:rPr lang="ja-JP" altLang="en-US" sz="2400" dirty="0"/>
              <a:t>これでレベル上のスタート地点にプレイヤーがスポーンします。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BE68A7-E9C7-4421-8F88-46F6ADA1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751890" cy="285103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36864856-85CF-449C-9E76-9E808599DCA0}"/>
              </a:ext>
            </a:extLst>
          </p:cNvPr>
          <p:cNvSpPr/>
          <p:nvPr/>
        </p:nvSpPr>
        <p:spPr>
          <a:xfrm rot="13093336">
            <a:off x="9363380" y="4105835"/>
            <a:ext cx="475129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2854C6E-8B44-4F1B-A01F-A8061A1AF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5177865"/>
            <a:ext cx="1962424" cy="1448002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4BBF63-B398-4ECA-ACEC-411B55D055F9}"/>
              </a:ext>
            </a:extLst>
          </p:cNvPr>
          <p:cNvSpPr txBox="1"/>
          <p:nvPr/>
        </p:nvSpPr>
        <p:spPr>
          <a:xfrm>
            <a:off x="2529966" y="57581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スタート地点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11563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5865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実行して動作確認しましょう。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5B78BD-45E8-4311-8801-8D28CF07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1828"/>
            <a:ext cx="10736952" cy="443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31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24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Pawn</a:t>
            </a:r>
            <a:r>
              <a:rPr kumimoji="1" lang="ja-JP" altLang="en-US" sz="3200" b="1" u="sng" dirty="0"/>
              <a:t>でプレイヤー作成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これまでの作業を振り返りつつ、以下の２つを実装しましょう。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Z</a:t>
            </a:r>
            <a:r>
              <a:rPr lang="ja-JP" altLang="en-US" sz="2400" dirty="0"/>
              <a:t>キーで前進する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X</a:t>
            </a:r>
            <a:r>
              <a:rPr lang="ja-JP" altLang="en-US" sz="2400" dirty="0"/>
              <a:t>キーで後退する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6234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655</Words>
  <Application>Microsoft Office PowerPoint</Application>
  <PresentationFormat>ワイド画面</PresentationFormat>
  <Paragraphs>87</Paragraphs>
  <Slides>32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62</cp:revision>
  <dcterms:created xsi:type="dcterms:W3CDTF">2024-08-27T02:15:54Z</dcterms:created>
  <dcterms:modified xsi:type="dcterms:W3CDTF">2026-03-26T02:11:53Z</dcterms:modified>
</cp:coreProperties>
</file>