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2025/2/5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弾丸の発射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109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ボタン入力で弾丸を発射させます。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DA92D90-747B-4301-8F01-016128163E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3"/>
            <a:ext cx="9058771" cy="4296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74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弾丸の発射 準備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前回の内容を思い出しながら、</a:t>
            </a:r>
            <a:r>
              <a:rPr kumimoji="1" lang="ja-JP" altLang="en-US" sz="2400" dirty="0"/>
              <a:t>弾丸発射の入力を作成しましょう。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B8C701E-8CF0-4A31-82DF-16689AB55C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401" y="1817794"/>
            <a:ext cx="800212" cy="1276528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A73BD779-C877-49D8-ABDD-96B31156AD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0294" y="1817794"/>
            <a:ext cx="5814642" cy="1276528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A1DBD1E2-1D2E-49B1-89C5-60C106254D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542" y="3234023"/>
            <a:ext cx="11095540" cy="614016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B54DEC6-45C3-43B0-907B-02A260C3AE4B}"/>
              </a:ext>
            </a:extLst>
          </p:cNvPr>
          <p:cNvSpPr txBox="1"/>
          <p:nvPr/>
        </p:nvSpPr>
        <p:spPr>
          <a:xfrm>
            <a:off x="567541" y="3987740"/>
            <a:ext cx="57246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※</a:t>
            </a:r>
            <a:r>
              <a:rPr lang="ja-JP" altLang="en-US" sz="2400" dirty="0"/>
              <a:t>入力後の処理は何もしなくて良いです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7847701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弾丸の発射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2103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弾丸の</a:t>
            </a:r>
            <a:r>
              <a:rPr lang="en-US" altLang="ja-JP" sz="2400" dirty="0"/>
              <a:t>C++</a:t>
            </a:r>
            <a:r>
              <a:rPr lang="ja-JP" altLang="en-US" sz="2400" dirty="0"/>
              <a:t>クラスを</a:t>
            </a:r>
            <a:r>
              <a:rPr lang="en-US" altLang="ja-JP" sz="2400" dirty="0"/>
              <a:t>Actor</a:t>
            </a:r>
            <a:r>
              <a:rPr lang="ja-JP" altLang="en-US" sz="2400" dirty="0"/>
              <a:t>で作りましょう。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5922C80-3519-4D15-B771-45B9E3881C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3"/>
            <a:ext cx="9168178" cy="4188559"/>
          </a:xfrm>
          <a:prstGeom prst="rect">
            <a:avLst/>
          </a:prstGeom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28B68C4-814D-4EFD-940E-C7B138A6A159}"/>
              </a:ext>
            </a:extLst>
          </p:cNvPr>
          <p:cNvSpPr txBox="1"/>
          <p:nvPr/>
        </p:nvSpPr>
        <p:spPr>
          <a:xfrm>
            <a:off x="567542" y="6135213"/>
            <a:ext cx="40062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クラス名は</a:t>
            </a:r>
            <a:r>
              <a:rPr lang="en-US" altLang="ja-JP" sz="2400" b="1" dirty="0" err="1">
                <a:solidFill>
                  <a:srgbClr val="00B050"/>
                </a:solidFill>
              </a:rPr>
              <a:t>NormalBullet</a:t>
            </a:r>
            <a:r>
              <a:rPr lang="ja-JP" altLang="en-US" sz="2400" dirty="0"/>
              <a:t>で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7737825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弾丸の発射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1504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/>
              <a:t>NormalBullet.h</a:t>
            </a:r>
            <a:r>
              <a:rPr lang="ja-JP" altLang="en-US" sz="2400" dirty="0"/>
              <a:t>を書きます。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9BE3FC0-CDB5-47AA-BA56-022D8DD95F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1817794"/>
            <a:ext cx="8769257" cy="3758253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D4A1CAF-5D8C-4B14-A5D3-CCEEA6720922}"/>
              </a:ext>
            </a:extLst>
          </p:cNvPr>
          <p:cNvSpPr/>
          <p:nvPr/>
        </p:nvSpPr>
        <p:spPr>
          <a:xfrm>
            <a:off x="2034988" y="2958353"/>
            <a:ext cx="4258236" cy="200809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51596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弾丸の発射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4871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NormalBullet.cpp</a:t>
            </a:r>
            <a:r>
              <a:rPr lang="ja-JP" altLang="en-US" sz="2400" dirty="0"/>
              <a:t>を書きます。</a:t>
            </a:r>
            <a:endParaRPr kumimoji="1" lang="en-US" altLang="ja-JP" sz="2400" dirty="0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DE434344-15F5-4AAF-BC8B-B3D838EB2E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5649113" cy="4734586"/>
          </a:xfrm>
          <a:prstGeom prst="rect">
            <a:avLst/>
          </a:prstGeom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306574F-6EE7-4625-B726-7EB9CA5A3A1B}"/>
              </a:ext>
            </a:extLst>
          </p:cNvPr>
          <p:cNvSpPr/>
          <p:nvPr/>
        </p:nvSpPr>
        <p:spPr>
          <a:xfrm>
            <a:off x="1775012" y="2770093"/>
            <a:ext cx="4441643" cy="320936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033639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弾丸の発射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1366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コンパイルした後に</a:t>
            </a:r>
            <a:r>
              <a:rPr kumimoji="1" lang="en-US" altLang="ja-JP" sz="2400" dirty="0"/>
              <a:t>BP</a:t>
            </a:r>
            <a:r>
              <a:rPr kumimoji="1" lang="ja-JP" altLang="en-US" sz="2400" dirty="0"/>
              <a:t>に派生しましょう。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25C34D9-D5A1-4D90-98E3-1B16820503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372185" cy="3623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67216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弾丸の発射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1366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BP</a:t>
            </a:r>
            <a:r>
              <a:rPr kumimoji="1" lang="ja-JP" altLang="en-US" sz="2400" dirty="0"/>
              <a:t>を開き球を追加して小さくしましょう。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09501FE0-F5CB-48E5-AEA2-F0A7FD9CA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0476976" cy="3559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08058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弾丸の発射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7965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弾丸は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通り抜け当たり判定</a:t>
            </a:r>
            <a:r>
              <a:rPr kumimoji="1" lang="ja-JP" altLang="en-US" sz="2400" dirty="0"/>
              <a:t>にしたいので、</a:t>
            </a:r>
            <a:r>
              <a:rPr lang="en-US" altLang="ja-JP" sz="2400" dirty="0"/>
              <a:t>Collision</a:t>
            </a:r>
            <a:r>
              <a:rPr lang="ja-JP" altLang="en-US" sz="2400" dirty="0"/>
              <a:t>を</a:t>
            </a:r>
            <a:r>
              <a:rPr lang="en-US" altLang="ja-JP" sz="2400" b="1" dirty="0">
                <a:solidFill>
                  <a:srgbClr val="FF0000"/>
                </a:solidFill>
              </a:rPr>
              <a:t>Overlap</a:t>
            </a:r>
            <a:r>
              <a:rPr lang="ja-JP" altLang="en-US" sz="2400" dirty="0"/>
              <a:t>に設定します。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5CF0B29-55A5-4052-B6E9-28505F2DAC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1817794"/>
            <a:ext cx="7049099" cy="3722394"/>
          </a:xfrm>
          <a:prstGeom prst="rect">
            <a:avLst/>
          </a:prstGeom>
        </p:spPr>
      </p:pic>
      <p:sp>
        <p:nvSpPr>
          <p:cNvPr id="7" name="矢印: 右 6">
            <a:extLst>
              <a:ext uri="{FF2B5EF4-FFF2-40B4-BE49-F238E27FC236}">
                <a16:creationId xmlns:a16="http://schemas.microsoft.com/office/drawing/2014/main" id="{4168847B-4F02-4DA8-BE48-9366C8F45E39}"/>
              </a:ext>
            </a:extLst>
          </p:cNvPr>
          <p:cNvSpPr/>
          <p:nvPr/>
        </p:nvSpPr>
        <p:spPr>
          <a:xfrm rot="13766119">
            <a:off x="4258235" y="4554071"/>
            <a:ext cx="573742" cy="394447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455479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弾丸の発射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1491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C++</a:t>
            </a:r>
            <a:r>
              <a:rPr kumimoji="1" lang="ja-JP" altLang="en-US" sz="2400" dirty="0"/>
              <a:t>で追加した設定をしましょう。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99F2163-0796-4F11-9F76-7DFD930F60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142411" cy="3032112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8EB185E-2576-4353-B969-6F8FEFC90073}"/>
              </a:ext>
            </a:extLst>
          </p:cNvPr>
          <p:cNvSpPr txBox="1"/>
          <p:nvPr/>
        </p:nvSpPr>
        <p:spPr>
          <a:xfrm>
            <a:off x="567541" y="4989606"/>
            <a:ext cx="35702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これで弾丸は完成です。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6816745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弾丸の発射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470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Player</a:t>
            </a:r>
            <a:r>
              <a:rPr kumimoji="1" lang="ja-JP" altLang="en-US" sz="2400" dirty="0"/>
              <a:t>に発射する弾丸を用意します。</a:t>
            </a:r>
            <a:endParaRPr kumimoji="1" lang="en-US" altLang="ja-JP" sz="2400" dirty="0"/>
          </a:p>
          <a:p>
            <a:r>
              <a:rPr lang="en-US" altLang="ja-JP" sz="2400" dirty="0"/>
              <a:t>Player</a:t>
            </a:r>
            <a:r>
              <a:rPr lang="ja-JP" altLang="en-US" sz="2400" dirty="0"/>
              <a:t>のクラスに以下のメンバ変数を追加しましょう。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49369748-305F-4374-81E2-1D8CAB22C5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9248143" cy="2698639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934483A-F4C6-403E-9BC4-43E6EA509712}"/>
              </a:ext>
            </a:extLst>
          </p:cNvPr>
          <p:cNvSpPr/>
          <p:nvPr/>
        </p:nvSpPr>
        <p:spPr>
          <a:xfrm>
            <a:off x="2635624" y="3110753"/>
            <a:ext cx="7180061" cy="87854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103864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弾丸の発射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67549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これで</a:t>
            </a:r>
            <a:r>
              <a:rPr kumimoji="1" lang="en-US" altLang="ja-JP" sz="2400" dirty="0"/>
              <a:t>BP</a:t>
            </a:r>
            <a:r>
              <a:rPr kumimoji="1" lang="ja-JP" altLang="en-US" sz="2400" dirty="0"/>
              <a:t>から発射する弾丸を設定できます。</a:t>
            </a:r>
            <a:endParaRPr kumimoji="1" lang="en-US" altLang="ja-JP" sz="2400" dirty="0"/>
          </a:p>
          <a:p>
            <a:r>
              <a:rPr lang="ja-JP" altLang="en-US" sz="2400" dirty="0"/>
              <a:t>コンパイルしてプレイヤーの</a:t>
            </a:r>
            <a:r>
              <a:rPr lang="en-US" altLang="ja-JP" sz="2400" dirty="0"/>
              <a:t>BP</a:t>
            </a:r>
            <a:r>
              <a:rPr lang="ja-JP" altLang="en-US" sz="2400" dirty="0"/>
              <a:t>から設定しましょう。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5E2FAAC-AF41-463A-A0D6-3EB13ECD2B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5768596" cy="4178920"/>
          </a:xfrm>
          <a:prstGeom prst="rect">
            <a:avLst/>
          </a:prstGeom>
        </p:spPr>
      </p:pic>
      <p:sp>
        <p:nvSpPr>
          <p:cNvPr id="8" name="矢印: 右 7">
            <a:extLst>
              <a:ext uri="{FF2B5EF4-FFF2-40B4-BE49-F238E27FC236}">
                <a16:creationId xmlns:a16="http://schemas.microsoft.com/office/drawing/2014/main" id="{4580AA43-CAA4-4825-BACD-C97517FBC296}"/>
              </a:ext>
            </a:extLst>
          </p:cNvPr>
          <p:cNvSpPr/>
          <p:nvPr/>
        </p:nvSpPr>
        <p:spPr>
          <a:xfrm rot="13766119">
            <a:off x="3803674" y="6261525"/>
            <a:ext cx="450014" cy="394447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93296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弾丸の発射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8013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最後に発射処理を書きましょう。</a:t>
            </a:r>
            <a:endParaRPr kumimoji="1" lang="en-US" altLang="ja-JP" sz="2400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BFBD9A20-C105-45DE-8E30-6F5946CE27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1817794"/>
            <a:ext cx="9978019" cy="2888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4389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弾丸の発射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コンパイルして動作確認しましょう。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E24103B-9D40-4B39-AB6D-798992B168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9058771" cy="4296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12119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553</TotalTime>
  <Words>202</Words>
  <Application>Microsoft Office PowerPoint</Application>
  <PresentationFormat>ワイド画面</PresentationFormat>
  <Paragraphs>31</Paragraphs>
  <Slides>13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13</vt:i4>
      </vt:variant>
    </vt:vector>
  </HeadingPairs>
  <TitlesOfParts>
    <vt:vector size="17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54</cp:revision>
  <dcterms:created xsi:type="dcterms:W3CDTF">2024-08-27T02:15:54Z</dcterms:created>
  <dcterms:modified xsi:type="dcterms:W3CDTF">2025-02-05T04:35:01Z</dcterms:modified>
</cp:coreProperties>
</file>