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ボタン入力で弾丸を発射させます。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DA92D90-747B-4301-8F01-016128163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058771" cy="429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 準備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前回の内容を思い出しながら、</a:t>
            </a:r>
            <a:r>
              <a:rPr kumimoji="1" lang="ja-JP" altLang="en-US" sz="2400" dirty="0"/>
              <a:t>弾丸発射の入力を作成しましょう。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B8C701E-8CF0-4A31-82DF-16689AB55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01" y="1817794"/>
            <a:ext cx="800212" cy="127652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73BD779-C877-49D8-ABDD-96B31156A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94" y="1817794"/>
            <a:ext cx="5814642" cy="127652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1DBD1E2-1D2E-49B1-89C5-60C106254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42" y="3234023"/>
            <a:ext cx="11095540" cy="614016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54DEC6-45C3-43B0-907B-02A260C3AE4B}"/>
              </a:ext>
            </a:extLst>
          </p:cNvPr>
          <p:cNvSpPr txBox="1"/>
          <p:nvPr/>
        </p:nvSpPr>
        <p:spPr>
          <a:xfrm>
            <a:off x="567541" y="398774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入力後の処理は何もしなくて良いです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8477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10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弾丸の</a:t>
            </a:r>
            <a:r>
              <a:rPr lang="en-US" altLang="ja-JP" sz="2400" dirty="0"/>
              <a:t>C++</a:t>
            </a:r>
            <a:r>
              <a:rPr lang="ja-JP" altLang="en-US" sz="2400" dirty="0"/>
              <a:t>クラスを</a:t>
            </a:r>
            <a:r>
              <a:rPr lang="en-US" altLang="ja-JP" sz="2400" dirty="0"/>
              <a:t>Actor</a:t>
            </a:r>
            <a:r>
              <a:rPr lang="ja-JP" altLang="en-US" sz="2400" dirty="0"/>
              <a:t>で作りましょう。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5922C80-3519-4D15-B771-45B9E388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168178" cy="4188559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28B68C4-814D-4EFD-940E-C7B138A6A159}"/>
              </a:ext>
            </a:extLst>
          </p:cNvPr>
          <p:cNvSpPr txBox="1"/>
          <p:nvPr/>
        </p:nvSpPr>
        <p:spPr>
          <a:xfrm>
            <a:off x="567542" y="6135213"/>
            <a:ext cx="4006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クラス名は</a:t>
            </a:r>
            <a:r>
              <a:rPr lang="en-US" altLang="ja-JP" sz="2400" b="1" dirty="0" err="1">
                <a:solidFill>
                  <a:srgbClr val="00B050"/>
                </a:solidFill>
              </a:rPr>
              <a:t>NormalBullet</a:t>
            </a:r>
            <a:r>
              <a:rPr lang="ja-JP" altLang="en-US" sz="2400" dirty="0"/>
              <a:t>で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73782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283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NormalBullet.h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9BE3FC0-CDB5-47AA-BA56-022D8DD9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8769257" cy="375825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4A1CAF-5D8C-4B14-A5D3-CCEEA6720922}"/>
              </a:ext>
            </a:extLst>
          </p:cNvPr>
          <p:cNvSpPr/>
          <p:nvPr/>
        </p:nvSpPr>
        <p:spPr>
          <a:xfrm>
            <a:off x="2034988" y="2958353"/>
            <a:ext cx="4258236" cy="20080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15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41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NormalBullet.cpp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E434344-15F5-4AAF-BC8B-B3D838EB2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649113" cy="4734586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306574F-6EE7-4625-B726-7EB9CA5A3A1B}"/>
              </a:ext>
            </a:extLst>
          </p:cNvPr>
          <p:cNvSpPr/>
          <p:nvPr/>
        </p:nvSpPr>
        <p:spPr>
          <a:xfrm>
            <a:off x="1775012" y="2770093"/>
            <a:ext cx="4441643" cy="3209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36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36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コンパイルした後に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に派生しましょう。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25C34D9-D5A1-4D90-98E3-1B1682050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72185" cy="362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2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36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</a:t>
            </a:r>
            <a:r>
              <a:rPr kumimoji="1" lang="ja-JP" altLang="en-US" sz="2400" dirty="0"/>
              <a:t>を開き球を追加して小さくしましょう。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9501FE0-F5CB-48E5-AEA2-F0A7FD9C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476976" cy="355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0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96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弾丸は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通り抜け当たり判定</a:t>
            </a:r>
            <a:r>
              <a:rPr kumimoji="1" lang="ja-JP" altLang="en-US" sz="2400" dirty="0"/>
              <a:t>にしたいので、</a:t>
            </a:r>
            <a:r>
              <a:rPr lang="en-US" altLang="ja-JP" sz="2400" dirty="0"/>
              <a:t>Collision</a:t>
            </a:r>
            <a:r>
              <a:rPr lang="ja-JP" altLang="en-US" sz="2400" dirty="0"/>
              <a:t>を</a:t>
            </a:r>
            <a:r>
              <a:rPr lang="en-US" altLang="ja-JP" sz="2400" b="1" dirty="0">
                <a:solidFill>
                  <a:srgbClr val="FF0000"/>
                </a:solidFill>
              </a:rPr>
              <a:t>Overlap</a:t>
            </a:r>
            <a:r>
              <a:rPr lang="ja-JP" altLang="en-US" sz="2400" dirty="0"/>
              <a:t>に設定します。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5CF0B29-55A5-4052-B6E9-28505F2D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049099" cy="372239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4168847B-4F02-4DA8-BE48-9366C8F45E39}"/>
              </a:ext>
            </a:extLst>
          </p:cNvPr>
          <p:cNvSpPr/>
          <p:nvPr/>
        </p:nvSpPr>
        <p:spPr>
          <a:xfrm rot="13766119">
            <a:off x="4258235" y="4554071"/>
            <a:ext cx="573742" cy="39444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54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49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C++</a:t>
            </a:r>
            <a:r>
              <a:rPr kumimoji="1" lang="ja-JP" altLang="en-US" sz="2400" dirty="0"/>
              <a:t>で追加した設定をしましょう。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99F2163-0796-4F11-9F76-7DFD930F6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42411" cy="303211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EB185E-2576-4353-B969-6F8FEFC90073}"/>
              </a:ext>
            </a:extLst>
          </p:cNvPr>
          <p:cNvSpPr txBox="1"/>
          <p:nvPr/>
        </p:nvSpPr>
        <p:spPr>
          <a:xfrm>
            <a:off x="567541" y="4989606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これで弾丸は完成です。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81674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470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Player</a:t>
            </a:r>
            <a:r>
              <a:rPr kumimoji="1" lang="ja-JP" altLang="en-US" sz="2400" dirty="0"/>
              <a:t>に発射する弾丸を用意します。</a:t>
            </a:r>
            <a:endParaRPr kumimoji="1" lang="en-US" altLang="ja-JP" sz="2400" dirty="0"/>
          </a:p>
          <a:p>
            <a:r>
              <a:rPr lang="en-US" altLang="ja-JP" sz="2400" dirty="0"/>
              <a:t>Player</a:t>
            </a:r>
            <a:r>
              <a:rPr lang="ja-JP" altLang="en-US" sz="2400" dirty="0"/>
              <a:t>のクラスに以下のメンバ変数を追加しましょう。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9369748-305F-4374-81E2-1D8CAB22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248143" cy="269863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934483A-F4C6-403E-9BC4-43E6EA509712}"/>
              </a:ext>
            </a:extLst>
          </p:cNvPr>
          <p:cNvSpPr/>
          <p:nvPr/>
        </p:nvSpPr>
        <p:spPr>
          <a:xfrm>
            <a:off x="2635624" y="3110753"/>
            <a:ext cx="7180061" cy="8785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386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754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から発射する弾丸を設定できます。</a:t>
            </a:r>
            <a:endParaRPr kumimoji="1" lang="en-US" altLang="ja-JP" sz="2400" dirty="0"/>
          </a:p>
          <a:p>
            <a:r>
              <a:rPr lang="ja-JP" altLang="en-US" sz="2400" dirty="0"/>
              <a:t>コンパイルしてプレイヤーの</a:t>
            </a:r>
            <a:r>
              <a:rPr lang="en-US" altLang="ja-JP" sz="2400" dirty="0"/>
              <a:t>BP</a:t>
            </a:r>
            <a:r>
              <a:rPr lang="ja-JP" altLang="en-US" sz="2400" dirty="0"/>
              <a:t>から設定しましょう。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5E2FAAC-AF41-463A-A0D6-3EB13ECD2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768596" cy="4178920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580AA43-CAA4-4825-BACD-C97517FBC296}"/>
              </a:ext>
            </a:extLst>
          </p:cNvPr>
          <p:cNvSpPr/>
          <p:nvPr/>
        </p:nvSpPr>
        <p:spPr>
          <a:xfrm rot="13766119">
            <a:off x="3803674" y="6261525"/>
            <a:ext cx="450014" cy="39444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329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最後に発射処理を書きましょう。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BFBD9A20-C105-45DE-8E30-6F5946CE2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9978019" cy="288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3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弾丸の発射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コンパイルして動作確認しましょう。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E24103B-9D40-4B39-AB6D-798992B16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058771" cy="429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1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202</Words>
  <Application>Microsoft Office PowerPoint</Application>
  <PresentationFormat>ワイド画面</PresentationFormat>
  <Paragraphs>31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55</cp:revision>
  <dcterms:created xsi:type="dcterms:W3CDTF">2024-08-27T02:15:54Z</dcterms:created>
  <dcterms:modified xsi:type="dcterms:W3CDTF">2026-03-26T02:18:42Z</dcterms:modified>
</cp:coreProperties>
</file>