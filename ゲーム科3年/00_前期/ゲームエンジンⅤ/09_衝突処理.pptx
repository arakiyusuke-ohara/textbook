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2025/11/7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衝突処理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1857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弾丸を敵にヒットさせます。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312C4F8-95C9-4665-8ECF-97028B34D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9791080" cy="4116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衝突処理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5958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まずは敵を用意します。</a:t>
            </a:r>
            <a:r>
              <a:rPr kumimoji="1" lang="ja-JP" altLang="en-US" sz="2400" dirty="0"/>
              <a:t>敵の</a:t>
            </a:r>
            <a:r>
              <a:rPr kumimoji="1" lang="en-US" altLang="ja-JP" sz="2400" dirty="0"/>
              <a:t>C</a:t>
            </a:r>
            <a:r>
              <a:rPr lang="en-US" altLang="ja-JP" sz="2400" dirty="0"/>
              <a:t>++</a:t>
            </a:r>
            <a:r>
              <a:rPr lang="ja-JP" altLang="en-US" sz="2400" dirty="0"/>
              <a:t>クラスを</a:t>
            </a:r>
            <a:r>
              <a:rPr lang="en-US" altLang="ja-JP" sz="2400" b="1" dirty="0">
                <a:solidFill>
                  <a:srgbClr val="00B050"/>
                </a:solidFill>
              </a:rPr>
              <a:t>Actor</a:t>
            </a:r>
            <a:r>
              <a:rPr lang="ja-JP" altLang="en-US" sz="2400" dirty="0"/>
              <a:t>で追加しましょう。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69A9F4E-F7D9-4097-832F-C2767AAB79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8833479" cy="3823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65174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衝突処理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5702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ヘッダーから書きます。</a:t>
            </a:r>
            <a:endParaRPr kumimoji="1" lang="en-US" altLang="ja-JP" sz="2400" dirty="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C5943C84-0284-4A30-84CD-5D9735AF66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5906324" cy="3429479"/>
          </a:xfrm>
          <a:prstGeom prst="rect">
            <a:avLst/>
          </a:prstGeom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E4681ED7-E8C7-4923-BFA2-898ECD937462}"/>
              </a:ext>
            </a:extLst>
          </p:cNvPr>
          <p:cNvSpPr/>
          <p:nvPr/>
        </p:nvSpPr>
        <p:spPr>
          <a:xfrm>
            <a:off x="1443319" y="2635624"/>
            <a:ext cx="4930587" cy="197223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00739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衝突処理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6484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CPP</a:t>
            </a:r>
            <a:r>
              <a:rPr kumimoji="1" lang="ja-JP" altLang="en-US" sz="2400" dirty="0"/>
              <a:t>を書きます。</a:t>
            </a:r>
            <a:endParaRPr kumimoji="1" lang="en-US" altLang="ja-JP" sz="2400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0A49789-DE9E-4976-8FC6-F7EBBFBF60AF}"/>
              </a:ext>
            </a:extLst>
          </p:cNvPr>
          <p:cNvSpPr txBox="1"/>
          <p:nvPr/>
        </p:nvSpPr>
        <p:spPr>
          <a:xfrm>
            <a:off x="5141759" y="3847325"/>
            <a:ext cx="56268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summary</a:t>
            </a:r>
            <a:r>
              <a:rPr kumimoji="1" lang="ja-JP" altLang="en-US" sz="2400" dirty="0"/>
              <a:t>は「</a:t>
            </a:r>
            <a:r>
              <a:rPr kumimoji="1" lang="en-US" altLang="ja-JP" sz="2400" dirty="0"/>
              <a:t>///</a:t>
            </a:r>
            <a:r>
              <a:rPr kumimoji="1" lang="ja-JP" altLang="en-US" sz="2400" dirty="0"/>
              <a:t>」と入力すると楽です</a:t>
            </a:r>
            <a:endParaRPr kumimoji="1" lang="en-US" altLang="ja-JP" sz="2400" dirty="0"/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B87F840D-779B-4308-B123-ADC2DE40C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1817794"/>
            <a:ext cx="4574216" cy="4376817"/>
          </a:xfrm>
          <a:prstGeom prst="rect">
            <a:avLst/>
          </a:prstGeom>
        </p:spPr>
      </p:pic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2C27AE75-BB9D-4E8C-B6C5-3CD27303068E}"/>
              </a:ext>
            </a:extLst>
          </p:cNvPr>
          <p:cNvSpPr/>
          <p:nvPr/>
        </p:nvSpPr>
        <p:spPr>
          <a:xfrm>
            <a:off x="1156448" y="3586630"/>
            <a:ext cx="3985311" cy="240254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989047AA-A2E0-4A76-A81D-F689353C3AB3}"/>
              </a:ext>
            </a:extLst>
          </p:cNvPr>
          <p:cNvSpPr/>
          <p:nvPr/>
        </p:nvSpPr>
        <p:spPr>
          <a:xfrm>
            <a:off x="1471646" y="2496671"/>
            <a:ext cx="2106705" cy="97715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260412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衝突処理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5210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コンパイルして</a:t>
            </a:r>
            <a:r>
              <a:rPr kumimoji="1" lang="en-US" altLang="ja-JP" sz="2400" dirty="0"/>
              <a:t>BP</a:t>
            </a:r>
            <a:r>
              <a:rPr kumimoji="1" lang="ja-JP" altLang="en-US" sz="2400" dirty="0"/>
              <a:t>に派生しましょう。</a:t>
            </a:r>
            <a:endParaRPr kumimoji="1" lang="en-US" altLang="ja-JP" sz="2400" dirty="0"/>
          </a:p>
          <a:p>
            <a:r>
              <a:rPr lang="en-US" altLang="ja-JP" sz="2400" dirty="0"/>
              <a:t>BP</a:t>
            </a:r>
            <a:r>
              <a:rPr lang="ja-JP" altLang="en-US" sz="2400" dirty="0"/>
              <a:t>で円柱を追加します。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EF59CBE-5667-479E-BD95-1B7A916CF6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6649046" cy="3776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8380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衝突処理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8689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BP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から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C++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の衝突関数を呼び出します。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イベントグラフを開きましょう。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2B526AD-8EDF-4A72-8DC4-67A885D8F6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6700279" cy="4178920"/>
          </a:xfrm>
          <a:prstGeom prst="rect">
            <a:avLst/>
          </a:prstGeom>
        </p:spPr>
      </p:pic>
      <p:sp>
        <p:nvSpPr>
          <p:cNvPr id="7" name="矢印: 右 6">
            <a:extLst>
              <a:ext uri="{FF2B5EF4-FFF2-40B4-BE49-F238E27FC236}">
                <a16:creationId xmlns:a16="http://schemas.microsoft.com/office/drawing/2014/main" id="{F4F35FC0-55FB-4D87-9E8C-B583C9C747A5}"/>
              </a:ext>
            </a:extLst>
          </p:cNvPr>
          <p:cNvSpPr/>
          <p:nvPr/>
        </p:nvSpPr>
        <p:spPr>
          <a:xfrm rot="13995888">
            <a:off x="3074895" y="2347622"/>
            <a:ext cx="528917" cy="367553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01732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衝突処理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イベントグラフは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コンポーネントごと</a:t>
            </a:r>
            <a:r>
              <a:rPr kumimoji="1" lang="ja-JP" altLang="en-US" sz="2400" dirty="0"/>
              <a:t>に、様々な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イベントごとの処理</a:t>
            </a:r>
            <a:r>
              <a:rPr kumimoji="1" lang="ja-JP" altLang="en-US" sz="2400" dirty="0"/>
              <a:t>を</a:t>
            </a:r>
            <a:endParaRPr kumimoji="1" lang="en-US" altLang="ja-JP" sz="2400" dirty="0"/>
          </a:p>
          <a:p>
            <a:r>
              <a:rPr kumimoji="1" lang="ja-JP" altLang="en-US" sz="2400" dirty="0"/>
              <a:t>作ることができます。</a:t>
            </a:r>
            <a:r>
              <a:rPr lang="ja-JP" altLang="en-US" sz="2400" dirty="0"/>
              <a:t>画面右側にイベントの種類があります。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D38F612-57F0-489A-914F-01FB5F1366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11059682" cy="4080383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6E912C4-C67A-4B62-B197-0CBACA9F1239}"/>
              </a:ext>
            </a:extLst>
          </p:cNvPr>
          <p:cNvSpPr txBox="1"/>
          <p:nvPr/>
        </p:nvSpPr>
        <p:spPr>
          <a:xfrm>
            <a:off x="746836" y="2967335"/>
            <a:ext cx="4812536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当たり判定のある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Cylinder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を選択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BF04CB29-D38C-4A4D-BA23-D1FCA70E2B74}"/>
              </a:ext>
            </a:extLst>
          </p:cNvPr>
          <p:cNvSpPr txBox="1"/>
          <p:nvPr/>
        </p:nvSpPr>
        <p:spPr>
          <a:xfrm>
            <a:off x="9012295" y="2953888"/>
            <a:ext cx="2339102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↓全てイベント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74863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衝突処理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16656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通り抜け当たり判定の衝突</a:t>
            </a:r>
            <a:r>
              <a:rPr kumimoji="1" lang="ja-JP" altLang="en-US" sz="2400" dirty="0"/>
              <a:t>は「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On Component Begin Overlap</a:t>
            </a:r>
            <a:r>
              <a:rPr kumimoji="1" lang="ja-JP" altLang="en-US" sz="2400" dirty="0"/>
              <a:t>」です。</a:t>
            </a:r>
            <a:endParaRPr kumimoji="1" lang="en-US" altLang="ja-JP" sz="2400" dirty="0"/>
          </a:p>
          <a:p>
            <a:r>
              <a:rPr lang="ja-JP" altLang="en-US" sz="2400" dirty="0"/>
              <a:t>右側の＋ボタンを押してみましょう。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3184734-0FF6-4F87-AA58-FCEAACBF12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6361429" cy="3747509"/>
          </a:xfrm>
          <a:prstGeom prst="rect">
            <a:avLst/>
          </a:prstGeom>
        </p:spPr>
      </p:pic>
      <p:sp>
        <p:nvSpPr>
          <p:cNvPr id="9" name="矢印: 右 8">
            <a:extLst>
              <a:ext uri="{FF2B5EF4-FFF2-40B4-BE49-F238E27FC236}">
                <a16:creationId xmlns:a16="http://schemas.microsoft.com/office/drawing/2014/main" id="{79744724-A9DE-483A-B49D-6597C4BE0C18}"/>
              </a:ext>
            </a:extLst>
          </p:cNvPr>
          <p:cNvSpPr/>
          <p:nvPr/>
        </p:nvSpPr>
        <p:spPr>
          <a:xfrm rot="13995888">
            <a:off x="2214284" y="3172375"/>
            <a:ext cx="528917" cy="367553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67519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衝突処理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07249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イベントのノードが追加されます。</a:t>
            </a:r>
            <a:endParaRPr kumimoji="1" lang="en-US" altLang="ja-JP" sz="2400" dirty="0"/>
          </a:p>
          <a:p>
            <a:r>
              <a:rPr lang="ja-JP" altLang="en-US" sz="2400" dirty="0"/>
              <a:t>ここから</a:t>
            </a:r>
            <a:r>
              <a:rPr lang="en-US" altLang="ja-JP" sz="2400" dirty="0"/>
              <a:t>C++</a:t>
            </a:r>
            <a:r>
              <a:rPr lang="ja-JP" altLang="en-US" sz="2400" dirty="0"/>
              <a:t>の衝突関数を呼び出します。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5371C50-7049-47F6-BE4B-22544732F3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85" y="2187126"/>
            <a:ext cx="4921025" cy="3783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4644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衝突処理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81629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空いている箇所を右クリックして、</a:t>
            </a:r>
            <a:endParaRPr kumimoji="1" lang="en-US" altLang="ja-JP" sz="2400" dirty="0"/>
          </a:p>
          <a:p>
            <a:r>
              <a:rPr lang="ja-JP" altLang="en-US" sz="2400" dirty="0"/>
              <a:t>自作した</a:t>
            </a:r>
            <a:r>
              <a:rPr lang="en-US" altLang="ja-JP" sz="2400" b="1" dirty="0" err="1">
                <a:solidFill>
                  <a:srgbClr val="0070C0"/>
                </a:solidFill>
              </a:rPr>
              <a:t>BeginOverlap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を選択しましょう。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215AFA3-E70B-43CD-A5BB-3259EB8D95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3924848" cy="3886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089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衝突処理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0631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ノード同士を線で繋ぎます。</a:t>
            </a:r>
            <a:endParaRPr kumimoji="1" lang="en-US" altLang="ja-JP" sz="2400" dirty="0"/>
          </a:p>
          <a:p>
            <a:r>
              <a:rPr kumimoji="1" lang="ja-JP" altLang="en-US" sz="2400" dirty="0"/>
              <a:t>また、</a:t>
            </a:r>
            <a:r>
              <a:rPr kumimoji="1" lang="en-US" altLang="ja-JP" sz="2400" b="1" dirty="0" err="1">
                <a:solidFill>
                  <a:srgbClr val="0070C0"/>
                </a:solidFill>
              </a:rPr>
              <a:t>OtherActor</a:t>
            </a:r>
            <a:r>
              <a:rPr kumimoji="1" lang="ja-JP" altLang="en-US" sz="2400" dirty="0"/>
              <a:t>を引数として繋いで渡します。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FF68303-CD9D-4785-B9D2-009B41924E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7605842" cy="3711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17067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衝突処理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7730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最後に敵の</a:t>
            </a:r>
            <a:r>
              <a:rPr kumimoji="1" lang="en-US" altLang="ja-JP" sz="2400" dirty="0"/>
              <a:t>HP</a:t>
            </a:r>
            <a:r>
              <a:rPr kumimoji="1" lang="ja-JP" altLang="en-US" sz="2400" dirty="0"/>
              <a:t>を設定して動作確認しましょう。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D0938F9-DF34-4913-A37D-E79392A704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7918132" cy="2037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52074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衝突処理</a:t>
            </a:r>
            <a:r>
              <a:rPr lang="en-US" altLang="ja-JP" sz="3200" b="1" u="sng" dirty="0"/>
              <a:t> </a:t>
            </a:r>
            <a:r>
              <a:rPr lang="ja-JP" altLang="en-US" sz="3200" b="1" u="sng" dirty="0"/>
              <a:t>練習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08399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00B050"/>
                </a:solidFill>
              </a:rPr>
              <a:t>NormalBullet</a:t>
            </a:r>
            <a:r>
              <a:rPr kumimoji="1" lang="ja-JP" altLang="en-US" sz="2400" b="1" dirty="0">
                <a:solidFill>
                  <a:srgbClr val="00B050"/>
                </a:solidFill>
              </a:rPr>
              <a:t>クラス</a:t>
            </a:r>
            <a:r>
              <a:rPr kumimoji="1" lang="ja-JP" altLang="en-US" sz="2400" dirty="0"/>
              <a:t>にも衝突処理を追加して、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敵にヒットしたら削除</a:t>
            </a:r>
            <a:r>
              <a:rPr lang="ja-JP" altLang="en-US" sz="2400" dirty="0"/>
              <a:t>するように作りましょう。</a:t>
            </a:r>
            <a:endParaRPr kumimoji="1" lang="en-US" altLang="ja-JP" sz="2400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EF6F969E-1BCE-4A3C-8A0A-50EB302FC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7"/>
            <a:ext cx="4506185" cy="4178920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B6269B07-FA66-4904-A799-03F0D32A00FE}"/>
              </a:ext>
            </a:extLst>
          </p:cNvPr>
          <p:cNvSpPr/>
          <p:nvPr/>
        </p:nvSpPr>
        <p:spPr>
          <a:xfrm>
            <a:off x="1156447" y="4536141"/>
            <a:ext cx="2976282" cy="56477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97465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衝突処理</a:t>
            </a:r>
            <a:r>
              <a:rPr lang="en-US" altLang="ja-JP" sz="3200" b="1" u="sng" dirty="0"/>
              <a:t> </a:t>
            </a:r>
            <a:r>
              <a:rPr lang="ja-JP" altLang="en-US" sz="3200" b="1" u="sng" dirty="0"/>
              <a:t>補足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39071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BP</a:t>
            </a:r>
            <a:r>
              <a:rPr kumimoji="1" lang="ja-JP" altLang="en-US" sz="2400" dirty="0"/>
              <a:t>から</a:t>
            </a:r>
            <a:r>
              <a:rPr kumimoji="1" lang="en-US" altLang="ja-JP" sz="2400" dirty="0"/>
              <a:t>C++</a:t>
            </a:r>
            <a:r>
              <a:rPr kumimoji="1" lang="ja-JP" altLang="en-US" sz="2400" dirty="0"/>
              <a:t>の関数を呼ぶには、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BlueprintCallable</a:t>
            </a:r>
            <a:r>
              <a:rPr kumimoji="1" lang="ja-JP" altLang="en-US" sz="2400" dirty="0"/>
              <a:t>を使用します。</a:t>
            </a:r>
            <a:endParaRPr kumimoji="1" lang="en-US" altLang="ja-JP" sz="2400" dirty="0"/>
          </a:p>
          <a:p>
            <a:r>
              <a:rPr lang="ja-JP" altLang="en-US" sz="2400" dirty="0"/>
              <a:t>イベントごとに処理をしたい時などに有効です。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95638C5-2076-4CE7-826F-3FC8C82806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187126"/>
            <a:ext cx="8180805" cy="1067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2439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610</TotalTime>
  <Words>271</Words>
  <Application>Microsoft Office PowerPoint</Application>
  <PresentationFormat>ワイド画面</PresentationFormat>
  <Paragraphs>40</Paragraphs>
  <Slides>14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61</cp:revision>
  <dcterms:created xsi:type="dcterms:W3CDTF">2024-08-27T02:15:54Z</dcterms:created>
  <dcterms:modified xsi:type="dcterms:W3CDTF">2025-11-07T03:33:51Z</dcterms:modified>
</cp:coreProperties>
</file>