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弾丸を敵にヒットさせます。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312C4F8-95C9-4665-8ECF-97028B34D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9791080" cy="411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95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まずは敵を用意します。</a:t>
            </a:r>
            <a:r>
              <a:rPr kumimoji="1" lang="ja-JP" altLang="en-US" sz="2400" dirty="0"/>
              <a:t>敵の</a:t>
            </a:r>
            <a:r>
              <a:rPr kumimoji="1" lang="en-US" altLang="ja-JP" sz="2400" dirty="0"/>
              <a:t>C</a:t>
            </a:r>
            <a:r>
              <a:rPr lang="en-US" altLang="ja-JP" sz="2400" dirty="0"/>
              <a:t>++</a:t>
            </a:r>
            <a:r>
              <a:rPr lang="ja-JP" altLang="en-US" sz="2400" dirty="0"/>
              <a:t>クラスを</a:t>
            </a:r>
            <a:r>
              <a:rPr lang="en-US" altLang="ja-JP" sz="2400" b="1" dirty="0">
                <a:solidFill>
                  <a:srgbClr val="00B050"/>
                </a:solidFill>
              </a:rPr>
              <a:t>Actor</a:t>
            </a:r>
            <a:r>
              <a:rPr lang="ja-JP" altLang="en-US" sz="2400" dirty="0"/>
              <a:t>で追加しましょう。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69A9F4E-F7D9-4097-832F-C2767AAB7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8833479" cy="38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517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ヘッダーから書きます。</a:t>
            </a:r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C5943C84-0284-4A30-84CD-5D9735AF6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906324" cy="3429479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4681ED7-E8C7-4923-BFA2-898ECD937462}"/>
              </a:ext>
            </a:extLst>
          </p:cNvPr>
          <p:cNvSpPr/>
          <p:nvPr/>
        </p:nvSpPr>
        <p:spPr>
          <a:xfrm>
            <a:off x="1443319" y="2635624"/>
            <a:ext cx="4930587" cy="19722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0073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648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CPP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0A49789-DE9E-4976-8FC6-F7EBBFBF60AF}"/>
              </a:ext>
            </a:extLst>
          </p:cNvPr>
          <p:cNvSpPr txBox="1"/>
          <p:nvPr/>
        </p:nvSpPr>
        <p:spPr>
          <a:xfrm>
            <a:off x="5141759" y="3847325"/>
            <a:ext cx="5626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summary</a:t>
            </a:r>
            <a:r>
              <a:rPr kumimoji="1" lang="ja-JP" altLang="en-US" sz="2400" dirty="0"/>
              <a:t>は「</a:t>
            </a:r>
            <a:r>
              <a:rPr kumimoji="1" lang="en-US" altLang="ja-JP" sz="2400" dirty="0"/>
              <a:t>///</a:t>
            </a:r>
            <a:r>
              <a:rPr kumimoji="1" lang="ja-JP" altLang="en-US" sz="2400" dirty="0"/>
              <a:t>」と入力すると楽です</a:t>
            </a:r>
            <a:endParaRPr kumimoji="1" lang="en-US" altLang="ja-JP" sz="2400" dirty="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B87F840D-779B-4308-B123-ADC2DE40C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4574216" cy="4376817"/>
          </a:xfrm>
          <a:prstGeom prst="rect">
            <a:avLst/>
          </a:prstGeom>
        </p:spPr>
      </p:pic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C27AE75-BB9D-4E8C-B6C5-3CD27303068E}"/>
              </a:ext>
            </a:extLst>
          </p:cNvPr>
          <p:cNvSpPr/>
          <p:nvPr/>
        </p:nvSpPr>
        <p:spPr>
          <a:xfrm>
            <a:off x="1156448" y="3586630"/>
            <a:ext cx="3985311" cy="24025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89047AA-A2E0-4A76-A81D-F689353C3AB3}"/>
              </a:ext>
            </a:extLst>
          </p:cNvPr>
          <p:cNvSpPr/>
          <p:nvPr/>
        </p:nvSpPr>
        <p:spPr>
          <a:xfrm>
            <a:off x="1471646" y="2496671"/>
            <a:ext cx="2106705" cy="9771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6041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210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コンパイルして</a:t>
            </a:r>
            <a:r>
              <a:rPr kumimoji="1" lang="en-US" altLang="ja-JP" sz="2400" dirty="0"/>
              <a:t>BP</a:t>
            </a:r>
            <a:r>
              <a:rPr kumimoji="1" lang="ja-JP" altLang="en-US" sz="2400" dirty="0"/>
              <a:t>に派生しましょう。</a:t>
            </a:r>
            <a:endParaRPr kumimoji="1" lang="en-US" altLang="ja-JP" sz="2400" dirty="0"/>
          </a:p>
          <a:p>
            <a:r>
              <a:rPr lang="en-US" altLang="ja-JP" sz="2400" dirty="0"/>
              <a:t>BP</a:t>
            </a:r>
            <a:r>
              <a:rPr lang="ja-JP" altLang="en-US" sz="2400" dirty="0"/>
              <a:t>で円柱を追加します。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EF59CBE-5667-479E-BD95-1B7A916CF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649046" cy="377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3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8689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BP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から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C++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の衝突関数を呼び出します。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イベントグラフを開きましょう。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2B526AD-8EDF-4A72-8DC4-67A885D8F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700279" cy="417892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F4F35FC0-55FB-4D87-9E8C-B583C9C747A5}"/>
              </a:ext>
            </a:extLst>
          </p:cNvPr>
          <p:cNvSpPr/>
          <p:nvPr/>
        </p:nvSpPr>
        <p:spPr>
          <a:xfrm rot="13995888">
            <a:off x="3074895" y="2347622"/>
            <a:ext cx="528917" cy="36755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173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イベントグラフは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コンポーネントごと</a:t>
            </a:r>
            <a:r>
              <a:rPr kumimoji="1" lang="ja-JP" altLang="en-US" sz="2400" dirty="0"/>
              <a:t>に、様々な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イベント処理</a:t>
            </a:r>
            <a:r>
              <a:rPr kumimoji="1" lang="ja-JP" altLang="en-US" sz="2400" dirty="0"/>
              <a:t>を</a:t>
            </a:r>
            <a:endParaRPr kumimoji="1" lang="en-US" altLang="ja-JP" sz="2400" dirty="0"/>
          </a:p>
          <a:p>
            <a:r>
              <a:rPr kumimoji="1" lang="ja-JP" altLang="en-US" sz="2400" dirty="0"/>
              <a:t>作ることができます。</a:t>
            </a:r>
            <a:r>
              <a:rPr lang="ja-JP" altLang="en-US" sz="2400" dirty="0"/>
              <a:t>画面右側にイベントの種類があります。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D38F612-57F0-489A-914F-01FB5F136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1059682" cy="408038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6E912C4-C67A-4B62-B197-0CBACA9F1239}"/>
              </a:ext>
            </a:extLst>
          </p:cNvPr>
          <p:cNvSpPr txBox="1"/>
          <p:nvPr/>
        </p:nvSpPr>
        <p:spPr>
          <a:xfrm>
            <a:off x="746836" y="2967335"/>
            <a:ext cx="481253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当たり判定のある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Cylinder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を選択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F04CB29-D38C-4A4D-BA23-D1FCA70E2B74}"/>
              </a:ext>
            </a:extLst>
          </p:cNvPr>
          <p:cNvSpPr txBox="1"/>
          <p:nvPr/>
        </p:nvSpPr>
        <p:spPr>
          <a:xfrm>
            <a:off x="9012295" y="2953888"/>
            <a:ext cx="233910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↓全てイベント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486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66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通り抜け当たり判定の衝突</a:t>
            </a:r>
            <a:r>
              <a:rPr kumimoji="1" lang="ja-JP" altLang="en-US" sz="2400" dirty="0"/>
              <a:t>は「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On Component Begin Overlap</a:t>
            </a:r>
            <a:r>
              <a:rPr kumimoji="1" lang="ja-JP" altLang="en-US" sz="2400" dirty="0"/>
              <a:t>」です。</a:t>
            </a:r>
            <a:endParaRPr kumimoji="1" lang="en-US" altLang="ja-JP" sz="2400" dirty="0"/>
          </a:p>
          <a:p>
            <a:r>
              <a:rPr lang="ja-JP" altLang="en-US" sz="2400" dirty="0"/>
              <a:t>右側の＋ボタンを押してみましょう。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3184734-0FF6-4F87-AA58-FCEAACBF1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361429" cy="3747509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79744724-A9DE-483A-B49D-6597C4BE0C18}"/>
              </a:ext>
            </a:extLst>
          </p:cNvPr>
          <p:cNvSpPr/>
          <p:nvPr/>
        </p:nvSpPr>
        <p:spPr>
          <a:xfrm rot="13995888">
            <a:off x="2214284" y="3172375"/>
            <a:ext cx="528917" cy="36755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6751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724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イベントのノードが追加されます。</a:t>
            </a:r>
            <a:endParaRPr kumimoji="1" lang="en-US" altLang="ja-JP" sz="2400" dirty="0"/>
          </a:p>
          <a:p>
            <a:r>
              <a:rPr lang="ja-JP" altLang="en-US" sz="2400" dirty="0"/>
              <a:t>ここから</a:t>
            </a:r>
            <a:r>
              <a:rPr lang="en-US" altLang="ja-JP" sz="2400" dirty="0"/>
              <a:t>C++</a:t>
            </a:r>
            <a:r>
              <a:rPr lang="ja-JP" altLang="en-US" sz="2400" dirty="0"/>
              <a:t>の衝突関数を呼び出します。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5371C50-7049-47F6-BE4B-22544732F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85" y="2187126"/>
            <a:ext cx="4921025" cy="378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464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162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空いている箇所を右クリックして、</a:t>
            </a:r>
            <a:endParaRPr kumimoji="1" lang="en-US" altLang="ja-JP" sz="2400" dirty="0"/>
          </a:p>
          <a:p>
            <a:r>
              <a:rPr lang="ja-JP" altLang="en-US" sz="2400" dirty="0"/>
              <a:t>自作した</a:t>
            </a:r>
            <a:r>
              <a:rPr lang="en-US" altLang="ja-JP" sz="2400" b="1" dirty="0" err="1">
                <a:solidFill>
                  <a:srgbClr val="0070C0"/>
                </a:solidFill>
              </a:rPr>
              <a:t>BeginOverlap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を選択しましょう。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215AFA3-E70B-43CD-A5BB-3259EB8D9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924848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89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631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ノード同士を線で繋ぎます。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また、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OtherActor</a:t>
            </a:r>
            <a:r>
              <a:rPr kumimoji="1" lang="ja-JP" altLang="en-US" sz="2400" dirty="0"/>
              <a:t>を引数として繋いで渡します。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FF68303-CD9D-4785-B9D2-009B41924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605842" cy="371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706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7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最後に敵の</a:t>
            </a:r>
            <a:r>
              <a:rPr kumimoji="1" lang="en-US" altLang="ja-JP" sz="2400" dirty="0"/>
              <a:t>HP</a:t>
            </a:r>
            <a:r>
              <a:rPr kumimoji="1" lang="ja-JP" altLang="en-US" sz="2400" dirty="0"/>
              <a:t>を設定して動作確認しましょう。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D0938F9-DF34-4913-A37D-E79392A70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918132" cy="203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207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  <a:r>
              <a:rPr lang="en-US" altLang="ja-JP" sz="3200" b="1" u="sng" dirty="0"/>
              <a:t> </a:t>
            </a:r>
            <a:r>
              <a:rPr lang="ja-JP" altLang="en-US" sz="3200" b="1" u="sng" dirty="0"/>
              <a:t>練習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839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B050"/>
                </a:solidFill>
              </a:rPr>
              <a:t>NormalBullet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クラス</a:t>
            </a:r>
            <a:r>
              <a:rPr kumimoji="1" lang="ja-JP" altLang="en-US" sz="2400" dirty="0"/>
              <a:t>にも衝突処理を追加して、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敵にヒットしたら削除</a:t>
            </a:r>
            <a:r>
              <a:rPr lang="ja-JP" altLang="en-US" sz="2400" dirty="0"/>
              <a:t>するように作りましょう。</a:t>
            </a:r>
            <a:endParaRPr kumimoji="1"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F6F969E-1BCE-4A3C-8A0A-50EB302FC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4506185" cy="4178920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6269B07-FA66-4904-A799-03F0D32A00FE}"/>
              </a:ext>
            </a:extLst>
          </p:cNvPr>
          <p:cNvSpPr/>
          <p:nvPr/>
        </p:nvSpPr>
        <p:spPr>
          <a:xfrm>
            <a:off x="1156447" y="4536141"/>
            <a:ext cx="2976282" cy="564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9746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  <a:r>
              <a:rPr lang="en-US" altLang="ja-JP" sz="3200" b="1" u="sng" dirty="0"/>
              <a:t> </a:t>
            </a:r>
            <a:r>
              <a:rPr lang="ja-JP" altLang="en-US" sz="3200" b="1" u="sng" dirty="0"/>
              <a:t>補足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907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BP</a:t>
            </a:r>
            <a:r>
              <a:rPr kumimoji="1" lang="ja-JP" altLang="en-US" sz="2400" dirty="0"/>
              <a:t>から</a:t>
            </a:r>
            <a:r>
              <a:rPr kumimoji="1" lang="en-US" altLang="ja-JP" sz="2400" dirty="0"/>
              <a:t>C++</a:t>
            </a:r>
            <a:r>
              <a:rPr kumimoji="1" lang="ja-JP" altLang="en-US" sz="2400" dirty="0"/>
              <a:t>の関数を呼ぶには、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BlueprintCallable</a:t>
            </a:r>
            <a:r>
              <a:rPr kumimoji="1" lang="ja-JP" altLang="en-US" sz="2400" dirty="0"/>
              <a:t>を使用します。</a:t>
            </a:r>
            <a:endParaRPr kumimoji="1" lang="en-US" altLang="ja-JP" sz="2400" dirty="0"/>
          </a:p>
          <a:p>
            <a:r>
              <a:rPr lang="ja-JP" altLang="en-US" sz="2400" dirty="0"/>
              <a:t>イベントごとに処理をしたい時などに有効です。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95638C5-2076-4CE7-826F-3FC8C8280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8180805" cy="1067062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77932EA-41F5-435D-98C5-B88AFF447F3C}"/>
              </a:ext>
            </a:extLst>
          </p:cNvPr>
          <p:cNvSpPr txBox="1"/>
          <p:nvPr/>
        </p:nvSpPr>
        <p:spPr>
          <a:xfrm>
            <a:off x="567541" y="3603813"/>
            <a:ext cx="82910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今回は練習のため衝突処理の入り口を</a:t>
            </a:r>
            <a:r>
              <a:rPr kumimoji="1" lang="en-US" altLang="ja-JP" sz="2400" dirty="0"/>
              <a:t>BP</a:t>
            </a:r>
            <a:r>
              <a:rPr kumimoji="1" lang="ja-JP" altLang="en-US" sz="2400" dirty="0"/>
              <a:t>で作りましたが、</a:t>
            </a:r>
            <a:endParaRPr kumimoji="1" lang="en-US" altLang="ja-JP" sz="2400" dirty="0"/>
          </a:p>
          <a:p>
            <a:r>
              <a:rPr lang="ja-JP" altLang="en-US" sz="2400" dirty="0"/>
              <a:t>実際は全部</a:t>
            </a:r>
            <a:r>
              <a:rPr lang="en-US" altLang="ja-JP" sz="2400" dirty="0"/>
              <a:t>C</a:t>
            </a:r>
            <a:r>
              <a:rPr lang="ja-JP" altLang="en-US" sz="2400" dirty="0"/>
              <a:t>＋＋側で実装します。</a:t>
            </a:r>
            <a:endParaRPr lang="en-US" altLang="ja-JP" sz="2400" dirty="0"/>
          </a:p>
          <a:p>
            <a:r>
              <a:rPr kumimoji="1" lang="ja-JP" altLang="en-US" sz="2400" dirty="0"/>
              <a:t>興味のある方は調べてみましょう。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52243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303</Words>
  <Application>Microsoft Office PowerPoint</Application>
  <PresentationFormat>ワイド画面</PresentationFormat>
  <Paragraphs>43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63</cp:revision>
  <dcterms:created xsi:type="dcterms:W3CDTF">2024-08-27T02:15:54Z</dcterms:created>
  <dcterms:modified xsi:type="dcterms:W3CDTF">2026-03-26T02:22:11Z</dcterms:modified>
</cp:coreProperties>
</file>