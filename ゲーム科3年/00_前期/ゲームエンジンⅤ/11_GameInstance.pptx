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6" r:id="rId14"/>
    <p:sldId id="268" r:id="rId15"/>
    <p:sldId id="270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ゲーム起動中に常に存在する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GameInstance</a:t>
            </a:r>
            <a:r>
              <a:rPr kumimoji="1" lang="ja-JP" altLang="en-US" sz="2400" dirty="0"/>
              <a:t>があります。</a:t>
            </a:r>
            <a:endParaRPr kumimoji="1" lang="en-US" altLang="ja-JP" sz="2400" dirty="0"/>
          </a:p>
          <a:p>
            <a:r>
              <a:rPr lang="ja-JP" altLang="en-US" sz="2400" dirty="0"/>
              <a:t>レベルごとに必要なマネージャークラスを制御することができます。</a:t>
            </a:r>
            <a:endParaRPr kumimoji="1"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6C67CFA-5FE1-4807-AAF9-059F71139DF0}"/>
              </a:ext>
            </a:extLst>
          </p:cNvPr>
          <p:cNvSpPr/>
          <p:nvPr/>
        </p:nvSpPr>
        <p:spPr>
          <a:xfrm>
            <a:off x="1078531" y="3119170"/>
            <a:ext cx="2892834" cy="2850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GameInstance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BulletManager</a:t>
            </a:r>
            <a:endParaRPr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EnemyManager</a:t>
            </a:r>
            <a:endParaRPr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SoundManager</a:t>
            </a:r>
            <a:endParaRPr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UIManager</a:t>
            </a:r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9DEB38-6D4F-4AC5-8CB8-AC905232C8BF}"/>
              </a:ext>
            </a:extLst>
          </p:cNvPr>
          <p:cNvSpPr txBox="1"/>
          <p:nvPr/>
        </p:nvSpPr>
        <p:spPr>
          <a:xfrm>
            <a:off x="567542" y="2573287"/>
            <a:ext cx="4163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プレイ画面の</a:t>
            </a:r>
            <a:r>
              <a:rPr kumimoji="1" lang="en-US" altLang="ja-JP" sz="2400" dirty="0"/>
              <a:t>Game Instance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BFD2F3D-CEFF-4DC1-AA27-B579602541D3}"/>
              </a:ext>
            </a:extLst>
          </p:cNvPr>
          <p:cNvSpPr/>
          <p:nvPr/>
        </p:nvSpPr>
        <p:spPr>
          <a:xfrm>
            <a:off x="6219542" y="3119170"/>
            <a:ext cx="2892834" cy="2850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GameInstance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>
                <a:solidFill>
                  <a:schemeClr val="bg2">
                    <a:lumMod val="75000"/>
                  </a:schemeClr>
                </a:solidFill>
              </a:rPr>
              <a:t>BulletManager</a:t>
            </a:r>
            <a:endParaRPr lang="en-US" altLang="ja-JP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>
                <a:solidFill>
                  <a:schemeClr val="bg2">
                    <a:lumMod val="75000"/>
                  </a:schemeClr>
                </a:solidFill>
              </a:rPr>
              <a:t>EnemyManager</a:t>
            </a:r>
            <a:endParaRPr lang="en-US" altLang="ja-JP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SoundManager</a:t>
            </a:r>
            <a:endParaRPr lang="en-US" altLang="ja-JP" dirty="0"/>
          </a:p>
          <a:p>
            <a:pPr algn="ctr"/>
            <a:r>
              <a:rPr lang="ja-JP" altLang="en-US" dirty="0"/>
              <a:t>・</a:t>
            </a:r>
            <a:r>
              <a:rPr lang="en-US" altLang="ja-JP" dirty="0" err="1"/>
              <a:t>UIManager</a:t>
            </a:r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14D1B88-49D0-4E2E-8803-33C1972808CE}"/>
              </a:ext>
            </a:extLst>
          </p:cNvPr>
          <p:cNvSpPr txBox="1"/>
          <p:nvPr/>
        </p:nvSpPr>
        <p:spPr>
          <a:xfrm>
            <a:off x="5430411" y="2579811"/>
            <a:ext cx="4471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タイトル画面の</a:t>
            </a:r>
            <a:r>
              <a:rPr kumimoji="1" lang="en-US" altLang="ja-JP" sz="2400" dirty="0"/>
              <a:t>Game Instance</a:t>
            </a: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08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GameInstance</a:t>
            </a:r>
            <a:r>
              <a:rPr lang="ja-JP" altLang="en-US" sz="2400" dirty="0"/>
              <a:t>を親に選択して</a:t>
            </a:r>
            <a:r>
              <a:rPr lang="en-US" altLang="ja-JP" sz="2400" dirty="0"/>
              <a:t>C++</a:t>
            </a:r>
            <a:r>
              <a:rPr lang="ja-JP" altLang="en-US" sz="2400" dirty="0"/>
              <a:t>クラスを作ります。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D888058-50D2-4084-A2D5-C7302F5FB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09023" cy="3881042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A99BF18-8F4B-4103-8E8C-819E7C6C8984}"/>
              </a:ext>
            </a:extLst>
          </p:cNvPr>
          <p:cNvSpPr txBox="1"/>
          <p:nvPr/>
        </p:nvSpPr>
        <p:spPr>
          <a:xfrm>
            <a:off x="567542" y="5838536"/>
            <a:ext cx="6054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ファイル名は「</a:t>
            </a:r>
            <a:r>
              <a:rPr lang="en-US" altLang="ja-JP" sz="2400" b="1" dirty="0" err="1">
                <a:solidFill>
                  <a:srgbClr val="00B050"/>
                </a:solidFill>
              </a:rPr>
              <a:t>MainGameInsatance</a:t>
            </a:r>
            <a:r>
              <a:rPr lang="ja-JP" altLang="en-US" sz="2400" dirty="0"/>
              <a:t>」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97077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29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MainGameInstance.h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4288ED0-BDA9-4165-8931-700213762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891093" cy="439307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D3780DB-8AFB-42EC-B6AD-6A5B7AA0B674}"/>
              </a:ext>
            </a:extLst>
          </p:cNvPr>
          <p:cNvSpPr/>
          <p:nvPr/>
        </p:nvSpPr>
        <p:spPr>
          <a:xfrm>
            <a:off x="1326776" y="2770094"/>
            <a:ext cx="1936377" cy="3765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F5FB8D1-8D13-4B19-AF17-4F6D83174764}"/>
              </a:ext>
            </a:extLst>
          </p:cNvPr>
          <p:cNvSpPr/>
          <p:nvPr/>
        </p:nvSpPr>
        <p:spPr>
          <a:xfrm>
            <a:off x="1326776" y="4562945"/>
            <a:ext cx="6033248" cy="16479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952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86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MainGameInstance.cpp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5B92319-A253-40DD-8FD0-B4AC505F7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72411" cy="455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170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764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プロジェクト設定から今回作った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MainGameInstance</a:t>
            </a:r>
            <a:r>
              <a:rPr kumimoji="1" lang="ja-JP" altLang="en-US" sz="2400" dirty="0"/>
              <a:t>を設定します。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31E96C3-F4A8-4092-AB53-93EFA6CA6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738898" cy="3578959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3E8DA896-952B-41E1-9602-3C871376DA52}"/>
              </a:ext>
            </a:extLst>
          </p:cNvPr>
          <p:cNvSpPr/>
          <p:nvPr/>
        </p:nvSpPr>
        <p:spPr>
          <a:xfrm rot="13272617">
            <a:off x="8014448" y="3639671"/>
            <a:ext cx="484094" cy="33169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61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11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90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Uobject</a:t>
            </a:r>
            <a:r>
              <a:rPr kumimoji="1" lang="ja-JP" altLang="en-US" sz="2400" dirty="0"/>
              <a:t>を継承したクラスを生成するには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NewObject</a:t>
            </a:r>
            <a:r>
              <a:rPr kumimoji="1" lang="ja-JP" altLang="en-US" sz="2400" dirty="0"/>
              <a:t>を使います。</a:t>
            </a:r>
            <a:endParaRPr kumimoji="1" lang="en-US" altLang="ja-JP" sz="2400" dirty="0"/>
          </a:p>
          <a:p>
            <a:r>
              <a:rPr lang="ja-JP" altLang="en-US" sz="2400" dirty="0"/>
              <a:t>これでメモリ管理を</a:t>
            </a:r>
            <a:r>
              <a:rPr lang="en-US" altLang="ja-JP" sz="2400" dirty="0"/>
              <a:t>UE</a:t>
            </a:r>
            <a:r>
              <a:rPr lang="ja-JP" altLang="en-US" sz="2400" dirty="0"/>
              <a:t>に委ねられます。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C95EFF6-A14F-4A01-9FA1-0EAC3589B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010811" cy="93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11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130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Uobject</a:t>
            </a:r>
            <a:r>
              <a:rPr kumimoji="1" lang="ja-JP" altLang="en-US" sz="2400" dirty="0"/>
              <a:t>や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Aactor</a:t>
            </a:r>
            <a:r>
              <a:rPr kumimoji="1" lang="ja-JP" altLang="en-US" sz="2400" dirty="0"/>
              <a:t>など</a:t>
            </a:r>
            <a:r>
              <a:rPr kumimoji="1" lang="en-US" altLang="ja-JP" sz="2400" dirty="0"/>
              <a:t>UE</a:t>
            </a:r>
            <a:r>
              <a:rPr kumimoji="1" lang="ja-JP" altLang="en-US" sz="2400" dirty="0"/>
              <a:t>のクラスを継承したオブジェクトは、</a:t>
            </a:r>
            <a:endParaRPr kumimoji="1" lang="en-US" altLang="ja-JP" sz="2400" dirty="0"/>
          </a:p>
          <a:p>
            <a:r>
              <a:rPr lang="ja-JP" altLang="en-US" sz="2400" dirty="0"/>
              <a:t>全てガベージコレクションの対象となります。</a:t>
            </a:r>
            <a:endParaRPr lang="en-US" altLang="ja-JP" sz="2400" dirty="0"/>
          </a:p>
          <a:p>
            <a:r>
              <a:rPr kumimoji="1" lang="ja-JP" altLang="en-US" sz="2400" dirty="0"/>
              <a:t>つまり、参照がなくなれば自動的に削除されます。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7111B36-92FC-4897-AB49-4F0407F9F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755006" cy="153144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3CEB78-C9CC-4D15-8ADA-B6CC98645279}"/>
              </a:ext>
            </a:extLst>
          </p:cNvPr>
          <p:cNvSpPr txBox="1"/>
          <p:nvPr/>
        </p:nvSpPr>
        <p:spPr>
          <a:xfrm>
            <a:off x="567541" y="4227606"/>
            <a:ext cx="1045190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lang="ja-JP" altLang="en-US" sz="2400" dirty="0"/>
              <a:t>、</a:t>
            </a:r>
            <a:r>
              <a:rPr kumimoji="1" lang="en-US" altLang="ja-JP" sz="2400" dirty="0"/>
              <a:t>C#</a:t>
            </a:r>
            <a:r>
              <a:rPr kumimoji="1" lang="ja-JP" altLang="en-US" sz="2400" dirty="0"/>
              <a:t>と同じ感じです。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※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注意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UE</a:t>
            </a:r>
            <a:r>
              <a:rPr lang="ja-JP" altLang="en-US" sz="2400" dirty="0"/>
              <a:t>のクラスを継承していない自作のクラスは</a:t>
            </a:r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が必要です。</a:t>
            </a:r>
            <a:endParaRPr lang="en-US" altLang="ja-JP" sz="2400" dirty="0"/>
          </a:p>
          <a:p>
            <a:r>
              <a:rPr kumimoji="1" lang="ja-JP" altLang="en-US" sz="2400" dirty="0"/>
              <a:t>スマートポインタを使うのもありです。（その場合は</a:t>
            </a:r>
            <a:r>
              <a:rPr kumimoji="1" lang="en-US" altLang="ja-JP" sz="2400" dirty="0"/>
              <a:t>UE</a:t>
            </a:r>
            <a:r>
              <a:rPr kumimoji="1" lang="ja-JP" altLang="en-US" sz="2400" dirty="0"/>
              <a:t>専用のものあり）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03912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879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あとはレベルに対する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Actor</a:t>
            </a:r>
            <a:r>
              <a:rPr kumimoji="1" lang="ja-JP" altLang="en-US" sz="2400" dirty="0"/>
              <a:t>を作成し、</a:t>
            </a:r>
            <a:r>
              <a:rPr lang="ja-JP" altLang="en-US" sz="2400" dirty="0"/>
              <a:t>そこで</a:t>
            </a:r>
            <a:r>
              <a:rPr lang="en-US" altLang="ja-JP" sz="2400" b="1" dirty="0" err="1">
                <a:solidFill>
                  <a:srgbClr val="00B050"/>
                </a:solidFill>
              </a:rPr>
              <a:t>BulletManager</a:t>
            </a:r>
            <a:r>
              <a:rPr lang="ja-JP" altLang="en-US" sz="2400" dirty="0"/>
              <a:t>を生成します。</a:t>
            </a:r>
            <a:endParaRPr lang="en-US" altLang="ja-JP" sz="2400" dirty="0"/>
          </a:p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DebugLevel</a:t>
            </a:r>
            <a:r>
              <a:rPr kumimoji="1" lang="ja-JP" altLang="en-US" sz="2400" dirty="0"/>
              <a:t>用の</a:t>
            </a:r>
            <a:r>
              <a:rPr kumimoji="1" lang="en-US" altLang="ja-JP" sz="2400" dirty="0"/>
              <a:t>C++</a:t>
            </a:r>
            <a:r>
              <a:rPr kumimoji="1" lang="ja-JP" altLang="en-US" sz="2400" dirty="0"/>
              <a:t>クラスを作成して、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BP</a:t>
            </a:r>
            <a:r>
              <a:rPr lang="ja-JP" altLang="en-US" sz="2400" dirty="0"/>
              <a:t>に派生します。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9268ED4-33C0-4629-BB8D-96EE1FA73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6380105" cy="21621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044EACE-1C14-4320-8181-8EF8E9722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3" y="4565932"/>
            <a:ext cx="5680858" cy="213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9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94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ActorDebugLevel.h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BD44B8B-C6EE-4505-B659-4CADFFE0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460787" cy="438153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CC9F09C-B1F5-485B-86D1-C35D467DD88E}"/>
              </a:ext>
            </a:extLst>
          </p:cNvPr>
          <p:cNvSpPr/>
          <p:nvPr/>
        </p:nvSpPr>
        <p:spPr>
          <a:xfrm>
            <a:off x="1568824" y="4679576"/>
            <a:ext cx="5441576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8828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51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ActorDebugLevel.cpp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2F8869C-179A-4827-81B4-226A76A4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7284721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26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プレイヤーの弾丸発射処理を書き換えます。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899FC8A-7B16-40B2-A632-A43DD6856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059539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8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10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コンパイルして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BP_ActorDebugLevel</a:t>
            </a:r>
            <a:r>
              <a:rPr kumimoji="1" lang="ja-JP" altLang="en-US" sz="2400" dirty="0"/>
              <a:t>をレベルに配置しましょう。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FAD7B3B-389D-4CF9-9B57-857147567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867559" cy="4548252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E6E6BB87-A5C3-4867-98C4-A1D114F7DC30}"/>
              </a:ext>
            </a:extLst>
          </p:cNvPr>
          <p:cNvCxnSpPr/>
          <p:nvPr/>
        </p:nvCxnSpPr>
        <p:spPr>
          <a:xfrm flipV="1">
            <a:off x="1093694" y="3074894"/>
            <a:ext cx="4760259" cy="25666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84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73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これまで通りに弾丸が使えるか、動作確認しましょう。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457573F-BF34-44A8-B9AA-BD594508A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725589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11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323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GameInstance</a:t>
            </a:r>
            <a:r>
              <a:rPr kumimoji="1" lang="ja-JP" altLang="en-US" sz="2400" dirty="0"/>
              <a:t>は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GetGameInstance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で取得できます。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プロジェクト設定で設定している</a:t>
            </a:r>
            <a:r>
              <a:rPr lang="en-US" altLang="ja-JP" sz="2400" b="1" dirty="0" err="1">
                <a:solidFill>
                  <a:srgbClr val="FF0000"/>
                </a:solidFill>
              </a:rPr>
              <a:t>GameInstance</a:t>
            </a:r>
            <a:r>
              <a:rPr lang="ja-JP" altLang="en-US" sz="2400" b="1" dirty="0">
                <a:solidFill>
                  <a:srgbClr val="FF0000"/>
                </a:solidFill>
              </a:rPr>
              <a:t>を取得</a:t>
            </a:r>
            <a:r>
              <a:rPr lang="ja-JP" altLang="en-US" sz="2400" dirty="0"/>
              <a:t>できます。</a:t>
            </a:r>
            <a:endParaRPr lang="en-US" altLang="ja-JP" sz="2400" dirty="0"/>
          </a:p>
          <a:p>
            <a:r>
              <a:rPr kumimoji="1" lang="ja-JP" altLang="en-US" sz="2400" dirty="0"/>
              <a:t>自作した場合は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Cast</a:t>
            </a:r>
            <a:r>
              <a:rPr kumimoji="1" lang="ja-JP" altLang="en-US" sz="2400" dirty="0"/>
              <a:t>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71BA188-1CF8-405A-8CD5-816DD9954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9767562" cy="102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92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21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 err="1"/>
              <a:t>GameInstance</a:t>
            </a:r>
            <a:r>
              <a:rPr kumimoji="1" lang="en-US" altLang="ja-JP" sz="3200" b="1" u="sng" dirty="0"/>
              <a:t> </a:t>
            </a:r>
            <a:r>
              <a:rPr kumimoji="1" lang="ja-JP" altLang="en-US" sz="3200" b="1" u="sng" dirty="0"/>
              <a:t>まとめ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設計をまとめると以下の通りです。</a:t>
            </a:r>
            <a:endParaRPr kumimoji="1"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319200B-595D-41F4-8A67-E7D9222F3EFB}"/>
              </a:ext>
            </a:extLst>
          </p:cNvPr>
          <p:cNvSpPr/>
          <p:nvPr/>
        </p:nvSpPr>
        <p:spPr>
          <a:xfrm>
            <a:off x="567542" y="1817794"/>
            <a:ext cx="3290048" cy="1452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/>
              <a:t>Main </a:t>
            </a:r>
            <a:r>
              <a:rPr kumimoji="1" lang="en-US" altLang="ja-JP" sz="1400" b="1" dirty="0"/>
              <a:t>Game Instance</a:t>
            </a:r>
          </a:p>
          <a:p>
            <a:pPr algn="ctr"/>
            <a:endParaRPr lang="en-US" altLang="ja-JP" sz="1400" dirty="0"/>
          </a:p>
          <a:p>
            <a:pPr algn="ctr"/>
            <a:r>
              <a:rPr lang="ja-JP" altLang="en-US" sz="1400" dirty="0"/>
              <a:t>ゲーム中に常に存在する。</a:t>
            </a:r>
            <a:endParaRPr lang="en-US" altLang="ja-JP" sz="1400" dirty="0"/>
          </a:p>
          <a:p>
            <a:pPr algn="ctr"/>
            <a:r>
              <a:rPr lang="ja-JP" altLang="en-US" sz="1400" dirty="0"/>
              <a:t>マネージャークラスすべてを管理する。</a:t>
            </a:r>
            <a:endParaRPr lang="en-US" altLang="ja-JP" sz="14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492CDB3-8567-43CE-80D9-375E6DDEBE1B}"/>
              </a:ext>
            </a:extLst>
          </p:cNvPr>
          <p:cNvSpPr/>
          <p:nvPr/>
        </p:nvSpPr>
        <p:spPr>
          <a:xfrm>
            <a:off x="567542" y="3652858"/>
            <a:ext cx="3290048" cy="1452283"/>
          </a:xfrm>
          <a:prstGeom prst="rect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/>
              <a:t>〇〇</a:t>
            </a:r>
            <a:r>
              <a:rPr lang="en-US" altLang="ja-JP" sz="1400" b="1" dirty="0"/>
              <a:t> Level</a:t>
            </a:r>
            <a:endParaRPr kumimoji="1" lang="en-US" altLang="ja-JP" sz="1400" b="1" dirty="0"/>
          </a:p>
          <a:p>
            <a:pPr algn="ctr"/>
            <a:endParaRPr lang="en-US" altLang="ja-JP" sz="1400" dirty="0"/>
          </a:p>
          <a:p>
            <a:pPr algn="ctr"/>
            <a:r>
              <a:rPr lang="ja-JP" altLang="en-US" sz="1400" dirty="0"/>
              <a:t>〇〇レベルに必要な</a:t>
            </a:r>
            <a:endParaRPr lang="en-US" altLang="ja-JP" sz="1400" dirty="0"/>
          </a:p>
          <a:p>
            <a:pPr algn="ctr"/>
            <a:r>
              <a:rPr lang="ja-JP" altLang="en-US" sz="1400" dirty="0"/>
              <a:t>処理をするクラス</a:t>
            </a:r>
            <a:endParaRPr lang="en-US" altLang="ja-JP" sz="1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0063EF-5065-4DD5-8987-FC76E492C588}"/>
              </a:ext>
            </a:extLst>
          </p:cNvPr>
          <p:cNvSpPr txBox="1"/>
          <p:nvPr/>
        </p:nvSpPr>
        <p:spPr>
          <a:xfrm>
            <a:off x="3857590" y="2313102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ここにゲームで使うマネージャークラスを全部書く。</a:t>
            </a:r>
            <a:endParaRPr kumimoji="1"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00B70A-C37F-43DB-AAA5-D3A17994565D}"/>
              </a:ext>
            </a:extLst>
          </p:cNvPr>
          <p:cNvSpPr txBox="1"/>
          <p:nvPr/>
        </p:nvSpPr>
        <p:spPr>
          <a:xfrm>
            <a:off x="3857590" y="399859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レベルに必要なマネージャークラスを生成する。</a:t>
            </a:r>
            <a:endParaRPr kumimoji="1" lang="en-US" altLang="ja-JP" sz="2400" dirty="0"/>
          </a:p>
          <a:p>
            <a:r>
              <a:rPr lang="ja-JP" altLang="en-US" sz="2400" dirty="0"/>
              <a:t>レベルが終わったら不要なものを削除する。</a:t>
            </a:r>
            <a:endParaRPr kumimoji="1"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645005-CD67-4FE1-96EF-FD8979064760}"/>
              </a:ext>
            </a:extLst>
          </p:cNvPr>
          <p:cNvSpPr txBox="1"/>
          <p:nvPr/>
        </p:nvSpPr>
        <p:spPr>
          <a:xfrm>
            <a:off x="567541" y="5327285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この設計を覚えていれば、効率よくゲーム制作ができます。</a:t>
            </a:r>
            <a:endParaRPr kumimoji="1" lang="en-US" altLang="ja-JP" sz="2400" dirty="0"/>
          </a:p>
          <a:p>
            <a:r>
              <a:rPr lang="ja-JP" altLang="en-US" sz="2400" dirty="0"/>
              <a:t>あとは制作を通して慣れていきましょう。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66899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398</Words>
  <Application>Microsoft Office PowerPoint</Application>
  <PresentationFormat>ワイド画面</PresentationFormat>
  <Paragraphs>72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72</cp:revision>
  <dcterms:created xsi:type="dcterms:W3CDTF">2024-08-27T02:15:54Z</dcterms:created>
  <dcterms:modified xsi:type="dcterms:W3CDTF">2025-11-07T03:36:37Z</dcterms:modified>
</cp:coreProperties>
</file>