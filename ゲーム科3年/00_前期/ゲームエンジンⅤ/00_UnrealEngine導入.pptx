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nrealengine.com/ja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704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UnrealEngine</a:t>
            </a:r>
            <a:r>
              <a:rPr kumimoji="1" lang="ja-JP" altLang="en-US" sz="3200" b="1" u="sng" dirty="0"/>
              <a:t>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Unreal Engine</a:t>
            </a:r>
            <a:r>
              <a:rPr kumimoji="1" lang="ja-JP" altLang="en-US" sz="2400" dirty="0"/>
              <a:t>とはゲーム制作をサポートするゲームエンジンになります。</a:t>
            </a:r>
            <a:endParaRPr kumimoji="1" lang="en-US" altLang="ja-JP" sz="2400" dirty="0"/>
          </a:p>
          <a:p>
            <a:r>
              <a:rPr lang="ja-JP" altLang="en-US" sz="2400" dirty="0"/>
              <a:t>サポートは非常にハイレベルで、</a:t>
            </a:r>
            <a:endParaRPr kumimoji="1" lang="en-US" altLang="ja-JP" sz="2400" dirty="0"/>
          </a:p>
          <a:p>
            <a:r>
              <a:rPr lang="ja-JP" altLang="en-US" sz="2400" dirty="0"/>
              <a:t>クオリティの高いレンダリング、ブループリントによるコードレスな実装、</a:t>
            </a:r>
            <a:endParaRPr lang="en-US" altLang="ja-JP" sz="2400" dirty="0"/>
          </a:p>
          <a:p>
            <a:r>
              <a:rPr lang="en-US" altLang="ja-JP" sz="2400" dirty="0"/>
              <a:t>C++</a:t>
            </a:r>
            <a:r>
              <a:rPr lang="ja-JP" altLang="en-US" sz="2400" dirty="0"/>
              <a:t>による高速な処理が特徴です。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最近では特に家庭用ゲーム向けソフトによく使用されます。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■</a:t>
            </a:r>
            <a:r>
              <a:rPr kumimoji="1" lang="en-US" altLang="ja-JP" sz="2400" dirty="0"/>
              <a:t>Unreal Engine </a:t>
            </a:r>
            <a:r>
              <a:rPr kumimoji="1" lang="ja-JP" altLang="en-US" sz="2400" dirty="0"/>
              <a:t>ホームページ</a:t>
            </a:r>
            <a:endParaRPr kumimoji="1" lang="en-US" altLang="ja-JP" sz="2400" dirty="0"/>
          </a:p>
          <a:p>
            <a:r>
              <a:rPr lang="ja-JP" altLang="en-US" sz="2400" dirty="0">
                <a:hlinkClick r:id="rId2"/>
              </a:rPr>
              <a:t>最も強力なリアルタイム </a:t>
            </a:r>
            <a:r>
              <a:rPr lang="en-US" altLang="ja-JP" sz="2400" dirty="0">
                <a:hlinkClick r:id="rId2"/>
              </a:rPr>
              <a:t>3D </a:t>
            </a:r>
            <a:r>
              <a:rPr lang="ja-JP" altLang="en-US" sz="2400" dirty="0">
                <a:hlinkClick r:id="rId2"/>
              </a:rPr>
              <a:t>制作プラットフォーム </a:t>
            </a:r>
            <a:r>
              <a:rPr lang="en-US" altLang="ja-JP" sz="2400" dirty="0">
                <a:hlinkClick r:id="rId2"/>
              </a:rPr>
              <a:t>- Unreal Engine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2840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UnrealEngine</a:t>
            </a:r>
            <a:r>
              <a:rPr kumimoji="1" lang="ja-JP" altLang="en-US" sz="3200" b="1" u="sng" dirty="0"/>
              <a:t>導入 インストール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3255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Unreal Engine</a:t>
            </a:r>
            <a:r>
              <a:rPr lang="ja-JP" altLang="en-US" sz="2400" dirty="0"/>
              <a:t>のインストールは</a:t>
            </a:r>
            <a:r>
              <a:rPr lang="en-US" altLang="ja-JP" sz="2400" b="1" dirty="0">
                <a:solidFill>
                  <a:srgbClr val="FF0000"/>
                </a:solidFill>
              </a:rPr>
              <a:t>Visual Studio Installer</a:t>
            </a:r>
            <a:r>
              <a:rPr lang="ja-JP" altLang="en-US" sz="2400" dirty="0"/>
              <a:t>から行うのが確実です。</a:t>
            </a:r>
            <a:endParaRPr lang="en-US" altLang="ja-JP" sz="2400" dirty="0"/>
          </a:p>
          <a:p>
            <a:r>
              <a:rPr lang="en-US" altLang="ja-JP" sz="2400" dirty="0"/>
              <a:t>Visual Studio Installer</a:t>
            </a:r>
            <a:r>
              <a:rPr lang="ja-JP" altLang="en-US" sz="2400" dirty="0"/>
              <a:t>を開きましょう。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5412706-EE19-4D74-9178-C3666CB72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7769634" cy="425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552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2840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UnrealEngine</a:t>
            </a:r>
            <a:r>
              <a:rPr kumimoji="1" lang="ja-JP" altLang="en-US" sz="3200" b="1" u="sng" dirty="0"/>
              <a:t>導入 インストール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7214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C++</a:t>
            </a:r>
            <a:r>
              <a:rPr kumimoji="1" lang="ja-JP" altLang="en-US" sz="2400" dirty="0"/>
              <a:t>によるゲーム開発を選択し、</a:t>
            </a:r>
            <a:endParaRPr kumimoji="1" lang="en-US" altLang="ja-JP" sz="2400" dirty="0"/>
          </a:p>
          <a:p>
            <a:r>
              <a:rPr lang="ja-JP" altLang="en-US" sz="2400" dirty="0"/>
              <a:t>右側の項目から</a:t>
            </a:r>
            <a:r>
              <a:rPr lang="en-US" altLang="ja-JP" sz="2400" dirty="0"/>
              <a:t>Unreal Engine</a:t>
            </a:r>
            <a:r>
              <a:rPr lang="ja-JP" altLang="en-US" sz="2400" dirty="0"/>
              <a:t>に関係するものを選択し、インストールしましょう。</a:t>
            </a:r>
            <a:endParaRPr kumimoji="1"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A9B6DE83-1F16-4309-98D3-1EAA1EA5A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1450648" cy="3620005"/>
          </a:xfrm>
          <a:prstGeom prst="rect">
            <a:avLst/>
          </a:prstGeom>
        </p:spPr>
      </p:pic>
      <p:sp>
        <p:nvSpPr>
          <p:cNvPr id="11" name="矢印: 右 10">
            <a:extLst>
              <a:ext uri="{FF2B5EF4-FFF2-40B4-BE49-F238E27FC236}">
                <a16:creationId xmlns:a16="http://schemas.microsoft.com/office/drawing/2014/main" id="{712B5B8E-83C6-4A31-93B5-475338735D6F}"/>
              </a:ext>
            </a:extLst>
          </p:cNvPr>
          <p:cNvSpPr/>
          <p:nvPr/>
        </p:nvSpPr>
        <p:spPr>
          <a:xfrm rot="13469032">
            <a:off x="7028329" y="3267635"/>
            <a:ext cx="430306" cy="32273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A5B38F16-41FE-49B9-BEA6-79AA2FF6D227}"/>
              </a:ext>
            </a:extLst>
          </p:cNvPr>
          <p:cNvSpPr/>
          <p:nvPr/>
        </p:nvSpPr>
        <p:spPr>
          <a:xfrm rot="13469032">
            <a:off x="11142735" y="4156862"/>
            <a:ext cx="430306" cy="32273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6D0BF398-6EBE-42B2-AB4A-B8C2D7536633}"/>
              </a:ext>
            </a:extLst>
          </p:cNvPr>
          <p:cNvSpPr/>
          <p:nvPr/>
        </p:nvSpPr>
        <p:spPr>
          <a:xfrm rot="13469032">
            <a:off x="10757645" y="5725505"/>
            <a:ext cx="430306" cy="32273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4772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2840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UnrealEngine</a:t>
            </a:r>
            <a:r>
              <a:rPr kumimoji="1" lang="ja-JP" altLang="en-US" sz="3200" b="1" u="sng" dirty="0"/>
              <a:t>導入 インストール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5483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インストールが完了すると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Epic Game Launcher</a:t>
            </a:r>
            <a:r>
              <a:rPr kumimoji="1" lang="ja-JP" altLang="en-US" sz="2400" dirty="0"/>
              <a:t>が追加されます。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これは</a:t>
            </a:r>
            <a:r>
              <a:rPr kumimoji="1" lang="en-US" altLang="ja-JP" sz="2400" dirty="0"/>
              <a:t>Unity Hub</a:t>
            </a:r>
            <a:r>
              <a:rPr kumimoji="1" lang="ja-JP" altLang="en-US" sz="2400" dirty="0"/>
              <a:t>のようなもので、</a:t>
            </a:r>
            <a:endParaRPr kumimoji="1" lang="en-US" altLang="ja-JP" sz="2400" dirty="0"/>
          </a:p>
          <a:p>
            <a:r>
              <a:rPr kumimoji="1" lang="ja-JP" altLang="en-US" sz="2400" dirty="0"/>
              <a:t>プロジェクトを管理したり、</a:t>
            </a:r>
            <a:r>
              <a:rPr lang="ja-JP" altLang="en-US" sz="2400" dirty="0"/>
              <a:t>アセットを購入したりできます。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まずはアカウントを作成して、ログインしましょう。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33AB2D5-8512-4DA6-A385-03C538618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3295121"/>
            <a:ext cx="5743611" cy="30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422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2840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UnrealEngine</a:t>
            </a:r>
            <a:r>
              <a:rPr kumimoji="1" lang="ja-JP" altLang="en-US" sz="3200" b="1" u="sng" dirty="0"/>
              <a:t>導入 インストール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Unreal Engine &gt; 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ライブラリ</a:t>
            </a:r>
            <a:r>
              <a:rPr kumimoji="1" lang="ja-JP" altLang="en-US" sz="2400" dirty="0"/>
              <a:t>」から、</a:t>
            </a:r>
            <a:endParaRPr kumimoji="1" lang="en-US" altLang="ja-JP" sz="2400" dirty="0"/>
          </a:p>
          <a:p>
            <a:r>
              <a:rPr kumimoji="1" lang="en-US" altLang="ja-JP" sz="2400" dirty="0"/>
              <a:t>Unreal Engine</a:t>
            </a:r>
            <a:r>
              <a:rPr kumimoji="1" lang="ja-JP" altLang="en-US" sz="2400" dirty="0"/>
              <a:t>本体をインストールできます。</a:t>
            </a:r>
            <a:endParaRPr kumimoji="1" lang="en-US" altLang="ja-JP" sz="2400" dirty="0"/>
          </a:p>
          <a:p>
            <a:r>
              <a:rPr lang="ja-JP" altLang="en-US" sz="2400" dirty="0"/>
              <a:t>デフォルトで最新の安定バージョンが選択されるので、</a:t>
            </a:r>
            <a:r>
              <a:rPr kumimoji="1" lang="ja-JP" altLang="en-US" sz="2400" dirty="0"/>
              <a:t>インストールしましょう。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C198588-CD44-405C-B338-F8783E3E3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7"/>
            <a:ext cx="9249329" cy="4059495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E6080FE6-2DF5-4D97-AE49-A445068D129B}"/>
              </a:ext>
            </a:extLst>
          </p:cNvPr>
          <p:cNvSpPr/>
          <p:nvPr/>
        </p:nvSpPr>
        <p:spPr>
          <a:xfrm rot="13469032">
            <a:off x="1981200" y="5571564"/>
            <a:ext cx="430306" cy="32273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8B23F90C-7CCD-4ED6-BD3E-68EF79743BA1}"/>
              </a:ext>
            </a:extLst>
          </p:cNvPr>
          <p:cNvSpPr/>
          <p:nvPr/>
        </p:nvSpPr>
        <p:spPr>
          <a:xfrm rot="13469032">
            <a:off x="7261411" y="3186954"/>
            <a:ext cx="430306" cy="32273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6483182E-762B-41F0-8224-D5CC7E620E23}"/>
              </a:ext>
            </a:extLst>
          </p:cNvPr>
          <p:cNvSpPr/>
          <p:nvPr/>
        </p:nvSpPr>
        <p:spPr>
          <a:xfrm rot="13469032">
            <a:off x="5880847" y="4136542"/>
            <a:ext cx="430306" cy="32273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2730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2840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UnrealEngine</a:t>
            </a:r>
            <a:r>
              <a:rPr kumimoji="1" lang="ja-JP" altLang="en-US" sz="3200" b="1" u="sng" dirty="0"/>
              <a:t>導入 インストール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インストールが完了したら右上のボタンから起動できます。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997BB08-3648-4108-8B5E-1CA8BE0D1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1017127" cy="2359759"/>
          </a:xfrm>
          <a:prstGeom prst="rect">
            <a:avLst/>
          </a:prstGeom>
        </p:spPr>
      </p:pic>
      <p:sp>
        <p:nvSpPr>
          <p:cNvPr id="10" name="矢印: 右 9">
            <a:extLst>
              <a:ext uri="{FF2B5EF4-FFF2-40B4-BE49-F238E27FC236}">
                <a16:creationId xmlns:a16="http://schemas.microsoft.com/office/drawing/2014/main" id="{C43D09DC-E557-4D19-81EE-D50B539B467C}"/>
              </a:ext>
            </a:extLst>
          </p:cNvPr>
          <p:cNvSpPr/>
          <p:nvPr/>
        </p:nvSpPr>
        <p:spPr>
          <a:xfrm rot="13469032">
            <a:off x="10766612" y="2254624"/>
            <a:ext cx="430306" cy="32273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5184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71048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UnrealEngine</a:t>
            </a:r>
            <a:r>
              <a:rPr kumimoji="1" lang="ja-JP" altLang="en-US" sz="3200" b="1" u="sng" dirty="0"/>
              <a:t>導入 プロジェクト作成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起動するとプロジェクト作成画面が開きます。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698E13B-765C-45A2-87CE-769C44815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547237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224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71048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UnrealEngine</a:t>
            </a:r>
            <a:r>
              <a:rPr kumimoji="1" lang="ja-JP" altLang="en-US" sz="3200" b="1" u="sng" dirty="0"/>
              <a:t>導入 プロジェクト作成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今回はサードパーソンで作成しましょう。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7FEBFFB-6635-4EC8-BC25-99573854E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747658" cy="471182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41916DA-B419-4EBC-8C69-9579603CF8F7}"/>
              </a:ext>
            </a:extLst>
          </p:cNvPr>
          <p:cNvSpPr txBox="1"/>
          <p:nvPr/>
        </p:nvSpPr>
        <p:spPr>
          <a:xfrm>
            <a:off x="2530813" y="2813321"/>
            <a:ext cx="2501006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1600" b="1" dirty="0">
                <a:solidFill>
                  <a:srgbClr val="FF0000"/>
                </a:solidFill>
              </a:rPr>
              <a:t>① サードパーソンを選択</a:t>
            </a:r>
            <a:endParaRPr lang="en-US" altLang="ja-JP" sz="1600" b="1" dirty="0">
              <a:solidFill>
                <a:srgbClr val="FF000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E93F817-6065-4C26-B496-F55AE321DB95}"/>
              </a:ext>
            </a:extLst>
          </p:cNvPr>
          <p:cNvSpPr txBox="1"/>
          <p:nvPr/>
        </p:nvSpPr>
        <p:spPr>
          <a:xfrm>
            <a:off x="7022130" y="3933909"/>
            <a:ext cx="1516762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1600" b="1" dirty="0">
                <a:solidFill>
                  <a:srgbClr val="FF0000"/>
                </a:solidFill>
              </a:rPr>
              <a:t>② </a:t>
            </a:r>
            <a:r>
              <a:rPr lang="en-US" altLang="ja-JP" sz="1600" b="1" dirty="0">
                <a:solidFill>
                  <a:srgbClr val="FF0000"/>
                </a:solidFill>
              </a:rPr>
              <a:t>C++</a:t>
            </a:r>
            <a:r>
              <a:rPr lang="ja-JP" altLang="en-US" sz="1600" b="1" dirty="0">
                <a:solidFill>
                  <a:srgbClr val="FF0000"/>
                </a:solidFill>
              </a:rPr>
              <a:t>を選択</a:t>
            </a:r>
            <a:endParaRPr lang="en-US" altLang="ja-JP" sz="1600" b="1" dirty="0">
              <a:solidFill>
                <a:srgbClr val="FF0000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C826FD1-2F72-4F8B-B45D-C797BC93D0A8}"/>
              </a:ext>
            </a:extLst>
          </p:cNvPr>
          <p:cNvSpPr txBox="1"/>
          <p:nvPr/>
        </p:nvSpPr>
        <p:spPr>
          <a:xfrm>
            <a:off x="1311613" y="6091773"/>
            <a:ext cx="3321743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1600" b="1" dirty="0">
                <a:solidFill>
                  <a:srgbClr val="FF0000"/>
                </a:solidFill>
              </a:rPr>
              <a:t>③ 保存場所を選択（日本語不可）</a:t>
            </a:r>
            <a:endParaRPr lang="en-US" altLang="ja-JP" sz="1600" b="1" dirty="0">
              <a:solidFill>
                <a:srgbClr val="FF0000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DB1E5D0-018C-4E5D-B543-E27B631C5943}"/>
              </a:ext>
            </a:extLst>
          </p:cNvPr>
          <p:cNvSpPr txBox="1"/>
          <p:nvPr/>
        </p:nvSpPr>
        <p:spPr>
          <a:xfrm>
            <a:off x="7315200" y="5753219"/>
            <a:ext cx="3937296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1600" b="1" dirty="0">
                <a:solidFill>
                  <a:srgbClr val="FF0000"/>
                </a:solidFill>
              </a:rPr>
              <a:t>④ プロジェクト名を選択（日本語不可）</a:t>
            </a:r>
            <a:endParaRPr lang="en-US" altLang="ja-JP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177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71048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UnrealEngine</a:t>
            </a:r>
            <a:r>
              <a:rPr kumimoji="1" lang="ja-JP" altLang="en-US" sz="3200" b="1" u="sng" dirty="0"/>
              <a:t>導入 プロジェクト作成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プロジェクトが作成されます。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DBCDA8D-4027-48F5-9AF6-1BB87FCEC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8707445" cy="468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141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71048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UnrealEngine</a:t>
            </a:r>
            <a:r>
              <a:rPr kumimoji="1" lang="ja-JP" altLang="en-US" sz="3200" b="1" u="sng" dirty="0"/>
              <a:t>導入 プロジェクト作成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コンテンツブラウザは必須なので表示しておきましょう。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87487B0-5440-455D-B04D-C77B0E33D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9935945" cy="43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156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71048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UnrealEngine</a:t>
            </a:r>
            <a:r>
              <a:rPr kumimoji="1" lang="ja-JP" altLang="en-US" sz="3200" b="1" u="sng" dirty="0"/>
              <a:t>導入 プロジェクト作成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実行ボタンで動作確認しましょう。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5FB25FE-104C-4DDE-A31E-EEF8CD89E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678404" cy="3310018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660EEF08-2510-431C-BF96-E0568C9DE105}"/>
              </a:ext>
            </a:extLst>
          </p:cNvPr>
          <p:cNvSpPr/>
          <p:nvPr/>
        </p:nvSpPr>
        <p:spPr>
          <a:xfrm rot="13469032">
            <a:off x="6508376" y="3045553"/>
            <a:ext cx="430306" cy="32273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0263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298</Words>
  <Application>Microsoft Office PowerPoint</Application>
  <PresentationFormat>ワイド画面</PresentationFormat>
  <Paragraphs>42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17</cp:revision>
  <dcterms:created xsi:type="dcterms:W3CDTF">2024-08-27T02:15:54Z</dcterms:created>
  <dcterms:modified xsi:type="dcterms:W3CDTF">2025-01-24T01:12:11Z</dcterms:modified>
</cp:coreProperties>
</file>