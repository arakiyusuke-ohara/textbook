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レベル遷移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タイトル画面からプレイ画面への遷移を練習します。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49768CE-52D1-44C3-9E09-CD281B589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5"/>
            <a:ext cx="4276407" cy="2395618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51C49861-0E18-4A99-B795-A0D81E805370}"/>
              </a:ext>
            </a:extLst>
          </p:cNvPr>
          <p:cNvSpPr/>
          <p:nvPr/>
        </p:nvSpPr>
        <p:spPr>
          <a:xfrm>
            <a:off x="5074023" y="2716306"/>
            <a:ext cx="896471" cy="46166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FDAB4D6-58A8-4AD5-B0A2-3738D08A8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228" y="1817794"/>
            <a:ext cx="3807234" cy="2377461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BEDF4A9-329B-4CE9-9633-99F1BDD6A541}"/>
              </a:ext>
            </a:extLst>
          </p:cNvPr>
          <p:cNvSpPr txBox="1"/>
          <p:nvPr/>
        </p:nvSpPr>
        <p:spPr>
          <a:xfrm>
            <a:off x="567542" y="4353114"/>
            <a:ext cx="6042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前回の</a:t>
            </a:r>
            <a:r>
              <a:rPr kumimoji="1" lang="en-US" altLang="ja-JP" sz="2400" dirty="0"/>
              <a:t>UI</a:t>
            </a:r>
            <a:r>
              <a:rPr kumimoji="1" lang="ja-JP" altLang="en-US" sz="2400" dirty="0"/>
              <a:t>のプロジェクトを開きましょう。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レベル遷移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561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タイトル画面で</a:t>
            </a:r>
            <a:r>
              <a:rPr kumimoji="1" lang="en-US" altLang="ja-JP" sz="2400" dirty="0"/>
              <a:t>A</a:t>
            </a:r>
            <a:r>
              <a:rPr kumimoji="1" lang="ja-JP" altLang="en-US" sz="2400" dirty="0"/>
              <a:t>ボタンが押されたら遷移します。</a:t>
            </a:r>
            <a:endParaRPr kumimoji="1" lang="en-US" altLang="ja-JP" sz="2400" dirty="0"/>
          </a:p>
          <a:p>
            <a:r>
              <a:rPr lang="ja-JP" altLang="en-US" sz="2400" dirty="0"/>
              <a:t>まずはボタン入力用のデータを用意しましょう。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DFD97D5-9EB0-484D-A78E-F08169E7B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426764" cy="38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763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レベル遷移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マッピングはこんな感じです。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2082A03-2633-494A-B74A-718D46D3D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516803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0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レベル遷移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0169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入力から遷移までのプログラムを追加します。</a:t>
            </a:r>
            <a:endParaRPr kumimoji="1" lang="en-US" altLang="ja-JP" sz="2400" dirty="0"/>
          </a:p>
          <a:p>
            <a:r>
              <a:rPr lang="ja-JP" altLang="en-US" sz="2400" dirty="0"/>
              <a:t>メニュー画面など</a:t>
            </a:r>
            <a:r>
              <a:rPr lang="en-US" altLang="ja-JP" sz="2400" b="1" dirty="0">
                <a:solidFill>
                  <a:srgbClr val="FF0000"/>
                </a:solidFill>
              </a:rPr>
              <a:t>Actor</a:t>
            </a:r>
            <a:r>
              <a:rPr lang="ja-JP" altLang="en-US" sz="2400" b="1" dirty="0">
                <a:solidFill>
                  <a:srgbClr val="FF0000"/>
                </a:solidFill>
              </a:rPr>
              <a:t>が不要な入力を実装する場合</a:t>
            </a:r>
            <a:r>
              <a:rPr lang="ja-JP" altLang="en-US" sz="2400" dirty="0"/>
              <a:t>は、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プレイヤーコントローラー</a:t>
            </a:r>
            <a:r>
              <a:rPr kumimoji="1" lang="ja-JP" altLang="en-US" sz="2400" dirty="0"/>
              <a:t>を親クラスにします。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459C1F8-85B0-4CF4-8D30-AA66E0075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9"/>
            <a:ext cx="5644999" cy="346370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4A50BD4-8E14-4023-A5EF-C6C5D7860689}"/>
              </a:ext>
            </a:extLst>
          </p:cNvPr>
          <p:cNvSpPr txBox="1"/>
          <p:nvPr/>
        </p:nvSpPr>
        <p:spPr>
          <a:xfrm>
            <a:off x="567542" y="6159864"/>
            <a:ext cx="66848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クラス名は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TitlePlayerController</a:t>
            </a:r>
            <a:r>
              <a:rPr kumimoji="1" lang="ja-JP" altLang="en-US" sz="2400" dirty="0"/>
              <a:t>にしましょう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996984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レベル遷移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232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TitlePlayerController</a:t>
            </a:r>
            <a:r>
              <a:rPr lang="en-US" altLang="ja-JP" sz="2400" b="1" dirty="0" err="1">
                <a:solidFill>
                  <a:srgbClr val="FF0000"/>
                </a:solidFill>
              </a:rPr>
              <a:t>.h</a:t>
            </a:r>
            <a:r>
              <a:rPr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848D3B1-38D1-4B9A-9F2F-2208BA570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7011888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813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レベル遷移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80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TitlePlayerController</a:t>
            </a:r>
            <a:r>
              <a:rPr lang="en-US" altLang="ja-JP" sz="2400" b="1" dirty="0">
                <a:solidFill>
                  <a:srgbClr val="FF0000"/>
                </a:solidFill>
              </a:rPr>
              <a:t>.cpp</a:t>
            </a:r>
            <a:r>
              <a:rPr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B3B18BA-CD74-4C9E-8678-EA0D98F7F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192865" cy="442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875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レベル遷移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213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コンパイルして</a:t>
            </a:r>
            <a:r>
              <a:rPr lang="en-US" altLang="ja-JP" sz="2400" dirty="0"/>
              <a:t>BP</a:t>
            </a:r>
            <a:r>
              <a:rPr lang="ja-JP" altLang="en-US" sz="2400" dirty="0"/>
              <a:t>に派生させます。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A63C7F3-65D6-4D61-AC7B-7EA1FF519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22275"/>
            <a:ext cx="8567290" cy="393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832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レベル遷移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597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BP</a:t>
            </a:r>
            <a:r>
              <a:rPr lang="ja-JP" altLang="en-US" sz="2400" dirty="0"/>
              <a:t>で入力の設定をしましょう。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24E8BB3-9A52-4C1E-BDDA-401BD50BD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306385" cy="356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110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レベル遷移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タイトルレベルを開き、ワールドセッティングから、</a:t>
            </a:r>
            <a:endParaRPr lang="en-US" altLang="ja-JP" sz="2400" dirty="0"/>
          </a:p>
          <a:p>
            <a:r>
              <a:rPr kumimoji="1" lang="ja-JP" altLang="en-US" sz="2400" dirty="0"/>
              <a:t>プレイヤーコントローラーを設定しましょう。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E139DBA-08D6-4924-BCBA-0DA4664FB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260262" cy="4178920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545E5857-853C-4738-ADBC-5D5B0CB0AE57}"/>
              </a:ext>
            </a:extLst>
          </p:cNvPr>
          <p:cNvSpPr/>
          <p:nvPr/>
        </p:nvSpPr>
        <p:spPr>
          <a:xfrm rot="13798186">
            <a:off x="3379694" y="5280211"/>
            <a:ext cx="519952" cy="37651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7381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レベル遷移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動作確認してみましょう。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E41D637-08B7-48FD-8C22-0767A5172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5"/>
            <a:ext cx="4276407" cy="2395618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EB97DB7F-F046-42A6-9DE9-93301DF459C2}"/>
              </a:ext>
            </a:extLst>
          </p:cNvPr>
          <p:cNvSpPr/>
          <p:nvPr/>
        </p:nvSpPr>
        <p:spPr>
          <a:xfrm>
            <a:off x="5074023" y="2716306"/>
            <a:ext cx="896471" cy="46166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EC18B952-0B47-4066-A700-C803711A5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228" y="1817794"/>
            <a:ext cx="3807234" cy="237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6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</TotalTime>
  <Words>146</Words>
  <Application>Microsoft Office PowerPoint</Application>
  <PresentationFormat>ワイド画面</PresentationFormat>
  <Paragraphs>26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108</cp:revision>
  <dcterms:created xsi:type="dcterms:W3CDTF">2024-08-27T02:15:54Z</dcterms:created>
  <dcterms:modified xsi:type="dcterms:W3CDTF">2025-02-28T01:22:08Z</dcterms:modified>
</cp:coreProperties>
</file>