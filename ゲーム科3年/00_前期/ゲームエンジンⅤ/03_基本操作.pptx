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57" r:id="rId6"/>
    <p:sldId id="258" r:id="rId7"/>
    <p:sldId id="259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基本操作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基本</a:t>
            </a:r>
            <a:r>
              <a:rPr kumimoji="1" lang="ja-JP" altLang="en-US" sz="2400"/>
              <a:t>操作を練習します。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75F85BE-0A13-4D2E-B111-AFD7288E5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199070" cy="454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基本操作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951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マウスのホイールを回転させると、視点を前進</a:t>
            </a:r>
            <a:r>
              <a:rPr kumimoji="1" lang="en-US" altLang="ja-JP" sz="2400" dirty="0"/>
              <a:t>/</a:t>
            </a:r>
            <a:r>
              <a:rPr lang="ja-JP" altLang="en-US" sz="2400" dirty="0"/>
              <a:t>後退できます。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9EDDBAA-1FA4-42B9-945E-17EF3C47E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10188616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058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基本操作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マウスのホイールをドラッグ＆ドロップするとスライド移動します。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B72EFD2-94C6-4A9B-9334-8E7F253B9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650556" cy="429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646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基本操作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右クリックでドラッグ＆ドロップすると視野が回転します。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1B50D9E-9662-40D9-BCB7-87C664A5D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552584" cy="4269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616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基本操作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354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追加ボタンから「形状 </a:t>
            </a:r>
            <a:r>
              <a:rPr kumimoji="1" lang="en-US" altLang="ja-JP" sz="2400" dirty="0"/>
              <a:t>&gt; </a:t>
            </a:r>
            <a:r>
              <a:rPr kumimoji="1" lang="ja-JP" altLang="en-US" sz="2400" dirty="0"/>
              <a:t>キューブ」を選択します。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28FE300-51B7-455B-9A34-B6DC98E97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6137399" cy="4548252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2531AECE-D8F2-43E6-9217-A17C59F1D67A}"/>
              </a:ext>
            </a:extLst>
          </p:cNvPr>
          <p:cNvSpPr/>
          <p:nvPr/>
        </p:nvSpPr>
        <p:spPr>
          <a:xfrm rot="13560821">
            <a:off x="3042417" y="2751160"/>
            <a:ext cx="541013" cy="37651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DCC0C9AD-F802-422B-A6FE-C71E168B082E}"/>
              </a:ext>
            </a:extLst>
          </p:cNvPr>
          <p:cNvSpPr/>
          <p:nvPr/>
        </p:nvSpPr>
        <p:spPr>
          <a:xfrm rot="13560821">
            <a:off x="3651168" y="5001301"/>
            <a:ext cx="541013" cy="37651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CB099F68-011E-4FF9-A61B-1D89CCDE4454}"/>
              </a:ext>
            </a:extLst>
          </p:cNvPr>
          <p:cNvSpPr/>
          <p:nvPr/>
        </p:nvSpPr>
        <p:spPr>
          <a:xfrm rot="13560821">
            <a:off x="6148810" y="5127938"/>
            <a:ext cx="541013" cy="37651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5897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基本操作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レベル内にキューブが追加されます。</a:t>
            </a:r>
            <a:endParaRPr kumimoji="1" lang="en-US" altLang="ja-JP" sz="2400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6B00953F-20FB-4FFC-BE52-6A601E543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3305636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888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基本操作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矢印をドラッグ＆ドロップすると、</a:t>
            </a:r>
            <a:endParaRPr kumimoji="1" lang="en-US" altLang="ja-JP" sz="2400" dirty="0"/>
          </a:p>
          <a:p>
            <a:r>
              <a:rPr lang="ja-JP" altLang="en-US" sz="2400" dirty="0"/>
              <a:t>その方向にオブジェクトを移動させることができます。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3070CF1-B384-4188-94A8-AD889ADEE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3305636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458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基本操作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右上のボタンから操作モードを切り替えられます。</a:t>
            </a:r>
            <a:endParaRPr kumimoji="1" lang="en-US" altLang="ja-JP" sz="2400" dirty="0"/>
          </a:p>
          <a:p>
            <a:r>
              <a:rPr lang="ja-JP" altLang="en-US" sz="2400" dirty="0"/>
              <a:t>回転ボタンを押してみましょう。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8AB5A52-AB70-4D6C-B857-6AF039909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11167258" cy="1126972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022B3457-D4DA-4224-929B-3C5D874D6DDD}"/>
              </a:ext>
            </a:extLst>
          </p:cNvPr>
          <p:cNvSpPr/>
          <p:nvPr/>
        </p:nvSpPr>
        <p:spPr>
          <a:xfrm rot="13560821">
            <a:off x="9074815" y="3125839"/>
            <a:ext cx="541013" cy="37651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9560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基本操作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ドラッグ＆ドロップで回転させることができます。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075190B-D603-451A-BC23-2DE0A295E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200573"/>
            <a:ext cx="3134162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4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基本操作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隣のボタンは拡縮モードになります。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CFE30DD-C0AF-433A-BE42-FB495E5AB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11167258" cy="1126972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B464E8DE-244B-464D-A989-D91F0B7303B6}"/>
              </a:ext>
            </a:extLst>
          </p:cNvPr>
          <p:cNvSpPr/>
          <p:nvPr/>
        </p:nvSpPr>
        <p:spPr>
          <a:xfrm rot="13560821">
            <a:off x="9236179" y="3125838"/>
            <a:ext cx="541013" cy="37651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387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基本操作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ドラッグ＆ドロップで拡縮できます。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8A7FA51-7CCE-4AEF-92B1-6892C8C15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2915057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664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基本操作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オブジェクトを追加、変形してステージを広げましょう。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ED3EFB7-F4BF-4EB8-BD01-DA105541D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409091" cy="419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102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161</Words>
  <Application>Microsoft Office PowerPoint</Application>
  <PresentationFormat>ワイド画面</PresentationFormat>
  <Paragraphs>26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30</cp:revision>
  <dcterms:created xsi:type="dcterms:W3CDTF">2024-08-27T02:15:54Z</dcterms:created>
  <dcterms:modified xsi:type="dcterms:W3CDTF">2025-02-07T03:28:33Z</dcterms:modified>
</cp:coreProperties>
</file>