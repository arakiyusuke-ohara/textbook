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ゲーム制作課題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4995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これまで学習したことを活かして簡単なゲームを作りましょう。</a:t>
            </a:r>
            <a:endParaRPr kumimoji="1" lang="en-US" altLang="ja-JP" sz="2400" dirty="0"/>
          </a:p>
          <a:p>
            <a:r>
              <a:rPr lang="ja-JP" altLang="en-US" sz="2400" dirty="0"/>
              <a:t>期間は短いので、小規模のもので大丈夫ですが、</a:t>
            </a:r>
            <a:endParaRPr lang="en-US" altLang="ja-JP" sz="2400" dirty="0"/>
          </a:p>
          <a:p>
            <a:r>
              <a:rPr kumimoji="1" lang="ja-JP" altLang="en-US" sz="2400" dirty="0"/>
              <a:t>以下の要素は必ず実装してください。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■実装すること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・画面遷移</a:t>
            </a:r>
            <a:endParaRPr kumimoji="1" lang="en-US" altLang="ja-JP" sz="2400" dirty="0"/>
          </a:p>
          <a:p>
            <a:r>
              <a:rPr lang="ja-JP" altLang="en-US" sz="2400" dirty="0"/>
              <a:t>　・タイトル画面→プレイ画面→クリア画面</a:t>
            </a:r>
            <a:r>
              <a:rPr lang="en-US" altLang="ja-JP" sz="2400" dirty="0"/>
              <a:t>or</a:t>
            </a:r>
            <a:r>
              <a:rPr lang="ja-JP" altLang="en-US" sz="2400" dirty="0"/>
              <a:t>ゲームオーバー画面→タイトル画面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・ナイアガラエフェクト</a:t>
            </a:r>
            <a:endParaRPr kumimoji="1" lang="en-US" altLang="ja-JP" sz="2400" dirty="0"/>
          </a:p>
          <a:p>
            <a:r>
              <a:rPr kumimoji="1" lang="ja-JP" altLang="en-US" sz="2400" dirty="0"/>
              <a:t>・</a:t>
            </a:r>
            <a:r>
              <a:rPr kumimoji="1" lang="en-US" altLang="ja-JP" sz="2400" dirty="0"/>
              <a:t>UI</a:t>
            </a:r>
            <a:r>
              <a:rPr kumimoji="1" lang="ja-JP" altLang="en-US" sz="2400" dirty="0"/>
              <a:t>ウィジェット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1447</TotalTime>
  <Words>66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108</cp:revision>
  <dcterms:created xsi:type="dcterms:W3CDTF">2024-08-27T02:15:54Z</dcterms:created>
  <dcterms:modified xsi:type="dcterms:W3CDTF">2026-03-26T03:12:15Z</dcterms:modified>
</cp:coreProperties>
</file>