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67" r:id="rId17"/>
    <p:sldId id="280" r:id="rId18"/>
    <p:sldId id="268" r:id="rId19"/>
    <p:sldId id="274" r:id="rId20"/>
    <p:sldId id="277" r:id="rId21"/>
    <p:sldId id="275" r:id="rId22"/>
    <p:sldId id="276" r:id="rId23"/>
    <p:sldId id="269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プレイヤー以外にもスポーンさせるオブジェクトはたくさんあります。</a:t>
            </a:r>
            <a:endParaRPr lang="en-US" altLang="ja-JP" sz="2400" dirty="0"/>
          </a:p>
          <a:p>
            <a:r>
              <a:rPr lang="ja-JP" altLang="en-US" sz="2400" dirty="0"/>
              <a:t>オンラインゲームでは、スポーンするオブジェクトも同期する必要があります。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・弾丸</a:t>
            </a:r>
            <a:endParaRPr lang="en-US" altLang="ja-JP" sz="2400" dirty="0"/>
          </a:p>
          <a:p>
            <a:r>
              <a:rPr lang="ja-JP" altLang="en-US" sz="2400" dirty="0"/>
              <a:t>・エネミー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今回は弾丸で練習します。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049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8A5B743-BE5D-4276-8783-BC16C0E1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10058" cy="47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以前学習した方法で発射入力処理を作ります。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570CBF3-69D0-4AF8-BC25-68B746FD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571176" cy="287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5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14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OnInput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も忘れずに実装しましょう。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2904D6-27BD-42FE-9C2F-EB4252DB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51991" cy="477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5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0282F3-4CC4-422B-8BB9-0B2FA661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666717" cy="3296073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3ABD85C-612F-4AB5-BB8F-53120352E0AA}"/>
              </a:ext>
            </a:extLst>
          </p:cNvPr>
          <p:cNvSpPr/>
          <p:nvPr/>
        </p:nvSpPr>
        <p:spPr>
          <a:xfrm rot="13457854">
            <a:off x="4591825" y="4092532"/>
            <a:ext cx="603675" cy="44837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61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78B2FD-DA76-4725-BD24-6CEE6704F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9015479" cy="410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4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E8ED33-0726-4850-8ECA-DEB26A94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966248" cy="42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45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8F0C4ED-F3AD-436D-89C6-5D7814D0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646991" cy="47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3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53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適当な球から</a:t>
            </a:r>
            <a:r>
              <a:rPr lang="en-US" altLang="ja-JP" sz="2400" b="1" dirty="0">
                <a:solidFill>
                  <a:srgbClr val="0070C0"/>
                </a:solidFill>
              </a:rPr>
              <a:t>Bullet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を作りましょう。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AAFAF5-4FE3-43B3-B22D-88C32AFCE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245325" cy="457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0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99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弾丸も同期対象となります。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Network</a:t>
            </a:r>
            <a:r>
              <a:rPr lang="ja-JP" altLang="en-US" sz="2400" b="1" dirty="0">
                <a:solidFill>
                  <a:srgbClr val="0070C0"/>
                </a:solidFill>
              </a:rPr>
              <a:t>系のコンポーネント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E03D1F-367D-4E1A-8235-227FF1C13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741991" cy="440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2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04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先ほど作った</a:t>
            </a:r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も追加しましょう。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B45833-1466-4927-BEC0-8E4B60D2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95523" cy="155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1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89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 err="1">
                <a:solidFill>
                  <a:srgbClr val="FF0000"/>
                </a:solidFill>
              </a:rPr>
              <a:t>BulletManager.cs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B9F1C4-620A-4635-9ECC-C79886E0E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625186" cy="398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9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97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BulletManager.cs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B71096-76EB-482D-AC61-9C4C0096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138991" cy="46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2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97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BulletManager.cs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D14C08-1125-4922-8921-E3D14C18B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9534527" cy="372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1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46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空のオブジェクトから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lang="ja-JP" altLang="en-US" sz="2400" dirty="0"/>
              <a:t>を作り、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スクリプトの追加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70C0"/>
                </a:solidFill>
              </a:rPr>
              <a:t>Bullet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を設定しましょう。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F38D56-6722-404E-8F9F-3A339918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345058" cy="2140131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1323052-608B-44FD-920F-1C2714F28902}"/>
              </a:ext>
            </a:extLst>
          </p:cNvPr>
          <p:cNvSpPr/>
          <p:nvPr/>
        </p:nvSpPr>
        <p:spPr>
          <a:xfrm rot="13457854">
            <a:off x="10840226" y="3871513"/>
            <a:ext cx="603675" cy="44837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763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74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を開き、発射処理を書きましょう。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A0A42EE-CA0A-4562-986C-F0BC1252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361991" cy="22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1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50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lang="ja-JP" altLang="en-US" sz="2400" dirty="0"/>
              <a:t>を開き、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Runner</a:t>
            </a:r>
            <a:r>
              <a:rPr lang="ja-JP" altLang="en-US" sz="2400" dirty="0"/>
              <a:t>を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lang="ja-JP" altLang="en-US" sz="2400" dirty="0"/>
              <a:t>に教えましょう。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45D0F60-59A3-4DCE-A274-AA41A968B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875547" cy="319767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F11228-13D1-4414-875B-72D6DECDB878}"/>
              </a:ext>
            </a:extLst>
          </p:cNvPr>
          <p:cNvSpPr/>
          <p:nvPr/>
        </p:nvSpPr>
        <p:spPr>
          <a:xfrm>
            <a:off x="3174999" y="4605867"/>
            <a:ext cx="5347027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37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実行ファイルを作り、</a:t>
            </a:r>
            <a:endParaRPr lang="en-US" altLang="ja-JP" sz="2400" dirty="0"/>
          </a:p>
          <a:p>
            <a:r>
              <a:rPr lang="ja-JP" altLang="en-US" sz="2400" dirty="0"/>
              <a:t>サーバー、クライアントを起動して動作確認しましょう。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03275E-55EE-423D-82AE-32BA0D244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424058" cy="441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40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00B050"/>
                </a:solidFill>
              </a:rPr>
              <a:t>Networked</a:t>
            </a:r>
            <a:r>
              <a:rPr lang="en-US" altLang="ja-JP" sz="2400" dirty="0"/>
              <a:t>]</a:t>
            </a:r>
            <a:r>
              <a:rPr lang="ja-JP" altLang="en-US" sz="2400" dirty="0"/>
              <a:t>がついている変数は、</a:t>
            </a:r>
            <a:endParaRPr lang="en-US" altLang="ja-JP" sz="2400" dirty="0"/>
          </a:p>
          <a:p>
            <a:r>
              <a:rPr lang="ja-JP" altLang="en-US" sz="2400" dirty="0"/>
              <a:t>内容が全クライアントに同期されます。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2FAABA3-D9FC-45A4-A25A-F59F64E14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015479" cy="410887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3F2D17-7E59-4680-89ED-34A24B15CD00}"/>
              </a:ext>
            </a:extLst>
          </p:cNvPr>
          <p:cNvSpPr/>
          <p:nvPr/>
        </p:nvSpPr>
        <p:spPr>
          <a:xfrm>
            <a:off x="2201332" y="3569620"/>
            <a:ext cx="7298268" cy="1137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842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Owner</a:t>
            </a:r>
            <a:r>
              <a:rPr lang="ja-JP" altLang="en-US" sz="2400" dirty="0"/>
              <a:t>は</a:t>
            </a:r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00B050"/>
                </a:solidFill>
              </a:rPr>
              <a:t>Networked</a:t>
            </a:r>
            <a:r>
              <a:rPr lang="en-US" altLang="ja-JP" sz="2400" dirty="0"/>
              <a:t>]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たれが撃った弾丸かを全員で共有することができます。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2EA4414-9F03-432A-A45B-F43DE5092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58" y="2187126"/>
            <a:ext cx="11353525" cy="212033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71BA478-69DE-4840-BD6F-5B748293817D}"/>
              </a:ext>
            </a:extLst>
          </p:cNvPr>
          <p:cNvSpPr/>
          <p:nvPr/>
        </p:nvSpPr>
        <p:spPr>
          <a:xfrm>
            <a:off x="2921000" y="3073400"/>
            <a:ext cx="4614334" cy="541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811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9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の時と同様に、当たり判定はサーバーが処理します。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62194FB-E585-4666-8515-5CCB13D7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72629" cy="454825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411AA1-EE9C-48A1-9BC6-FD1227D2AB99}"/>
              </a:ext>
            </a:extLst>
          </p:cNvPr>
          <p:cNvSpPr/>
          <p:nvPr/>
        </p:nvSpPr>
        <p:spPr>
          <a:xfrm>
            <a:off x="1950681" y="3260924"/>
            <a:ext cx="2870200" cy="5152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126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84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同期するオブジェクトの生成には</a:t>
            </a:r>
            <a:r>
              <a:rPr lang="en-US" altLang="ja-JP" sz="2400" b="1" dirty="0">
                <a:solidFill>
                  <a:srgbClr val="0070C0"/>
                </a:solidFill>
              </a:rPr>
              <a:t>Spawn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A18706F-C3E8-4A3D-85B5-69B68B241202}"/>
              </a:ext>
            </a:extLst>
          </p:cNvPr>
          <p:cNvSpPr txBox="1"/>
          <p:nvPr/>
        </p:nvSpPr>
        <p:spPr>
          <a:xfrm>
            <a:off x="7415112" y="5521330"/>
            <a:ext cx="3555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dirty="0"/>
              <a:t>Instantiate</a:t>
            </a:r>
            <a:r>
              <a:rPr lang="ja-JP" altLang="en-US" sz="2400" dirty="0"/>
              <a:t>は使いません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565ECD6-EF92-4BED-9A78-9E00A1FF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534527" cy="3727873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2E3F1F7-76E1-458A-85B2-DDEFE20E95B2}"/>
              </a:ext>
            </a:extLst>
          </p:cNvPr>
          <p:cNvSpPr/>
          <p:nvPr/>
        </p:nvSpPr>
        <p:spPr>
          <a:xfrm>
            <a:off x="2950261" y="3077401"/>
            <a:ext cx="7151808" cy="597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59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オブジェクトのスポーン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30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Spawn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で生成したオブジェクトは、</a:t>
            </a:r>
            <a:r>
              <a:rPr lang="en-US" altLang="ja-JP" sz="2400" b="1" dirty="0" err="1">
                <a:solidFill>
                  <a:srgbClr val="0070C0"/>
                </a:solidFill>
              </a:rPr>
              <a:t>Despawn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で削除します。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730EC55-7EAC-4410-AD5C-41C7B853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966248" cy="426973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013C271-B413-4656-BAEC-82BB5A48079E}"/>
              </a:ext>
            </a:extLst>
          </p:cNvPr>
          <p:cNvSpPr/>
          <p:nvPr/>
        </p:nvSpPr>
        <p:spPr>
          <a:xfrm>
            <a:off x="3014134" y="4848629"/>
            <a:ext cx="2988734" cy="671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415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376</Words>
  <Application>Microsoft Office PowerPoint</Application>
  <PresentationFormat>ワイド画面</PresentationFormat>
  <Paragraphs>62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62</cp:revision>
  <dcterms:created xsi:type="dcterms:W3CDTF">2024-08-27T02:15:54Z</dcterms:created>
  <dcterms:modified xsi:type="dcterms:W3CDTF">2026-08-06T05:48:42Z</dcterms:modified>
</cp:coreProperties>
</file>