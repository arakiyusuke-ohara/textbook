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894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今回は</a:t>
            </a:r>
            <a:r>
              <a:rPr lang="ja-JP" altLang="en-US" sz="2400" b="1" dirty="0">
                <a:solidFill>
                  <a:srgbClr val="FF0000"/>
                </a:solidFill>
              </a:rPr>
              <a:t>コマンドライン</a:t>
            </a:r>
            <a:r>
              <a:rPr lang="ja-JP" altLang="en-US" sz="2400" dirty="0"/>
              <a:t>を使ってゲームを起動します。</a:t>
            </a:r>
            <a:endParaRPr lang="en-US" altLang="ja-JP" sz="2400" dirty="0"/>
          </a:p>
          <a:p>
            <a:r>
              <a:rPr lang="ja-JP" altLang="en-US" sz="2400" dirty="0"/>
              <a:t>コマンドラインとは</a:t>
            </a:r>
            <a:r>
              <a:rPr lang="ja-JP" altLang="en-US" sz="2400" b="1" dirty="0">
                <a:solidFill>
                  <a:srgbClr val="FF0000"/>
                </a:solidFill>
              </a:rPr>
              <a:t>コンピュータに命令を送る</a:t>
            </a:r>
            <a:r>
              <a:rPr lang="en-US" altLang="ja-JP" sz="2400" b="1" dirty="0">
                <a:solidFill>
                  <a:srgbClr val="FF0000"/>
                </a:solidFill>
              </a:rPr>
              <a:t>1</a:t>
            </a:r>
            <a:r>
              <a:rPr lang="ja-JP" altLang="en-US" sz="2400" b="1" dirty="0">
                <a:solidFill>
                  <a:srgbClr val="FF0000"/>
                </a:solidFill>
              </a:rPr>
              <a:t>行の文</a:t>
            </a:r>
            <a:r>
              <a:rPr lang="ja-JP" altLang="en-US" sz="2400" dirty="0"/>
              <a:t>のことです。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AFDAAC9-E42A-4726-B867-F62DFC859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7662058" cy="431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453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まずは実行するための</a:t>
            </a:r>
            <a:r>
              <a:rPr lang="en-US" altLang="ja-JP" sz="2400" dirty="0"/>
              <a:t>Exe</a:t>
            </a:r>
            <a:r>
              <a:rPr lang="ja-JP" altLang="en-US" sz="2400" dirty="0"/>
              <a:t>を作成しましょう。</a:t>
            </a:r>
            <a:endParaRPr lang="en-US" altLang="ja-JP" sz="2400" dirty="0"/>
          </a:p>
          <a:p>
            <a:r>
              <a:rPr lang="ja-JP" altLang="en-US" sz="2400" dirty="0"/>
              <a:t>いつも通りのやり方で</a:t>
            </a:r>
            <a:r>
              <a:rPr lang="en-US" altLang="ja-JP" sz="2400" dirty="0"/>
              <a:t>OK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E1A7F0-EE49-41D3-BC92-D56DCF234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906324" cy="329611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BA8BC9-E9E3-4D5B-8337-8AA49A36256F}"/>
              </a:ext>
            </a:extLst>
          </p:cNvPr>
          <p:cNvSpPr txBox="1"/>
          <p:nvPr/>
        </p:nvSpPr>
        <p:spPr>
          <a:xfrm>
            <a:off x="567542" y="561043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フルスクリーンにならないように！！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581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スタートメニューから</a:t>
            </a:r>
            <a:r>
              <a:rPr lang="ja-JP" altLang="en-US" sz="2400" b="1" dirty="0">
                <a:solidFill>
                  <a:srgbClr val="FF0000"/>
                </a:solidFill>
              </a:rPr>
              <a:t>コマンドプロンプト</a:t>
            </a:r>
            <a:r>
              <a:rPr lang="ja-JP" altLang="en-US" sz="2400" dirty="0"/>
              <a:t>を探して開きましょう。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7D79BD2-DEB8-41C2-9E72-07A278A81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630590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8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779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</a:t>
            </a:r>
            <a:r>
              <a:rPr lang="en-US" altLang="ja-JP" sz="2400" dirty="0"/>
              <a:t>Exe</a:t>
            </a:r>
            <a:r>
              <a:rPr lang="ja-JP" altLang="en-US" sz="2400" dirty="0"/>
              <a:t>のある場所まで移動します。</a:t>
            </a:r>
            <a:endParaRPr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/>
              <a:t>cd</a:t>
            </a:r>
            <a:r>
              <a:rPr lang="en-US" altLang="ja-JP" sz="2400" dirty="0"/>
              <a:t> </a:t>
            </a:r>
            <a:r>
              <a:rPr lang="en-US" altLang="ja-JP" sz="2400" b="1" dirty="0"/>
              <a:t>Exe</a:t>
            </a:r>
            <a:r>
              <a:rPr lang="ja-JP" altLang="en-US" sz="2400" b="1" dirty="0"/>
              <a:t>までのファイルパス</a:t>
            </a:r>
            <a:r>
              <a:rPr lang="ja-JP" altLang="en-US" sz="2400" dirty="0"/>
              <a:t>」と入力しましょう。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E0D8208-369F-4F29-A0B6-684937B31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6204790" cy="180914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2F500F1-F070-4B32-8787-DE9FC91E36D5}"/>
              </a:ext>
            </a:extLst>
          </p:cNvPr>
          <p:cNvSpPr/>
          <p:nvPr/>
        </p:nvSpPr>
        <p:spPr>
          <a:xfrm>
            <a:off x="2980267" y="3429000"/>
            <a:ext cx="2878666" cy="5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E5AA45-7EE2-4FF1-831A-AE3636521116}"/>
              </a:ext>
            </a:extLst>
          </p:cNvPr>
          <p:cNvSpPr txBox="1"/>
          <p:nvPr/>
        </p:nvSpPr>
        <p:spPr>
          <a:xfrm>
            <a:off x="567542" y="4135965"/>
            <a:ext cx="68531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Exe</a:t>
            </a:r>
            <a:r>
              <a:rPr lang="ja-JP" altLang="en-US" sz="2400" dirty="0"/>
              <a:t>フォルダを画面にドラッグ＆ドロップすれば</a:t>
            </a:r>
            <a:endParaRPr lang="en-US" altLang="ja-JP" sz="2400" dirty="0"/>
          </a:p>
          <a:p>
            <a:r>
              <a:rPr lang="ja-JP" altLang="en-US" sz="2400" dirty="0"/>
              <a:t>ファイルパスが自動的に割り当てられます。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入力したら</a:t>
            </a:r>
            <a:r>
              <a:rPr lang="en-US" altLang="ja-JP" sz="2400" dirty="0"/>
              <a:t>Enter</a:t>
            </a:r>
            <a:r>
              <a:rPr lang="ja-JP" altLang="en-US" sz="2400" dirty="0"/>
              <a:t>キーを押しましょう。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4700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82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en-US" altLang="ja-JP" sz="2400" b="1" dirty="0"/>
              <a:t>Start </a:t>
            </a:r>
            <a:r>
              <a:rPr lang="ja-JP" altLang="en-US" sz="2400" b="1" dirty="0"/>
              <a:t>ファイル名</a:t>
            </a:r>
            <a:r>
              <a:rPr lang="en-US" altLang="ja-JP" sz="2400" b="1" dirty="0"/>
              <a:t>.exe -server</a:t>
            </a:r>
            <a:r>
              <a:rPr lang="ja-JP" altLang="en-US" sz="2400" dirty="0"/>
              <a:t>」と入力すると、</a:t>
            </a:r>
            <a:endParaRPr lang="en-US" altLang="ja-JP" sz="2400" dirty="0"/>
          </a:p>
          <a:p>
            <a:r>
              <a:rPr lang="ja-JP" altLang="en-US" sz="2400" dirty="0"/>
              <a:t>サーバーとしてゲームが起動します。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4F4B6D6-0774-439E-B572-EB056028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344006" cy="254353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B3B0190-CE4E-444D-8F2A-ABB89899A887}"/>
              </a:ext>
            </a:extLst>
          </p:cNvPr>
          <p:cNvSpPr/>
          <p:nvPr/>
        </p:nvSpPr>
        <p:spPr>
          <a:xfrm>
            <a:off x="2167467" y="3962399"/>
            <a:ext cx="2744081" cy="364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82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878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「</a:t>
            </a:r>
            <a:r>
              <a:rPr lang="en-US" altLang="ja-JP" sz="2400" b="1" dirty="0"/>
              <a:t>Start </a:t>
            </a:r>
            <a:r>
              <a:rPr lang="ja-JP" altLang="en-US" sz="2400" b="1" dirty="0"/>
              <a:t>ファイル名</a:t>
            </a:r>
            <a:r>
              <a:rPr lang="en-US" altLang="ja-JP" sz="2400" b="1" dirty="0"/>
              <a:t>.exe -client</a:t>
            </a:r>
            <a:r>
              <a:rPr lang="ja-JP" altLang="en-US" sz="2400" dirty="0"/>
              <a:t>」と入力すると、</a:t>
            </a:r>
            <a:endParaRPr lang="en-US" altLang="ja-JP" sz="2400" dirty="0"/>
          </a:p>
          <a:p>
            <a:r>
              <a:rPr lang="ja-JP" altLang="en-US" sz="2400" dirty="0"/>
              <a:t>クライアントとしてゲームが起動します。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0CC56F-FC54-436E-A9E5-75209047652F}"/>
              </a:ext>
            </a:extLst>
          </p:cNvPr>
          <p:cNvSpPr txBox="1"/>
          <p:nvPr/>
        </p:nvSpPr>
        <p:spPr>
          <a:xfrm>
            <a:off x="567542" y="4870356"/>
            <a:ext cx="72314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Player</a:t>
            </a:r>
            <a:r>
              <a:rPr lang="ja-JP" altLang="en-US" sz="2400" dirty="0"/>
              <a:t>が出現して、操作できるか確認しましょう。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BDFCAE1-266E-4857-8270-34455D9B9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210638" cy="2495898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8398D22D-E38A-4EB4-9723-B8071C379C21}"/>
              </a:ext>
            </a:extLst>
          </p:cNvPr>
          <p:cNvSpPr/>
          <p:nvPr/>
        </p:nvSpPr>
        <p:spPr>
          <a:xfrm>
            <a:off x="2159001" y="4318957"/>
            <a:ext cx="2619180" cy="3640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1328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クライアントを複数起動して、</a:t>
            </a:r>
            <a:endParaRPr lang="en-US" altLang="ja-JP" sz="2400" dirty="0"/>
          </a:p>
          <a:p>
            <a:r>
              <a:rPr lang="ja-JP" altLang="en-US" sz="2400" dirty="0"/>
              <a:t>同期しながら動いているかを確認しましょう。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8484FDD-9228-4EF9-9953-2C1A0C09C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680858" cy="442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69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099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毎回コマンドを入力するのは面倒です。</a:t>
            </a:r>
            <a:endParaRPr lang="en-US" altLang="ja-JP" sz="2400" dirty="0"/>
          </a:p>
          <a:p>
            <a:r>
              <a:rPr lang="ja-JP" altLang="en-US" sz="2400" dirty="0"/>
              <a:t>そういった場合は</a:t>
            </a:r>
            <a:r>
              <a:rPr lang="ja-JP" altLang="en-US" sz="2400" b="1" dirty="0">
                <a:solidFill>
                  <a:srgbClr val="FF0000"/>
                </a:solidFill>
              </a:rPr>
              <a:t>バッチファイル（</a:t>
            </a:r>
            <a:r>
              <a:rPr lang="en-US" altLang="ja-JP" sz="2400" b="1" dirty="0">
                <a:solidFill>
                  <a:srgbClr val="FF0000"/>
                </a:solidFill>
              </a:rPr>
              <a:t>.bat</a:t>
            </a:r>
            <a:r>
              <a:rPr lang="ja-JP" altLang="en-US" sz="2400" b="1" dirty="0">
                <a:solidFill>
                  <a:srgbClr val="FF0000"/>
                </a:solidFill>
              </a:rPr>
              <a:t>）</a:t>
            </a:r>
            <a:r>
              <a:rPr lang="ja-JP" altLang="en-US" sz="2400" dirty="0"/>
              <a:t>を作成します。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0C25B7A-4F1E-4FCA-AD13-AA87356E3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00051" cy="197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Exe</a:t>
            </a:r>
            <a:r>
              <a:rPr lang="ja-JP" altLang="en-US" sz="2400" dirty="0"/>
              <a:t>ファイルと同じ場所に、</a:t>
            </a:r>
            <a:endParaRPr lang="en-US" altLang="ja-JP" sz="2400" dirty="0"/>
          </a:p>
          <a:p>
            <a:r>
              <a:rPr lang="en-US" altLang="ja-JP" sz="2400" dirty="0"/>
              <a:t>ServerStart.bat</a:t>
            </a:r>
            <a:r>
              <a:rPr lang="ja-JP" altLang="en-US" sz="2400" dirty="0"/>
              <a:t>ファイルを作成します。</a:t>
            </a:r>
            <a:endParaRPr lang="en-US" altLang="ja-JP" sz="2400" dirty="0"/>
          </a:p>
          <a:p>
            <a:r>
              <a:rPr lang="ja-JP" altLang="en-US" sz="2400" dirty="0"/>
              <a:t>テキストファイルから作って拡張子ごと名前を変えましょう。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4067A3F-B07D-4078-A5FC-2F6BEACE8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667637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2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86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ServerStart.bat</a:t>
            </a:r>
            <a:r>
              <a:rPr lang="ja-JP" altLang="en-US" sz="2400" dirty="0"/>
              <a:t>をメモ帳で開いて、以下のように書きます。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070C8C9-9711-48F1-A87A-9F2FBA3E1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800051" cy="197847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A6A692-D815-4A0B-A2CE-2ABD0715EBC2}"/>
              </a:ext>
            </a:extLst>
          </p:cNvPr>
          <p:cNvSpPr txBox="1"/>
          <p:nvPr/>
        </p:nvSpPr>
        <p:spPr>
          <a:xfrm>
            <a:off x="567541" y="3941895"/>
            <a:ext cx="86453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cd /d %~dp0	</a:t>
            </a:r>
            <a:r>
              <a:rPr lang="ja-JP" altLang="en-US" sz="2400" dirty="0"/>
              <a:t>・・・バッチのある場所まで移動する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こうすることにより、</a:t>
            </a:r>
            <a:r>
              <a:rPr lang="en-US" altLang="ja-JP" sz="2400" dirty="0"/>
              <a:t>bat</a:t>
            </a:r>
            <a:r>
              <a:rPr lang="ja-JP" altLang="en-US" sz="2400" dirty="0"/>
              <a:t>ファイルをダブルクリックすると、</a:t>
            </a:r>
            <a:endParaRPr lang="en-US" altLang="ja-JP" sz="2400" dirty="0"/>
          </a:p>
          <a:p>
            <a:r>
              <a:rPr lang="ja-JP" altLang="en-US" sz="2400" dirty="0"/>
              <a:t>複数のコマンドを上から順番に実行します。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218683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ゲーム起動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72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AllStart.bat</a:t>
            </a:r>
            <a:r>
              <a:rPr lang="ja-JP" altLang="en-US" sz="2400" dirty="0"/>
              <a:t>も作っておくと便利です。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7F16C69-DEF2-49C8-8CFF-9F7F8E987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382376" cy="427732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148CCC-9AD9-4F99-9EC5-5869C22F289B}"/>
              </a:ext>
            </a:extLst>
          </p:cNvPr>
          <p:cNvSpPr txBox="1"/>
          <p:nvPr/>
        </p:nvSpPr>
        <p:spPr>
          <a:xfrm>
            <a:off x="567541" y="6234816"/>
            <a:ext cx="9273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timeout</a:t>
            </a:r>
            <a:r>
              <a:rPr lang="ja-JP" altLang="en-US" sz="2400" dirty="0"/>
              <a:t>は指定時間（秒）待ってから次のコマンドに行くコマンド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88749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318</Words>
  <Application>Microsoft Office PowerPoint</Application>
  <PresentationFormat>ワイド画面</PresentationFormat>
  <Paragraphs>42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52</cp:revision>
  <dcterms:created xsi:type="dcterms:W3CDTF">2024-08-27T02:15:54Z</dcterms:created>
  <dcterms:modified xsi:type="dcterms:W3CDTF">2026-04-24T05:55:23Z</dcterms:modified>
</cp:coreProperties>
</file>