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742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Fusion</a:t>
            </a:r>
            <a:r>
              <a:rPr kumimoji="1" lang="ja-JP" altLang="en-US" sz="3200" b="1" u="sng" dirty="0"/>
              <a:t>の仕組み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2550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Photon Fusion </a:t>
            </a:r>
            <a:r>
              <a:rPr kumimoji="1" lang="ja-JP" altLang="en-US" sz="2400" dirty="0"/>
              <a:t>を使うには、ある程度のルールに則る必要があります。</a:t>
            </a:r>
            <a:endParaRPr kumimoji="1" lang="en-US" altLang="ja-JP" sz="2400" dirty="0"/>
          </a:p>
          <a:p>
            <a:r>
              <a:rPr lang="ja-JP" altLang="en-US" sz="2400" dirty="0"/>
              <a:t>まずは仕組みを簡単に知っておきましょう。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06FE4110-4CFE-45E8-ADF2-92E5645A40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6630325" cy="3620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7534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Fusion</a:t>
            </a:r>
            <a:r>
              <a:rPr kumimoji="1" lang="ja-JP" altLang="en-US" sz="3200" b="1" u="sng" dirty="0"/>
              <a:t>の仕組み 通信系クラス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354625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よく使うクラスたちです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・</a:t>
            </a:r>
            <a:r>
              <a:rPr lang="en-US" altLang="ja-JP" sz="2400" b="1" dirty="0" err="1">
                <a:solidFill>
                  <a:srgbClr val="00B050"/>
                </a:solidFill>
              </a:rPr>
              <a:t>NetworkRunner</a:t>
            </a:r>
            <a:endParaRPr lang="en-US" altLang="ja-JP" sz="2400" b="1" dirty="0">
              <a:solidFill>
                <a:srgbClr val="00B050"/>
              </a:solidFill>
            </a:endParaRPr>
          </a:p>
          <a:p>
            <a:r>
              <a:rPr lang="ja-JP" altLang="en-US" sz="2400" dirty="0"/>
              <a:t>　ネットワークシステムの根幹となるクラス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・</a:t>
            </a:r>
            <a:r>
              <a:rPr lang="en-US" altLang="ja-JP" sz="2400" b="1" dirty="0">
                <a:solidFill>
                  <a:srgbClr val="00B050"/>
                </a:solidFill>
              </a:rPr>
              <a:t>Authority</a:t>
            </a:r>
          </a:p>
          <a:p>
            <a:r>
              <a:rPr lang="ja-JP" altLang="en-US" sz="2400" dirty="0"/>
              <a:t>　サーバーが管理するクラス</a:t>
            </a:r>
            <a:endParaRPr lang="en-US" altLang="ja-JP" sz="2400" dirty="0"/>
          </a:p>
          <a:p>
            <a:r>
              <a:rPr lang="ja-JP" altLang="en-US" sz="2400" dirty="0"/>
              <a:t>　状態を管理する</a:t>
            </a:r>
            <a:r>
              <a:rPr lang="en-US" altLang="ja-JP" sz="2400" b="1" dirty="0" err="1">
                <a:solidFill>
                  <a:srgbClr val="00B050"/>
                </a:solidFill>
              </a:rPr>
              <a:t>StateAuthority</a:t>
            </a:r>
            <a:r>
              <a:rPr lang="ja-JP" altLang="en-US" sz="2400" dirty="0"/>
              <a:t>と、</a:t>
            </a:r>
            <a:endParaRPr lang="en-US" altLang="ja-JP" sz="2400" dirty="0"/>
          </a:p>
          <a:p>
            <a:r>
              <a:rPr lang="ja-JP" altLang="en-US" sz="2400" dirty="0"/>
              <a:t>　入力を管理する</a:t>
            </a:r>
            <a:r>
              <a:rPr lang="en-US" altLang="ja-JP" sz="2400" b="1" dirty="0" err="1">
                <a:solidFill>
                  <a:srgbClr val="00B050"/>
                </a:solidFill>
              </a:rPr>
              <a:t>InputAuthority</a:t>
            </a:r>
            <a:r>
              <a:rPr lang="ja-JP" altLang="en-US" sz="2400" dirty="0"/>
              <a:t>がある。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8294082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9327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Fusion</a:t>
            </a:r>
            <a:r>
              <a:rPr kumimoji="1" lang="ja-JP" altLang="en-US" sz="3200" b="1" u="sng" dirty="0"/>
              <a:t>の仕組み 通信手法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955750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Fusion</a:t>
            </a:r>
            <a:r>
              <a:rPr kumimoji="1" lang="ja-JP" altLang="en-US" sz="2400" dirty="0"/>
              <a:t>によるキャラクターの位置同期は、</a:t>
            </a:r>
            <a:endParaRPr kumimoji="1"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１．クライアントが入力をサーバーに送信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b="1" dirty="0">
                <a:solidFill>
                  <a:srgbClr val="FF0000"/>
                </a:solidFill>
              </a:rPr>
              <a:t>２．サーバーが受信した入力で移動、座標返信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endParaRPr lang="en-US" altLang="ja-JP" sz="2400" dirty="0"/>
          </a:p>
          <a:p>
            <a:r>
              <a:rPr lang="ja-JP" altLang="en-US" sz="2400" dirty="0"/>
              <a:t>によって行われます。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それを前提にプログラムを組む必要があります。</a:t>
            </a:r>
            <a:endParaRPr lang="en-US" altLang="ja-JP" sz="2400" dirty="0"/>
          </a:p>
        </p:txBody>
      </p: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AD3C3B91-9BDD-4E60-9B27-925EC554D778}"/>
              </a:ext>
            </a:extLst>
          </p:cNvPr>
          <p:cNvSpPr/>
          <p:nvPr/>
        </p:nvSpPr>
        <p:spPr>
          <a:xfrm>
            <a:off x="567542" y="4403116"/>
            <a:ext cx="2082800" cy="8974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/>
              <a:t>クライアント</a:t>
            </a:r>
            <a:endParaRPr kumimoji="1" lang="ja-JP" altLang="en-US" b="1" dirty="0"/>
          </a:p>
        </p:txBody>
      </p:sp>
      <p:sp>
        <p:nvSpPr>
          <p:cNvPr id="5" name="矢印: 右 4">
            <a:extLst>
              <a:ext uri="{FF2B5EF4-FFF2-40B4-BE49-F238E27FC236}">
                <a16:creationId xmlns:a16="http://schemas.microsoft.com/office/drawing/2014/main" id="{C8712ABB-D051-4F8A-B85C-532DBA0ABCFA}"/>
              </a:ext>
            </a:extLst>
          </p:cNvPr>
          <p:cNvSpPr/>
          <p:nvPr/>
        </p:nvSpPr>
        <p:spPr>
          <a:xfrm>
            <a:off x="2780197" y="4321054"/>
            <a:ext cx="2082800" cy="553104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ジャンプ押した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D3BD7548-1A84-43B9-A8ED-66181FABA0C8}"/>
              </a:ext>
            </a:extLst>
          </p:cNvPr>
          <p:cNvSpPr/>
          <p:nvPr/>
        </p:nvSpPr>
        <p:spPr>
          <a:xfrm>
            <a:off x="4992852" y="4403117"/>
            <a:ext cx="2082800" cy="89746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/>
              <a:t>サーバー</a:t>
            </a:r>
            <a:endParaRPr lang="en-US" altLang="ja-JP" b="1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38C6B44-1307-4BFD-872A-02BE581A7E3B}"/>
              </a:ext>
            </a:extLst>
          </p:cNvPr>
          <p:cNvSpPr txBox="1"/>
          <p:nvPr/>
        </p:nvSpPr>
        <p:spPr>
          <a:xfrm>
            <a:off x="567542" y="5612462"/>
            <a:ext cx="83936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err="1"/>
              <a:t>DxLib</a:t>
            </a:r>
            <a:r>
              <a:rPr kumimoji="1" lang="ja-JP" altLang="en-US" sz="2400" dirty="0"/>
              <a:t>同様に、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サーバーが管理する情報が絶対</a:t>
            </a:r>
            <a:r>
              <a:rPr kumimoji="1" lang="ja-JP" altLang="en-US" sz="2400" dirty="0"/>
              <a:t>となります。</a:t>
            </a:r>
            <a:endParaRPr lang="en-US" altLang="ja-JP" sz="2400" dirty="0"/>
          </a:p>
        </p:txBody>
      </p:sp>
      <p:sp>
        <p:nvSpPr>
          <p:cNvPr id="9" name="爆発: 8 pt 8">
            <a:extLst>
              <a:ext uri="{FF2B5EF4-FFF2-40B4-BE49-F238E27FC236}">
                <a16:creationId xmlns:a16="http://schemas.microsoft.com/office/drawing/2014/main" id="{0F26E683-BA80-46D6-84EC-59D72E3F163F}"/>
              </a:ext>
            </a:extLst>
          </p:cNvPr>
          <p:cNvSpPr/>
          <p:nvPr/>
        </p:nvSpPr>
        <p:spPr>
          <a:xfrm>
            <a:off x="5943599" y="4072955"/>
            <a:ext cx="2082799" cy="864984"/>
          </a:xfrm>
          <a:prstGeom prst="irregularSeal1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ジャンプ</a:t>
            </a:r>
          </a:p>
        </p:txBody>
      </p:sp>
      <p:sp>
        <p:nvSpPr>
          <p:cNvPr id="10" name="矢印: 左 9">
            <a:extLst>
              <a:ext uri="{FF2B5EF4-FFF2-40B4-BE49-F238E27FC236}">
                <a16:creationId xmlns:a16="http://schemas.microsoft.com/office/drawing/2014/main" id="{85F113F7-B48D-428A-BAC3-13C735DF56A2}"/>
              </a:ext>
            </a:extLst>
          </p:cNvPr>
          <p:cNvSpPr/>
          <p:nvPr/>
        </p:nvSpPr>
        <p:spPr>
          <a:xfrm>
            <a:off x="2780197" y="4899107"/>
            <a:ext cx="2009730" cy="553104"/>
          </a:xfrm>
          <a:prstGeom prst="lef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位置だけ教える</a:t>
            </a:r>
          </a:p>
        </p:txBody>
      </p:sp>
    </p:spTree>
    <p:extLst>
      <p:ext uri="{BB962C8B-B14F-4D97-AF65-F5344CB8AC3E}">
        <p14:creationId xmlns:p14="http://schemas.microsoft.com/office/powerpoint/2010/main" val="4150535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7534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Fusion</a:t>
            </a:r>
            <a:r>
              <a:rPr kumimoji="1" lang="ja-JP" altLang="en-US" sz="3200" b="1" u="sng" dirty="0"/>
              <a:t>の仕組み デバッグ方法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5670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サーバー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/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クライアントの使い分けは、ゲーム起動時に決定</a:t>
            </a:r>
            <a:r>
              <a:rPr kumimoji="1" lang="ja-JP" altLang="en-US" sz="2400" dirty="0"/>
              <a:t>します。</a:t>
            </a:r>
            <a:endParaRPr kumimoji="1" lang="en-US" altLang="ja-JP" sz="2400" dirty="0"/>
          </a:p>
          <a:p>
            <a:r>
              <a:rPr lang="ja-JP" altLang="en-US" sz="2400" dirty="0"/>
              <a:t>つまり、</a:t>
            </a:r>
            <a:r>
              <a:rPr lang="ja-JP" altLang="en-US" sz="2400" b="1" dirty="0">
                <a:solidFill>
                  <a:srgbClr val="FF0000"/>
                </a:solidFill>
              </a:rPr>
              <a:t>プロジェクトも</a:t>
            </a:r>
            <a:r>
              <a:rPr lang="en-US" altLang="ja-JP" sz="2400" b="1" dirty="0">
                <a:solidFill>
                  <a:srgbClr val="FF0000"/>
                </a:solidFill>
              </a:rPr>
              <a:t>Exe</a:t>
            </a:r>
            <a:r>
              <a:rPr lang="ja-JP" altLang="en-US" sz="2400" b="1" dirty="0">
                <a:solidFill>
                  <a:srgbClr val="FF0000"/>
                </a:solidFill>
              </a:rPr>
              <a:t>も１つ</a:t>
            </a:r>
            <a:r>
              <a:rPr lang="ja-JP" altLang="en-US" sz="2400" dirty="0"/>
              <a:t>だけです。</a:t>
            </a:r>
            <a:endParaRPr lang="en-US" altLang="ja-JP" sz="2400" dirty="0"/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A9822193-400E-49E0-ACD6-21EFC95E4D15}"/>
              </a:ext>
            </a:extLst>
          </p:cNvPr>
          <p:cNvSpPr/>
          <p:nvPr/>
        </p:nvSpPr>
        <p:spPr>
          <a:xfrm>
            <a:off x="567542" y="2739389"/>
            <a:ext cx="2082800" cy="8974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/>
              <a:t>クライアント</a:t>
            </a:r>
            <a:endParaRPr kumimoji="1" lang="ja-JP" altLang="en-US" b="1" dirty="0"/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BE7AD46F-2F9B-482C-A4B9-74BE0540FD51}"/>
              </a:ext>
            </a:extLst>
          </p:cNvPr>
          <p:cNvSpPr/>
          <p:nvPr/>
        </p:nvSpPr>
        <p:spPr>
          <a:xfrm>
            <a:off x="3053986" y="2739389"/>
            <a:ext cx="2082800" cy="89746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/>
              <a:t>サーバー</a:t>
            </a:r>
            <a:endParaRPr lang="en-US" altLang="ja-JP" b="1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535F47E-15F6-48A4-8570-C85C3E07DBD6}"/>
              </a:ext>
            </a:extLst>
          </p:cNvPr>
          <p:cNvSpPr txBox="1"/>
          <p:nvPr/>
        </p:nvSpPr>
        <p:spPr>
          <a:xfrm>
            <a:off x="2294741" y="3765812"/>
            <a:ext cx="13436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同じ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Exe</a:t>
            </a:r>
            <a:endParaRPr lang="en-US" altLang="ja-JP" sz="2400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BDB1C693-B355-4FFF-888F-024D88E9C0F6}"/>
              </a:ext>
            </a:extLst>
          </p:cNvPr>
          <p:cNvSpPr txBox="1"/>
          <p:nvPr/>
        </p:nvSpPr>
        <p:spPr>
          <a:xfrm>
            <a:off x="567542" y="4810575"/>
            <a:ext cx="93458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※</a:t>
            </a:r>
            <a:r>
              <a:rPr kumimoji="1" lang="ja-JP" altLang="en-US" sz="2400" dirty="0"/>
              <a:t>大規模なプロジェクトだと別々に</a:t>
            </a:r>
            <a:r>
              <a:rPr kumimoji="1" lang="en-US" altLang="ja-JP" sz="2400" dirty="0"/>
              <a:t>Exe</a:t>
            </a:r>
            <a:r>
              <a:rPr kumimoji="1" lang="ja-JP" altLang="en-US" sz="2400" dirty="0"/>
              <a:t>を作ることがあります。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7749784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5223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Fusion</a:t>
            </a:r>
            <a:r>
              <a:rPr kumimoji="1" lang="ja-JP" altLang="en-US" sz="3200" b="1" u="sng" dirty="0"/>
              <a:t>の</a:t>
            </a:r>
            <a:r>
              <a:rPr kumimoji="1" lang="ja-JP" altLang="en-US" sz="3200" b="1" u="sng"/>
              <a:t>仕組み まとめ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365612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これらのことから、最低限以下のオブジェクトを作る必要があります。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・</a:t>
            </a:r>
            <a:r>
              <a:rPr lang="en-US" altLang="ja-JP" sz="2400" b="1" dirty="0" err="1">
                <a:solidFill>
                  <a:srgbClr val="00B050"/>
                </a:solidFill>
              </a:rPr>
              <a:t>NetworkManager</a:t>
            </a:r>
            <a:endParaRPr lang="en-US" altLang="ja-JP" sz="2400" b="1" dirty="0">
              <a:solidFill>
                <a:srgbClr val="00B050"/>
              </a:solidFill>
            </a:endParaRPr>
          </a:p>
          <a:p>
            <a:r>
              <a:rPr lang="ja-JP" altLang="en-US" sz="2400" dirty="0"/>
              <a:t>　</a:t>
            </a:r>
            <a:r>
              <a:rPr lang="en-US" altLang="ja-JP" sz="2400" dirty="0"/>
              <a:t>Fusion</a:t>
            </a:r>
            <a:r>
              <a:rPr lang="ja-JP" altLang="en-US" sz="2400" dirty="0"/>
              <a:t>の初期設定をしたり、</a:t>
            </a:r>
            <a:r>
              <a:rPr lang="en-US" altLang="ja-JP" sz="2400" dirty="0" err="1"/>
              <a:t>NetworkRunner</a:t>
            </a:r>
            <a:r>
              <a:rPr lang="ja-JP" altLang="en-US" sz="2400" dirty="0"/>
              <a:t>を使ってデータを管理したりする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・</a:t>
            </a:r>
            <a:r>
              <a:rPr lang="en-US" altLang="ja-JP" sz="2400" b="1" dirty="0">
                <a:solidFill>
                  <a:srgbClr val="00B050"/>
                </a:solidFill>
              </a:rPr>
              <a:t>Player</a:t>
            </a:r>
          </a:p>
          <a:p>
            <a:r>
              <a:rPr lang="ja-JP" altLang="en-US" sz="2400" dirty="0"/>
              <a:t>　サーバーが受信した入力に合わせて移動させる</a:t>
            </a:r>
            <a:endParaRPr lang="en-US" altLang="ja-JP" sz="2400" dirty="0"/>
          </a:p>
          <a:p>
            <a:r>
              <a:rPr lang="ja-JP" altLang="en-US" sz="2400" dirty="0"/>
              <a:t>　実際に操作するプレイヤー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次回から、実際に作っていきましょう。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5848665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</TotalTime>
  <Words>257</Words>
  <Application>Microsoft Office PowerPoint</Application>
  <PresentationFormat>ワイド画面</PresentationFormat>
  <Paragraphs>46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38</cp:revision>
  <dcterms:created xsi:type="dcterms:W3CDTF">2024-08-27T02:15:54Z</dcterms:created>
  <dcterms:modified xsi:type="dcterms:W3CDTF">2026-04-24T03:13:14Z</dcterms:modified>
</cp:coreProperties>
</file>