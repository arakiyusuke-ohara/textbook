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NetworkManager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153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まずは管理クラスとなる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NetworkManager</a:t>
            </a:r>
            <a:r>
              <a:rPr kumimoji="1" lang="ja-JP" altLang="en-US" sz="2400" dirty="0"/>
              <a:t>を作ります。</a:t>
            </a:r>
            <a:endParaRPr kumimoji="1" lang="en-US" altLang="ja-JP" sz="2400" dirty="0"/>
          </a:p>
          <a:p>
            <a:r>
              <a:rPr lang="ja-JP" altLang="en-US" sz="2400" dirty="0"/>
              <a:t>スクリプトを追加しましょう。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C060D93-38E5-4C44-8278-87A8932A4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089288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CC8529ED-7D21-4ABA-BC53-B362AC69420D}"/>
              </a:ext>
            </a:extLst>
          </p:cNvPr>
          <p:cNvSpPr/>
          <p:nvPr/>
        </p:nvSpPr>
        <p:spPr>
          <a:xfrm rot="13640502">
            <a:off x="3572933" y="3742267"/>
            <a:ext cx="668867" cy="4318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NetworkManager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88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NetworkManager.cs</a:t>
            </a:r>
            <a:r>
              <a:rPr kumimoji="1" lang="ja-JP" altLang="en-US" sz="2400" dirty="0"/>
              <a:t>を書きます。（その１）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787A592-18E5-4824-ADFF-441C46DE8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6265058" cy="455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94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NetworkManager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88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NetworkManager.cs</a:t>
            </a:r>
            <a:r>
              <a:rPr kumimoji="1"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075CEB2-62DF-44D3-B28E-9BD98822F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058125" cy="473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60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NetworkManager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88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NetworkManager.cs</a:t>
            </a:r>
            <a:r>
              <a:rPr kumimoji="1" lang="ja-JP" altLang="en-US" sz="2400" dirty="0"/>
              <a:t>を書きます。（その３）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9C71775-DC2E-4DFB-BAEC-0A04466DF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9180251" cy="339767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F732D58-6C42-4544-9C99-E87359AA576E}"/>
              </a:ext>
            </a:extLst>
          </p:cNvPr>
          <p:cNvSpPr txBox="1"/>
          <p:nvPr/>
        </p:nvSpPr>
        <p:spPr>
          <a:xfrm>
            <a:off x="567541" y="5360664"/>
            <a:ext cx="94420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ここから下の純粋仮想関数は、</a:t>
            </a:r>
            <a:endParaRPr kumimoji="1" lang="en-US" altLang="ja-JP" sz="2400" dirty="0"/>
          </a:p>
          <a:p>
            <a:r>
              <a:rPr lang="en-US" altLang="ja-JP" sz="2400" dirty="0"/>
              <a:t>Visual </a:t>
            </a:r>
            <a:r>
              <a:rPr lang="en-US" altLang="ja-JP" sz="2400" dirty="0" err="1"/>
              <a:t>Stuido</a:t>
            </a:r>
            <a:r>
              <a:rPr lang="ja-JP" altLang="en-US" sz="2400" dirty="0"/>
              <a:t>の機能を使って定義を書きましょう。（実演します）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9716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NetworkManager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88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NetworkManager.cs</a:t>
            </a:r>
            <a:r>
              <a:rPr kumimoji="1" lang="ja-JP" altLang="en-US" sz="2400" dirty="0"/>
              <a:t>を書きます。（その４）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7FFBC87-A529-471C-9B4E-994FC067A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231542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92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NetworkManager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88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NetworkManager.cs</a:t>
            </a:r>
            <a:r>
              <a:rPr kumimoji="1" lang="ja-JP" altLang="en-US" sz="2400" dirty="0"/>
              <a:t>を書きます。（その５）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0D93E91-9FAE-44D1-AFD2-5B65369E3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340325" cy="475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46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NetworkManager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88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NetworkManager.cs</a:t>
            </a:r>
            <a:r>
              <a:rPr kumimoji="1" lang="ja-JP" altLang="en-US" sz="2400" dirty="0"/>
              <a:t>を書きます。（その６）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4AEA635-61CA-4CDD-A57D-AE7273365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268854" cy="318179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7E2B9EA-FD6A-4A16-8C90-42E3A17D4802}"/>
              </a:ext>
            </a:extLst>
          </p:cNvPr>
          <p:cNvSpPr txBox="1"/>
          <p:nvPr/>
        </p:nvSpPr>
        <p:spPr>
          <a:xfrm>
            <a:off x="567541" y="5139288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ほかの関数は必要に応じて書いていきます。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40381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NetworkManager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54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NetworkManager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プレハブ</a:t>
            </a:r>
            <a:r>
              <a:rPr kumimoji="1" lang="ja-JP" altLang="en-US" sz="2400" dirty="0"/>
              <a:t>を作り、</a:t>
            </a:r>
            <a:r>
              <a:rPr lang="ja-JP" altLang="en-US" sz="2400" dirty="0"/>
              <a:t>スクリプトを追加しましょう。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C9BA5CD-2D3B-4E27-B46C-3AF01D9F0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248743" cy="360095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3CB3734-0D94-4757-B255-AFFA9372E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316" y="1817794"/>
            <a:ext cx="4305901" cy="2810267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E60D1AC-1A67-4BEB-A1B8-D79236E8CB19}"/>
              </a:ext>
            </a:extLst>
          </p:cNvPr>
          <p:cNvSpPr txBox="1"/>
          <p:nvPr/>
        </p:nvSpPr>
        <p:spPr>
          <a:xfrm>
            <a:off x="567541" y="5558447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作業は以上です。</a:t>
            </a:r>
            <a:endParaRPr kumimoji="1" lang="en-US" altLang="ja-JP" sz="2400" dirty="0"/>
          </a:p>
          <a:p>
            <a:r>
              <a:rPr lang="ja-JP" altLang="en-US" sz="2400" dirty="0"/>
              <a:t>プログラムを解説します。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94816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NetworkManager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NetworkManager</a:t>
            </a:r>
            <a:r>
              <a:rPr kumimoji="1" lang="ja-JP" altLang="en-US" sz="2400" dirty="0"/>
              <a:t>でシステムの根幹となる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NetworkRunner</a:t>
            </a:r>
            <a:r>
              <a:rPr kumimoji="1" lang="ja-JP" altLang="en-US" sz="2400" dirty="0"/>
              <a:t>を管理します。</a:t>
            </a:r>
            <a:endParaRPr kumimoji="1" lang="en-US" altLang="ja-JP" sz="2400" dirty="0"/>
          </a:p>
          <a:p>
            <a:r>
              <a:rPr lang="ja-JP" altLang="en-US" sz="2400" dirty="0"/>
              <a:t>ランナーは、</a:t>
            </a:r>
            <a:r>
              <a:rPr lang="ja-JP" altLang="en-US" sz="2400" b="1" dirty="0">
                <a:solidFill>
                  <a:srgbClr val="FF0000"/>
                </a:solidFill>
              </a:rPr>
              <a:t>プレイヤーのスポーン</a:t>
            </a:r>
            <a:r>
              <a:rPr lang="ja-JP" altLang="en-US" sz="2400" dirty="0"/>
              <a:t>や、</a:t>
            </a:r>
            <a:r>
              <a:rPr lang="ja-JP" altLang="en-US" sz="2400" b="1" dirty="0">
                <a:solidFill>
                  <a:srgbClr val="FF0000"/>
                </a:solidFill>
              </a:rPr>
              <a:t>ネットワーク上のデルタタイム</a:t>
            </a:r>
            <a:r>
              <a:rPr lang="ja-JP" altLang="en-US" sz="2400" dirty="0"/>
              <a:t>など、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ゲームに必要な機能やデータを持っているクラス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D36714D-5AC3-4B31-BCF7-A58AEE46C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5449060" cy="10193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3003384-24D6-4BDB-9A71-438208CE0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955411"/>
            <a:ext cx="9316750" cy="16861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4993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NetworkManager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ゲーム起動時にクライアントかサーバーかを振り分けます。</a:t>
            </a:r>
            <a:endParaRPr kumimoji="1" lang="en-US" altLang="ja-JP" sz="2400" dirty="0"/>
          </a:p>
          <a:p>
            <a:r>
              <a:rPr lang="ja-JP" altLang="en-US" sz="2400" dirty="0"/>
              <a:t>今回は</a:t>
            </a:r>
            <a:r>
              <a:rPr lang="ja-JP" altLang="en-US" sz="2400" b="1" dirty="0">
                <a:solidFill>
                  <a:srgbClr val="FF0000"/>
                </a:solidFill>
              </a:rPr>
              <a:t>コマンドライン引数による振り分け</a:t>
            </a:r>
            <a:r>
              <a:rPr lang="ja-JP" altLang="en-US" sz="2400" dirty="0"/>
              <a:t>で実装します。</a:t>
            </a:r>
            <a:endParaRPr lang="en-US" altLang="ja-JP" sz="2400" dirty="0"/>
          </a:p>
          <a:p>
            <a:r>
              <a:rPr kumimoji="1" lang="ja-JP" altLang="en-US" sz="2400" dirty="0"/>
              <a:t>（デフォルトはクライアント）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6753F9D-BA88-4EDC-A974-D158A392B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5734850" cy="192431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2FCAB69-8FEA-4658-8C0E-0E56AD0BD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620477"/>
            <a:ext cx="2598991" cy="209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47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NetworkManager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733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ボタンを押した瞬間や離した瞬間など、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トリガー判定</a:t>
            </a:r>
            <a:r>
              <a:rPr kumimoji="1" lang="ja-JP" altLang="en-US" sz="2400" dirty="0"/>
              <a:t>をする場合、</a:t>
            </a:r>
            <a:endParaRPr kumimoji="1" lang="en-US" altLang="ja-JP" sz="2400" dirty="0"/>
          </a:p>
          <a:p>
            <a:r>
              <a:rPr kumimoji="1" lang="en-US" altLang="ja-JP" sz="2400" dirty="0"/>
              <a:t>Fusion</a:t>
            </a:r>
            <a:r>
              <a:rPr kumimoji="1" lang="ja-JP" altLang="en-US" sz="2400" dirty="0"/>
              <a:t>内部で通信ラグが発生すると、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判定を取りこぼす場合があります。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dirty="0"/>
              <a:t>対策として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Update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でトリガーがあったかどうか覚えておきます。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FFF8B2D-5904-4C69-B751-3F47579C4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925789"/>
            <a:ext cx="8188751" cy="288234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1649EA8-6565-4E45-B295-EC4A84F186CA}"/>
              </a:ext>
            </a:extLst>
          </p:cNvPr>
          <p:cNvSpPr txBox="1"/>
          <p:nvPr/>
        </p:nvSpPr>
        <p:spPr>
          <a:xfrm>
            <a:off x="567541" y="5947833"/>
            <a:ext cx="3845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次回は</a:t>
            </a:r>
            <a:r>
              <a:rPr kumimoji="1" lang="en-US" altLang="ja-JP" sz="2400" dirty="0"/>
              <a:t>Player</a:t>
            </a:r>
            <a:r>
              <a:rPr kumimoji="1" lang="ja-JP" altLang="en-US" sz="2400" dirty="0"/>
              <a:t>側を作ります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052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255</Words>
  <Application>Microsoft Office PowerPoint</Application>
  <PresentationFormat>ワイド画面</PresentationFormat>
  <Paragraphs>36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42</cp:revision>
  <dcterms:created xsi:type="dcterms:W3CDTF">2024-08-27T02:15:54Z</dcterms:created>
  <dcterms:modified xsi:type="dcterms:W3CDTF">2026-04-24T05:01:18Z</dcterms:modified>
</cp:coreProperties>
</file>