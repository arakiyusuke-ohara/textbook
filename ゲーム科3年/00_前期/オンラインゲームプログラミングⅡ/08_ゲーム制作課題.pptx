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イベント同期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95684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弾丸やエネミーなど、</a:t>
            </a:r>
            <a:endParaRPr lang="en-US" altLang="ja-JP" sz="2400" dirty="0"/>
          </a:p>
          <a:p>
            <a:r>
              <a:rPr lang="ja-JP" altLang="en-US" sz="2400" dirty="0"/>
              <a:t>ゲームに直接干渉するオブジェクトは同期する必要がありますが、</a:t>
            </a:r>
            <a:endParaRPr lang="en-US" altLang="ja-JP" sz="2400" dirty="0"/>
          </a:p>
          <a:p>
            <a:r>
              <a:rPr lang="ja-JP" altLang="en-US" sz="2400" dirty="0"/>
              <a:t>オンラインゲームには完ぺきに同期しなくてもよいオブジェクトもあります。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■例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・エフェクト</a:t>
            </a:r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SE</a:t>
            </a:r>
            <a:r>
              <a:rPr lang="ja-JP" altLang="en-US" sz="2400" dirty="0"/>
              <a:t>再生</a:t>
            </a:r>
            <a:endParaRPr lang="en-US" altLang="ja-JP" sz="2400" dirty="0"/>
          </a:p>
          <a:p>
            <a:r>
              <a:rPr lang="ja-JP" altLang="en-US" sz="2400" dirty="0"/>
              <a:t>・カメラ演出</a:t>
            </a:r>
            <a:endParaRPr lang="en-US" altLang="ja-JP" sz="2400" dirty="0"/>
          </a:p>
          <a:p>
            <a:r>
              <a:rPr lang="ja-JP" altLang="en-US" sz="2400" dirty="0"/>
              <a:t>など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イベント同期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5483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タイミングや位置を完ぺきに同期しなくてもよいもの</a:t>
            </a:r>
            <a:r>
              <a:rPr lang="ja-JP" altLang="en-US" sz="2400" dirty="0"/>
              <a:t>まで、</a:t>
            </a:r>
            <a:endParaRPr lang="en-US" altLang="ja-JP" sz="2400" dirty="0"/>
          </a:p>
          <a:p>
            <a:r>
              <a:rPr lang="en-US" altLang="ja-JP" sz="2400" dirty="0"/>
              <a:t>Spawn</a:t>
            </a:r>
            <a:r>
              <a:rPr lang="ja-JP" altLang="en-US" sz="2400" dirty="0"/>
              <a:t>関数で同期させると、処理コストの負担が大きくなります。</a:t>
            </a:r>
            <a:endParaRPr lang="en-US" altLang="ja-JP" sz="2400" dirty="0"/>
          </a:p>
          <a:p>
            <a:r>
              <a:rPr lang="ja-JP" altLang="en-US" sz="2400" dirty="0"/>
              <a:t>このような場合は</a:t>
            </a:r>
            <a:r>
              <a:rPr lang="en-US" altLang="ja-JP" sz="2400" b="1" dirty="0">
                <a:solidFill>
                  <a:srgbClr val="FF0000"/>
                </a:solidFill>
              </a:rPr>
              <a:t>RPC</a:t>
            </a:r>
            <a:r>
              <a:rPr lang="ja-JP" altLang="en-US" sz="2400" b="1" dirty="0">
                <a:solidFill>
                  <a:srgbClr val="FF0000"/>
                </a:solidFill>
              </a:rPr>
              <a:t>（イベント同期）</a:t>
            </a:r>
            <a:r>
              <a:rPr lang="ja-JP" altLang="en-US" sz="2400" dirty="0"/>
              <a:t>を使用します。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弾丸のヒットエフェクトで練習します。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315831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619</TotalTime>
  <Words>96</Words>
  <Application>Microsoft Office PowerPoint</Application>
  <PresentationFormat>ワイド画面</PresentationFormat>
  <Paragraphs>16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61</cp:revision>
  <dcterms:created xsi:type="dcterms:W3CDTF">2024-08-27T02:15:54Z</dcterms:created>
  <dcterms:modified xsi:type="dcterms:W3CDTF">2026-08-06T02:12:46Z</dcterms:modified>
</cp:coreProperties>
</file>