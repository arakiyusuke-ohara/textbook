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ゲーム制作課題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0142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Unity</a:t>
            </a:r>
            <a:r>
              <a:rPr lang="ja-JP" altLang="en-US" sz="2400" dirty="0"/>
              <a:t>でオンラインゲームを制作しましょう。</a:t>
            </a:r>
            <a:endParaRPr lang="en-US" altLang="ja-JP" sz="2400" dirty="0"/>
          </a:p>
          <a:p>
            <a:r>
              <a:rPr lang="en-US" altLang="ja-JP" sz="2400" dirty="0" err="1"/>
              <a:t>DxLib</a:t>
            </a:r>
            <a:r>
              <a:rPr lang="ja-JP" altLang="en-US" sz="2400" dirty="0"/>
              <a:t>と違い、当たり判定や物理挙動の実装が簡単ですので、</a:t>
            </a:r>
            <a:endParaRPr lang="en-US" altLang="ja-JP" sz="2400" dirty="0"/>
          </a:p>
          <a:p>
            <a:r>
              <a:rPr lang="ja-JP" altLang="en-US" sz="2400" dirty="0"/>
              <a:t>本格的なゲームを制作できます。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622</TotalTime>
  <Words>33</Words>
  <Application>Microsoft Office PowerPoint</Application>
  <PresentationFormat>ワイド画面</PresentationFormat>
  <Paragraphs>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62</cp:revision>
  <dcterms:created xsi:type="dcterms:W3CDTF">2024-08-27T02:15:54Z</dcterms:created>
  <dcterms:modified xsi:type="dcterms:W3CDTF">2026-08-26T04:53:46Z</dcterms:modified>
</cp:coreProperties>
</file>