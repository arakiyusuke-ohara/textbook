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2026/8/24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2026/8/24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2026/8/24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2026/8/24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2026/8/24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2026/8/24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2026/8/24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2026/8/24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2026/8/24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2026/8/24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2026/8/24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2026/8/24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イベント同期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956846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弾丸やエネミーなど、</a:t>
            </a:r>
            <a:endParaRPr lang="en-US" altLang="ja-JP" sz="2400" dirty="0"/>
          </a:p>
          <a:p>
            <a:r>
              <a:rPr lang="ja-JP" altLang="en-US" sz="2400" dirty="0"/>
              <a:t>ゲームに直接干渉するオブジェクトは同期する必要がありますが、</a:t>
            </a:r>
            <a:endParaRPr lang="en-US" altLang="ja-JP" sz="2400" dirty="0"/>
          </a:p>
          <a:p>
            <a:r>
              <a:rPr lang="ja-JP" altLang="en-US" sz="2400" dirty="0"/>
              <a:t>オンラインゲームには完ぺきに同期しなくてもよいオブジェクトもあります。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■例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・エフェクト</a:t>
            </a:r>
            <a:endParaRPr lang="en-US" altLang="ja-JP" sz="2400" dirty="0"/>
          </a:p>
          <a:p>
            <a:r>
              <a:rPr lang="ja-JP" altLang="en-US" sz="2400" dirty="0"/>
              <a:t>・</a:t>
            </a:r>
            <a:r>
              <a:rPr lang="en-US" altLang="ja-JP" sz="2400" dirty="0"/>
              <a:t>SE</a:t>
            </a:r>
            <a:r>
              <a:rPr lang="ja-JP" altLang="en-US" sz="2400" dirty="0"/>
              <a:t>再生</a:t>
            </a:r>
            <a:endParaRPr lang="en-US" altLang="ja-JP" sz="2400" dirty="0"/>
          </a:p>
          <a:p>
            <a:r>
              <a:rPr lang="ja-JP" altLang="en-US" sz="2400" dirty="0"/>
              <a:t>・カメラ演出</a:t>
            </a:r>
            <a:endParaRPr lang="en-US" altLang="ja-JP" sz="2400" dirty="0"/>
          </a:p>
          <a:p>
            <a:r>
              <a:rPr lang="ja-JP" altLang="en-US" sz="2400" dirty="0"/>
              <a:t>など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イベント同期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454832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タイミングや位置を完ぺきに同期しなくてもよいもの</a:t>
            </a:r>
            <a:r>
              <a:rPr lang="ja-JP" altLang="en-US" sz="2400" dirty="0"/>
              <a:t>まで、</a:t>
            </a:r>
            <a:endParaRPr lang="en-US" altLang="ja-JP" sz="2400" dirty="0"/>
          </a:p>
          <a:p>
            <a:r>
              <a:rPr lang="en-US" altLang="ja-JP" sz="2400" b="1" dirty="0">
                <a:solidFill>
                  <a:srgbClr val="0070C0"/>
                </a:solidFill>
              </a:rPr>
              <a:t>Spawn</a:t>
            </a:r>
            <a:r>
              <a:rPr lang="ja-JP" altLang="en-US" sz="2400" b="1" dirty="0">
                <a:solidFill>
                  <a:srgbClr val="0070C0"/>
                </a:solidFill>
              </a:rPr>
              <a:t>関数</a:t>
            </a:r>
            <a:r>
              <a:rPr lang="ja-JP" altLang="en-US" sz="2400" dirty="0"/>
              <a:t>で同期させると、処理コストの負担が大きくなります。</a:t>
            </a:r>
            <a:endParaRPr lang="en-US" altLang="ja-JP" sz="2400" dirty="0"/>
          </a:p>
          <a:p>
            <a:r>
              <a:rPr lang="ja-JP" altLang="en-US" sz="2400" dirty="0"/>
              <a:t>このような場合は</a:t>
            </a:r>
            <a:r>
              <a:rPr lang="en-US" altLang="ja-JP" sz="2400" b="1" dirty="0">
                <a:solidFill>
                  <a:srgbClr val="FF0000"/>
                </a:solidFill>
              </a:rPr>
              <a:t>RPC</a:t>
            </a:r>
            <a:r>
              <a:rPr lang="ja-JP" altLang="en-US" sz="2400" b="1" dirty="0">
                <a:solidFill>
                  <a:srgbClr val="FF0000"/>
                </a:solidFill>
              </a:rPr>
              <a:t>（イベント同期）</a:t>
            </a:r>
            <a:r>
              <a:rPr lang="ja-JP" altLang="en-US" sz="2400" dirty="0"/>
              <a:t>を使用します。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弾丸のヒットエフェクトで練習します。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3158318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イベント同期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33970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err="1">
                <a:solidFill>
                  <a:srgbClr val="FF0000"/>
                </a:solidFill>
              </a:rPr>
              <a:t>Player.cs</a:t>
            </a:r>
            <a:r>
              <a:rPr lang="ja-JP" altLang="en-US" sz="2400" dirty="0"/>
              <a:t>を開きます。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C2984B91-78B7-47AD-B921-F0D04A3005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8906658" cy="4787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49906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イベント同期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33970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err="1">
                <a:solidFill>
                  <a:srgbClr val="FF0000"/>
                </a:solidFill>
              </a:rPr>
              <a:t>Player.cs</a:t>
            </a:r>
            <a:r>
              <a:rPr lang="ja-JP" altLang="en-US" sz="2400" dirty="0"/>
              <a:t>を書きます。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46A9C9F3-24E8-4AF4-87ED-A297C91CD2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10088383" cy="2619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5182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イベント同期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0278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err="1">
                <a:solidFill>
                  <a:srgbClr val="FF0000"/>
                </a:solidFill>
              </a:rPr>
              <a:t>Bullet.cs</a:t>
            </a:r>
            <a:r>
              <a:rPr lang="ja-JP" altLang="en-US" sz="2400" dirty="0"/>
              <a:t>を開き、先ほどの関数を呼び出します。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316DEF86-4F4B-499C-B6D8-3803EFD39E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6866191" cy="4503631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D66F3907-1AF7-4409-93E2-D58FB251A22F}"/>
              </a:ext>
            </a:extLst>
          </p:cNvPr>
          <p:cNvSpPr/>
          <p:nvPr/>
        </p:nvSpPr>
        <p:spPr>
          <a:xfrm>
            <a:off x="2980403" y="4521201"/>
            <a:ext cx="4453330" cy="482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962593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イベント同期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3262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動作確認しましょう。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3394918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682</TotalTime>
  <Words>132</Words>
  <Application>Microsoft Office PowerPoint</Application>
  <PresentationFormat>ワイド画面</PresentationFormat>
  <Paragraphs>24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64</cp:revision>
  <dcterms:created xsi:type="dcterms:W3CDTF">2024-08-27T02:15:54Z</dcterms:created>
  <dcterms:modified xsi:type="dcterms:W3CDTF">2026-08-24T06:06:08Z</dcterms:modified>
</cp:coreProperties>
</file>