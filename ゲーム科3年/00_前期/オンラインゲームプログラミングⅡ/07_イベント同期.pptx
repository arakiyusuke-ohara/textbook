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弾丸やエネミーなど、</a:t>
            </a:r>
            <a:endParaRPr lang="en-US" altLang="ja-JP" sz="2400" dirty="0"/>
          </a:p>
          <a:p>
            <a:r>
              <a:rPr lang="ja-JP" altLang="en-US" sz="2400" dirty="0"/>
              <a:t>ゲームに直接干渉するオブジェクトは同期する必要がありますが、</a:t>
            </a:r>
            <a:endParaRPr lang="en-US" altLang="ja-JP" sz="2400" dirty="0"/>
          </a:p>
          <a:p>
            <a:r>
              <a:rPr lang="ja-JP" altLang="en-US" sz="2400" dirty="0"/>
              <a:t>オンラインゲームには完ぺきに同期しなくてもよいオブジェクトもあります。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■例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・エフェクト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SE</a:t>
            </a:r>
            <a:r>
              <a:rPr lang="ja-JP" altLang="en-US" sz="2400" dirty="0"/>
              <a:t>再生</a:t>
            </a:r>
            <a:endParaRPr lang="en-US" altLang="ja-JP" sz="2400" dirty="0"/>
          </a:p>
          <a:p>
            <a:r>
              <a:rPr lang="ja-JP" altLang="en-US" sz="2400" dirty="0"/>
              <a:t>・カメラ演出</a:t>
            </a:r>
            <a:endParaRPr lang="en-US" altLang="ja-JP" sz="2400" dirty="0"/>
          </a:p>
          <a:p>
            <a:r>
              <a:rPr lang="ja-JP" altLang="en-US" sz="2400" dirty="0"/>
              <a:t>など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48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タイミングや位置を完ぺきに同期しなくてもよいもの</a:t>
            </a:r>
            <a:r>
              <a:rPr lang="ja-JP" altLang="en-US" sz="2400" dirty="0"/>
              <a:t>まで、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Spawn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で同期させると、処理コストの負担が大きくなります。</a:t>
            </a:r>
            <a:endParaRPr lang="en-US" altLang="ja-JP" sz="2400" dirty="0"/>
          </a:p>
          <a:p>
            <a:r>
              <a:rPr lang="ja-JP" altLang="en-US" sz="2400" dirty="0"/>
              <a:t>このような場合は</a:t>
            </a:r>
            <a:r>
              <a:rPr lang="en-US" altLang="ja-JP" sz="2400" b="1" dirty="0">
                <a:solidFill>
                  <a:srgbClr val="FF0000"/>
                </a:solidFill>
              </a:rPr>
              <a:t>RPC</a:t>
            </a:r>
            <a:r>
              <a:rPr lang="ja-JP" altLang="en-US" sz="2400" b="1" dirty="0">
                <a:solidFill>
                  <a:srgbClr val="FF0000"/>
                </a:solidFill>
              </a:rPr>
              <a:t>（イベント同期）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弾丸のヒットエフェクトで練習します。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15831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7048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Player.cs</a:t>
            </a:r>
            <a:r>
              <a:rPr lang="ja-JP" altLang="en-US" sz="2400" dirty="0"/>
              <a:t>を追記します。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6A9C9F3-24E8-4AF4-87ED-A297C91CD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088383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518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278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Bullet.cs</a:t>
            </a:r>
            <a:r>
              <a:rPr lang="ja-JP" altLang="en-US" sz="2400" dirty="0"/>
              <a:t>を開き、先ほどの関数を呼び出します。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16DEF86-4F4B-499C-B6D8-3803EFD39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866191" cy="4503631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66F3907-1AF7-4409-93E2-D58FB251A22F}"/>
              </a:ext>
            </a:extLst>
          </p:cNvPr>
          <p:cNvSpPr/>
          <p:nvPr/>
        </p:nvSpPr>
        <p:spPr>
          <a:xfrm>
            <a:off x="2980403" y="4521201"/>
            <a:ext cx="4453330" cy="4826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6259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39491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イベント同期には</a:t>
            </a:r>
            <a:r>
              <a:rPr lang="en-US" altLang="ja-JP" sz="2400" dirty="0"/>
              <a:t>RPC</a:t>
            </a:r>
            <a:r>
              <a:rPr lang="ja-JP" altLang="en-US" sz="2400" dirty="0"/>
              <a:t>関数を使用します。</a:t>
            </a:r>
            <a:r>
              <a:rPr lang="en-US" altLang="ja-JP" sz="2400" dirty="0"/>
              <a:t>RPC</a:t>
            </a:r>
            <a:r>
              <a:rPr lang="ja-JP" altLang="en-US" sz="2400" dirty="0"/>
              <a:t>関数とは、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ネットワーク経由でクライアントやサーバーに関数を呼ばせる仕組み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CA2C7D9-34F7-41C4-91DA-12AD56688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088383" cy="2619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41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25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ja-JP" altLang="en-US" sz="2400" dirty="0"/>
              <a:t>とは、この関数を呼び出し権限になります。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CD2F4E4-AA0E-4B2E-A1FB-62759BDFA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64011" cy="4639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78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それぞれ以下のような意味となります。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・・・サーバーが呼び出せる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・・・クライアントが呼び出せる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Proxies</a:t>
            </a:r>
            <a:r>
              <a:rPr lang="en-US" altLang="ja-JP" sz="2400" dirty="0"/>
              <a:t>		</a:t>
            </a:r>
            <a:r>
              <a:rPr lang="ja-JP" altLang="en-US" sz="2400" dirty="0"/>
              <a:t>・・・自分以外のクライアントが呼び出せる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All</a:t>
            </a:r>
            <a:r>
              <a:rPr lang="en-US" altLang="ja-JP" sz="2400" dirty="0"/>
              <a:t>			</a:t>
            </a:r>
            <a:r>
              <a:rPr lang="ja-JP" altLang="en-US" sz="2400" dirty="0"/>
              <a:t>・・・全員呼び出せる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ja-JP" altLang="en-US" sz="2400" dirty="0"/>
              <a:t>の関数をクライアント側で呼び出しても、</a:t>
            </a:r>
            <a:endParaRPr lang="en-US" altLang="ja-JP" sz="2400" dirty="0"/>
          </a:p>
          <a:p>
            <a:r>
              <a:rPr lang="ja-JP" altLang="en-US" sz="2400" dirty="0"/>
              <a:t>何も起きません。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今回はサーバー側で当たり判定してヒットしたときのエフェクトなので、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RpcSources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56237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803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ja-JP" altLang="en-US" sz="2400" dirty="0"/>
              <a:t>とは、この関数を実行するターゲットになります。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D4074CA-2C27-42DE-BDDD-EC3170219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73538" cy="4867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3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イベント同期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80241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それぞれ以下のような意味となります。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StateAuthority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・・・サーバーが実行する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en-US" altLang="ja-JP" sz="2400" dirty="0"/>
              <a:t>	</a:t>
            </a:r>
            <a:r>
              <a:rPr lang="ja-JP" altLang="en-US" sz="2400" dirty="0"/>
              <a:t>・・・自分自身だけ実行する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Proxies</a:t>
            </a:r>
            <a:r>
              <a:rPr lang="en-US" altLang="ja-JP" sz="2400" dirty="0"/>
              <a:t>		</a:t>
            </a:r>
            <a:r>
              <a:rPr lang="ja-JP" altLang="en-US" sz="2400" dirty="0"/>
              <a:t>・・・自分以外のクライアントが実行する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7030A0"/>
                </a:solidFill>
              </a:rPr>
              <a:t>All</a:t>
            </a:r>
            <a:r>
              <a:rPr lang="en-US" altLang="ja-JP" sz="2400" dirty="0"/>
              <a:t>			</a:t>
            </a:r>
            <a:r>
              <a:rPr lang="ja-JP" altLang="en-US" sz="2400" dirty="0"/>
              <a:t>・・・全員実行する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今回は</a:t>
            </a:r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 err="1"/>
              <a:t>.</a:t>
            </a:r>
            <a:r>
              <a:rPr lang="en-US" altLang="ja-JP" sz="2400" b="1" dirty="0" err="1">
                <a:solidFill>
                  <a:srgbClr val="7030A0"/>
                </a:solidFill>
              </a:rPr>
              <a:t>All</a:t>
            </a:r>
            <a:r>
              <a:rPr lang="ja-JP" altLang="en-US" sz="2400" dirty="0"/>
              <a:t>なので、全員がエフェクトを発生させます。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※</a:t>
            </a:r>
            <a:r>
              <a:rPr lang="ja-JP" altLang="en-US" sz="2400" dirty="0"/>
              <a:t>サーバーはエフェクトを出さなくて良いので、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/>
              <a:t>.</a:t>
            </a:r>
            <a:r>
              <a:rPr lang="en-US" altLang="ja-JP" sz="2400" b="1" dirty="0">
                <a:solidFill>
                  <a:srgbClr val="7030A0"/>
                </a:solidFill>
              </a:rPr>
              <a:t> </a:t>
            </a:r>
            <a:r>
              <a:rPr lang="en-US" altLang="ja-JP" sz="2400" b="1" dirty="0" err="1">
                <a:solidFill>
                  <a:srgbClr val="7030A0"/>
                </a:solidFill>
              </a:rPr>
              <a:t>InputAuthority</a:t>
            </a:r>
            <a:r>
              <a:rPr lang="en-US" altLang="ja-JP" sz="2400" b="1" dirty="0">
                <a:solidFill>
                  <a:srgbClr val="7030A0"/>
                </a:solidFill>
              </a:rPr>
              <a:t> | </a:t>
            </a:r>
            <a:r>
              <a:rPr lang="en-US" altLang="ja-JP" sz="2400" b="1" dirty="0" err="1">
                <a:solidFill>
                  <a:srgbClr val="00B050"/>
                </a:solidFill>
              </a:rPr>
              <a:t>RpcTargets</a:t>
            </a:r>
            <a:r>
              <a:rPr lang="en-US" altLang="ja-JP" sz="2400" dirty="0"/>
              <a:t>.</a:t>
            </a:r>
            <a:r>
              <a:rPr lang="en-US" altLang="ja-JP" sz="2400" b="1" dirty="0">
                <a:solidFill>
                  <a:srgbClr val="7030A0"/>
                </a:solidFill>
              </a:rPr>
              <a:t> Proxies </a:t>
            </a:r>
            <a:r>
              <a:rPr lang="ja-JP" altLang="en-US" sz="2400" dirty="0"/>
              <a:t>でも良いです。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2861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768</TotalTime>
  <Words>355</Words>
  <Application>Microsoft Office PowerPoint</Application>
  <PresentationFormat>ワイド画面</PresentationFormat>
  <Paragraphs>54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69</cp:revision>
  <dcterms:created xsi:type="dcterms:W3CDTF">2024-08-27T02:15:54Z</dcterms:created>
  <dcterms:modified xsi:type="dcterms:W3CDTF">2026-08-26T02:59:22Z</dcterms:modified>
</cp:coreProperties>
</file>