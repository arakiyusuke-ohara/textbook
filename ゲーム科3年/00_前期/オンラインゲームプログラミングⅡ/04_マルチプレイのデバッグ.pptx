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オンラインマルチプレイゲームのデバッグを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人で行うには、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ゲームを複数立ち上げる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  <a:p>
            <a:r>
              <a:rPr kumimoji="1" lang="ja-JP" altLang="en-US" sz="2400" dirty="0"/>
              <a:t>ただし、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Unity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は同じプロジェクトを複数開くことはできません。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ゲームを複数立ち上げるには、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実行ファイルを作成</a:t>
            </a:r>
            <a:r>
              <a:rPr kumimoji="1" lang="ja-JP" altLang="en-US" sz="2400" dirty="0"/>
              <a:t>する必要があります。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99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Edit &gt; Project Setting</a:t>
            </a:r>
            <a:r>
              <a:rPr kumimoji="1" lang="ja-JP" altLang="en-US" sz="2400" dirty="0"/>
              <a:t>」を選択します。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C149D44-C5B7-4116-AEAB-677DA84AC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274270" cy="4712287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23EA2F6C-2083-444E-907C-D30C8CC08F54}"/>
              </a:ext>
            </a:extLst>
          </p:cNvPr>
          <p:cNvSpPr/>
          <p:nvPr/>
        </p:nvSpPr>
        <p:spPr>
          <a:xfrm rot="13546938">
            <a:off x="1740173" y="6349230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E16533D1-F94C-49AF-8B9D-EB6DF5FBDA2F}"/>
              </a:ext>
            </a:extLst>
          </p:cNvPr>
          <p:cNvSpPr/>
          <p:nvPr/>
        </p:nvSpPr>
        <p:spPr>
          <a:xfrm rot="13546938">
            <a:off x="897491" y="2099960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121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9792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Player</a:t>
            </a:r>
            <a:r>
              <a:rPr kumimoji="1" lang="ja-JP" altLang="en-US" sz="2400" dirty="0"/>
              <a:t>」を選択して、ゲームが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ウィンドウモード</a:t>
            </a:r>
            <a:r>
              <a:rPr kumimoji="1" lang="ja-JP" altLang="en-US" sz="2400" dirty="0"/>
              <a:t>で起動するようにします。</a:t>
            </a:r>
            <a:endParaRPr kumimoji="1" lang="en-US" altLang="ja-JP" sz="2400" dirty="0"/>
          </a:p>
          <a:p>
            <a:endParaRPr kumimoji="1"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03179EC-1A03-45FA-BA1C-6378C8D69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91387"/>
            <a:ext cx="3210241" cy="327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224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Fullscreen Mode</a:t>
            </a:r>
            <a:r>
              <a:rPr kumimoji="1" lang="ja-JP" altLang="en-US" sz="2400" dirty="0"/>
              <a:t>」を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Windowed</a:t>
            </a:r>
            <a:r>
              <a:rPr kumimoji="1" lang="ja-JP" altLang="en-US" sz="2400" dirty="0"/>
              <a:t>に切り替えます。</a:t>
            </a:r>
            <a:endParaRPr kumimoji="1" lang="en-US" altLang="ja-JP" sz="2400" dirty="0"/>
          </a:p>
          <a:p>
            <a:r>
              <a:rPr lang="ja-JP" altLang="en-US" sz="2400" dirty="0"/>
              <a:t>その下は画面サイズになるので以下のように設定します。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FF49E5A-CE66-44BA-A790-4B5E826E8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007271" cy="334409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BA6B3A0-9BF6-4F01-B6CB-71EA941C95A7}"/>
              </a:ext>
            </a:extLst>
          </p:cNvPr>
          <p:cNvSpPr/>
          <p:nvPr/>
        </p:nvSpPr>
        <p:spPr>
          <a:xfrm>
            <a:off x="4482353" y="3818965"/>
            <a:ext cx="1721223" cy="118334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6180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842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続いて実行ファイルを保存する</a:t>
            </a:r>
            <a:r>
              <a:rPr kumimoji="1" lang="en-US" altLang="ja-JP" sz="2400" dirty="0"/>
              <a:t>Exe</a:t>
            </a:r>
            <a:r>
              <a:rPr kumimoji="1" lang="ja-JP" altLang="en-US" sz="2400" dirty="0"/>
              <a:t>フォルダを作ります。</a:t>
            </a:r>
            <a:endParaRPr kumimoji="1" lang="en-US" altLang="ja-JP" sz="2400" dirty="0"/>
          </a:p>
          <a:p>
            <a:r>
              <a:rPr lang="ja-JP" altLang="en-US" sz="2400" dirty="0"/>
              <a:t>プロジェクトと同じ場所がおすすめです。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175FC8F-C981-434E-9055-289E1166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494836" cy="234005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0811BE5-F9B2-46C4-AF8E-65D647D99920}"/>
              </a:ext>
            </a:extLst>
          </p:cNvPr>
          <p:cNvSpPr/>
          <p:nvPr/>
        </p:nvSpPr>
        <p:spPr>
          <a:xfrm>
            <a:off x="905436" y="3146613"/>
            <a:ext cx="1721223" cy="555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65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684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実行ファイルを作成します。</a:t>
            </a:r>
            <a:endParaRPr kumimoji="1" lang="en-US" altLang="ja-JP" sz="2400" dirty="0"/>
          </a:p>
          <a:p>
            <a:r>
              <a:rPr lang="ja-JP" altLang="en-US" sz="2400" dirty="0"/>
              <a:t>「</a:t>
            </a:r>
            <a:r>
              <a:rPr lang="en-US" altLang="ja-JP" sz="2400" b="1" dirty="0">
                <a:solidFill>
                  <a:srgbClr val="FF0000"/>
                </a:solidFill>
              </a:rPr>
              <a:t>File &gt; Build Setting</a:t>
            </a:r>
            <a:r>
              <a:rPr lang="ja-JP" altLang="en-US" sz="2400" dirty="0"/>
              <a:t>」を選択しましょう。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6AA857C-2B62-4D30-B9D2-E83290A3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5"/>
            <a:ext cx="4120999" cy="409689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D3AE28CC-B34F-4E2B-B911-073B2534AADE}"/>
              </a:ext>
            </a:extLst>
          </p:cNvPr>
          <p:cNvSpPr/>
          <p:nvPr/>
        </p:nvSpPr>
        <p:spPr>
          <a:xfrm rot="13546938">
            <a:off x="861632" y="2682665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6DC39D31-3940-449C-9426-7C00A307D7FD}"/>
              </a:ext>
            </a:extLst>
          </p:cNvPr>
          <p:cNvSpPr/>
          <p:nvPr/>
        </p:nvSpPr>
        <p:spPr>
          <a:xfrm rot="13546938">
            <a:off x="2197374" y="5963474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3258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762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ゲームに使用するシーンを</a:t>
            </a:r>
            <a:r>
              <a:rPr kumimoji="1" lang="en-US" altLang="ja-JP" sz="2400" dirty="0"/>
              <a:t>Scene In Build</a:t>
            </a:r>
            <a:r>
              <a:rPr kumimoji="1" lang="ja-JP" altLang="en-US" sz="2400" dirty="0"/>
              <a:t>に追加します。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122D19B-1CDA-46F7-9228-1421F50AC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3324689" cy="4477375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8650844-8112-494D-A63C-7D5CA5EABE31}"/>
              </a:ext>
            </a:extLst>
          </p:cNvPr>
          <p:cNvCxnSpPr/>
          <p:nvPr/>
        </p:nvCxnSpPr>
        <p:spPr>
          <a:xfrm flipV="1">
            <a:off x="1066800" y="2402541"/>
            <a:ext cx="1335741" cy="30031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8782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85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Build</a:t>
            </a:r>
            <a:r>
              <a:rPr kumimoji="1" lang="ja-JP" altLang="en-US" sz="2400" dirty="0"/>
              <a:t>ボタンから実行ファイルが作成されます。</a:t>
            </a:r>
            <a:endParaRPr kumimoji="1" lang="en-US" altLang="ja-JP" sz="2400" dirty="0"/>
          </a:p>
          <a:p>
            <a:r>
              <a:rPr lang="ja-JP" altLang="en-US" sz="2400" dirty="0"/>
              <a:t>保存場所は</a:t>
            </a:r>
            <a:r>
              <a:rPr lang="en-US" altLang="ja-JP" sz="2400" dirty="0"/>
              <a:t>Exe</a:t>
            </a:r>
            <a:r>
              <a:rPr lang="ja-JP" altLang="en-US" sz="2400" dirty="0"/>
              <a:t>フォルダを選択しましょう。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693CC7B-E854-4AF8-A804-4EDC3A7FD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802317" cy="4477631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94613D1-91BC-4E04-988F-3DE738F0F9CA}"/>
              </a:ext>
            </a:extLst>
          </p:cNvPr>
          <p:cNvSpPr/>
          <p:nvPr/>
        </p:nvSpPr>
        <p:spPr>
          <a:xfrm rot="13546938">
            <a:off x="4151680" y="6545568"/>
            <a:ext cx="329964" cy="238377"/>
          </a:xfrm>
          <a:prstGeom prst="rightArrow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50699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4687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Exe</a:t>
            </a:r>
            <a:r>
              <a:rPr kumimoji="1" lang="ja-JP" altLang="en-US" sz="2400" dirty="0"/>
              <a:t>ファイルからゲームを起動することができます。</a:t>
            </a:r>
            <a:endParaRPr kumimoji="1" lang="en-US" altLang="ja-JP" sz="2400" dirty="0"/>
          </a:p>
          <a:p>
            <a:r>
              <a:rPr kumimoji="1" lang="en-US" altLang="ja-JP" sz="2400" dirty="0"/>
              <a:t>Exe</a:t>
            </a:r>
            <a:r>
              <a:rPr kumimoji="1" lang="ja-JP" altLang="en-US" sz="2400" dirty="0"/>
              <a:t>ファイルではいくつでもゲームを起動できます。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90FC8B1-3601-4CF6-8C5C-25E2AC235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780340" cy="371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605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マルチプレイのデバッグ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157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Exe</a:t>
            </a:r>
            <a:r>
              <a:rPr kumimoji="1" lang="ja-JP" altLang="en-US" sz="2400" dirty="0"/>
              <a:t>でゲームを起動した状態で</a:t>
            </a:r>
            <a:r>
              <a:rPr kumimoji="1" lang="en-US" altLang="ja-JP" sz="2400" dirty="0"/>
              <a:t>Unity</a:t>
            </a:r>
            <a:r>
              <a:rPr kumimoji="1" lang="ja-JP" altLang="en-US" sz="2400" dirty="0"/>
              <a:t>側で実行しましょう。</a:t>
            </a:r>
            <a:endParaRPr kumimoji="1" lang="en-US" altLang="ja-JP" sz="2400" dirty="0"/>
          </a:p>
          <a:p>
            <a:r>
              <a:rPr lang="ja-JP" altLang="en-US" sz="2400" dirty="0"/>
              <a:t>これでマルチプレイ中のデバッグが可能になります。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C6B559B-1AD8-499D-9FB7-CBC216DBC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307517" cy="417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58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241</Words>
  <Application>Microsoft Office PowerPoint</Application>
  <PresentationFormat>ワイド画面</PresentationFormat>
  <Paragraphs>30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34</cp:revision>
  <dcterms:created xsi:type="dcterms:W3CDTF">2024-08-27T02:15:54Z</dcterms:created>
  <dcterms:modified xsi:type="dcterms:W3CDTF">2025-01-20T02:12:11Z</dcterms:modified>
</cp:coreProperties>
</file>