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hotonengine.com/ja-jp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796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でオンラインゲームを作るには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Photon</a:t>
            </a:r>
            <a:r>
              <a:rPr kumimoji="1" lang="ja-JP" altLang="en-US" sz="2400" dirty="0"/>
              <a:t>というツールを使います。</a:t>
            </a:r>
            <a:endParaRPr kumimoji="1" lang="en-US" altLang="ja-JP" sz="2400" dirty="0"/>
          </a:p>
          <a:p>
            <a:r>
              <a:rPr lang="en-US" altLang="ja-JP" sz="2400" dirty="0"/>
              <a:t>Photon</a:t>
            </a:r>
            <a:r>
              <a:rPr lang="ja-JP" altLang="en-US" sz="2400" dirty="0"/>
              <a:t>は</a:t>
            </a:r>
            <a:r>
              <a:rPr lang="en-US" altLang="ja-JP" sz="2400" dirty="0"/>
              <a:t>Unity</a:t>
            </a:r>
            <a:r>
              <a:rPr lang="ja-JP" altLang="en-US" sz="2400" dirty="0"/>
              <a:t>によるオンラインマルチプレイゲーム開発をサポートしており、</a:t>
            </a:r>
            <a:endParaRPr lang="en-US" altLang="ja-JP" sz="2400" dirty="0"/>
          </a:p>
          <a:p>
            <a:r>
              <a:rPr lang="ja-JP" altLang="en-US" sz="2400" dirty="0"/>
              <a:t>オンライン要素のあるゲーム開発にも、よく使われています。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E9B5D74-5A66-40CC-9BEE-7C62F9F55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99591" cy="397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7301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Photon</a:t>
            </a:r>
            <a:r>
              <a:rPr lang="ja-JP" altLang="en-US" sz="2400" dirty="0"/>
              <a:t>を使うには</a:t>
            </a:r>
            <a:r>
              <a:rPr lang="ja-JP" altLang="en-US" sz="2400" b="1" dirty="0">
                <a:solidFill>
                  <a:srgbClr val="FF0000"/>
                </a:solidFill>
              </a:rPr>
              <a:t>アカウントが必要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kumimoji="1" lang="en-US" altLang="ja-JP" sz="2400" dirty="0"/>
              <a:t>Photon</a:t>
            </a:r>
            <a:r>
              <a:rPr kumimoji="1" lang="ja-JP" altLang="en-US" sz="2400" dirty="0"/>
              <a:t>公式サイトからアカウントを作成しましょう。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Photon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公式リンク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>
                <a:hlinkClick r:id="rId2"/>
              </a:rPr>
              <a:t>グローバル　クロスプラットフォーム　リアルタイムゲーム開発 </a:t>
            </a:r>
            <a:r>
              <a:rPr lang="en-US" altLang="ja-JP" sz="2400" dirty="0">
                <a:hlinkClick r:id="rId2"/>
              </a:rPr>
              <a:t>| Photon Engine</a:t>
            </a:r>
            <a:endParaRPr lang="en-US" altLang="ja-JP" sz="2400" dirty="0"/>
          </a:p>
          <a:p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アカウントを作ったらサインインしましょう。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5775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サインインするとアカウントページに入ります。</a:t>
            </a:r>
            <a:endParaRPr lang="en-US" altLang="ja-JP" sz="2400" dirty="0"/>
          </a:p>
          <a:p>
            <a:r>
              <a:rPr kumimoji="1" lang="ja-JP" altLang="en-US" sz="2400" dirty="0"/>
              <a:t>ますは</a:t>
            </a:r>
            <a:r>
              <a:rPr kumimoji="1" lang="en-US" altLang="ja-JP" sz="2400" dirty="0"/>
              <a:t>App</a:t>
            </a:r>
            <a:r>
              <a:rPr kumimoji="1" lang="ja-JP" altLang="en-US" sz="2400" dirty="0"/>
              <a:t>を作成しましょう。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21B5D2E-A7E4-4B08-8B76-BC55EFFB9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887858" cy="3935370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9721777C-991D-4456-8F32-D5E96B15EDDC}"/>
              </a:ext>
            </a:extLst>
          </p:cNvPr>
          <p:cNvSpPr/>
          <p:nvPr/>
        </p:nvSpPr>
        <p:spPr>
          <a:xfrm rot="13414979">
            <a:off x="2321373" y="4876799"/>
            <a:ext cx="635000" cy="3979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3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各項目を記入しましょう。</a:t>
            </a:r>
            <a:endParaRPr kumimoji="1" lang="en-US" altLang="ja-JP" sz="2400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31237CB-94AE-4217-9B40-EBE947796124}"/>
              </a:ext>
            </a:extLst>
          </p:cNvPr>
          <p:cNvSpPr/>
          <p:nvPr/>
        </p:nvSpPr>
        <p:spPr>
          <a:xfrm>
            <a:off x="6784397" y="2976492"/>
            <a:ext cx="1710646" cy="3835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Fusion</a:t>
            </a:r>
            <a:r>
              <a:rPr kumimoji="1" lang="ja-JP" altLang="en-US" dirty="0">
                <a:solidFill>
                  <a:schemeClr val="tx1"/>
                </a:solidFill>
              </a:rPr>
              <a:t>に設定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3C0E8BB-26B9-4960-BDCC-E4381D6C1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6180391" cy="3366963"/>
          </a:xfrm>
          <a:prstGeom prst="rect">
            <a:avLst/>
          </a:prstGeom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E1E3DA4-E4CC-4D0C-9A08-D68AA39FED51}"/>
              </a:ext>
            </a:extLst>
          </p:cNvPr>
          <p:cNvSpPr/>
          <p:nvPr/>
        </p:nvSpPr>
        <p:spPr>
          <a:xfrm>
            <a:off x="567542" y="1875806"/>
            <a:ext cx="3132391" cy="985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E4C58CE-DFCD-4800-A151-D5CB49960C7F}"/>
              </a:ext>
            </a:extLst>
          </p:cNvPr>
          <p:cNvSpPr/>
          <p:nvPr/>
        </p:nvSpPr>
        <p:spPr>
          <a:xfrm>
            <a:off x="6784397" y="3429000"/>
            <a:ext cx="2630536" cy="3835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プロジェクト名が無難</a:t>
            </a:r>
          </a:p>
        </p:txBody>
      </p:sp>
    </p:spTree>
    <p:extLst>
      <p:ext uri="{BB962C8B-B14F-4D97-AF65-F5344CB8AC3E}">
        <p14:creationId xmlns:p14="http://schemas.microsoft.com/office/powerpoint/2010/main" val="3797418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作成した</a:t>
            </a:r>
            <a:r>
              <a:rPr lang="en-US" altLang="ja-JP" sz="2400" dirty="0"/>
              <a:t>App</a:t>
            </a:r>
            <a:r>
              <a:rPr lang="ja-JP" altLang="en-US" sz="2400" dirty="0"/>
              <a:t>は今後使用します。</a:t>
            </a:r>
            <a:endParaRPr lang="en-US" altLang="ja-JP" sz="2400" dirty="0"/>
          </a:p>
          <a:p>
            <a:r>
              <a:rPr lang="ja-JP" altLang="en-US" sz="2400" dirty="0"/>
              <a:t>いつでもこのページを開けるようにしておきましょう。</a:t>
            </a:r>
            <a:endParaRPr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6446AFF-0C05-4940-8135-D380248AC4C6}"/>
              </a:ext>
            </a:extLst>
          </p:cNvPr>
          <p:cNvSpPr txBox="1"/>
          <p:nvPr/>
        </p:nvSpPr>
        <p:spPr>
          <a:xfrm>
            <a:off x="4360931" y="6037554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※</a:t>
            </a:r>
            <a:r>
              <a:rPr lang="ja-JP" altLang="en-US" sz="2400" b="1" dirty="0">
                <a:solidFill>
                  <a:srgbClr val="00B050"/>
                </a:solidFill>
              </a:rPr>
              <a:t>ページをお気に入りにしておくとよいと思います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7730358-DC25-418B-8156-F01B1D590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401458" cy="380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8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次に</a:t>
            </a:r>
            <a:r>
              <a:rPr lang="en-US" altLang="ja-JP" sz="2400" dirty="0"/>
              <a:t>Photon</a:t>
            </a:r>
            <a:r>
              <a:rPr lang="ja-JP" altLang="en-US" sz="2400" dirty="0"/>
              <a:t>の</a:t>
            </a:r>
            <a:r>
              <a:rPr lang="en-US" altLang="ja-JP" sz="2400" dirty="0"/>
              <a:t>SDK</a:t>
            </a:r>
            <a:r>
              <a:rPr lang="ja-JP" altLang="en-US" sz="2400" dirty="0"/>
              <a:t>を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プロジェクトにインポートします。</a:t>
            </a:r>
            <a:endParaRPr lang="en-US" altLang="ja-JP" sz="2400" dirty="0"/>
          </a:p>
          <a:p>
            <a:r>
              <a:rPr lang="ja-JP" altLang="en-US" sz="2400" dirty="0"/>
              <a:t>まずは新規プロジェクトを作成しましょう。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02761A6-94E9-41E3-A97A-83AE0F05FB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64591" cy="363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268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44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Photon</a:t>
            </a:r>
            <a:r>
              <a:rPr lang="ja-JP" altLang="en-US" sz="2400" dirty="0"/>
              <a:t>のページの</a:t>
            </a:r>
            <a:r>
              <a:rPr lang="en-US" altLang="ja-JP" sz="2400" dirty="0"/>
              <a:t>SDK</a:t>
            </a:r>
            <a:r>
              <a:rPr lang="ja-JP" altLang="en-US" sz="2400" dirty="0"/>
              <a:t>をクリックします。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EA111A1-F6BA-4134-B73F-FCDD9985D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306458" cy="4819935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E142A3FF-EC10-4C60-9C4B-B661B13F145F}"/>
              </a:ext>
            </a:extLst>
          </p:cNvPr>
          <p:cNvSpPr/>
          <p:nvPr/>
        </p:nvSpPr>
        <p:spPr>
          <a:xfrm rot="13414979">
            <a:off x="5547173" y="2235200"/>
            <a:ext cx="635000" cy="3979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402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033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Photon Fusion SDK </a:t>
            </a:r>
            <a:r>
              <a:rPr lang="ja-JP" altLang="en-US" sz="2400" dirty="0"/>
              <a:t>をクリックしてダウンロードしましょう。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EA43507-C61A-4D8A-9782-D8AE5F97E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041191" cy="4181783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5A0278F6-BFD7-46F8-81DB-68521A315A72}"/>
              </a:ext>
            </a:extLst>
          </p:cNvPr>
          <p:cNvSpPr/>
          <p:nvPr/>
        </p:nvSpPr>
        <p:spPr>
          <a:xfrm rot="13414979">
            <a:off x="1965773" y="3869268"/>
            <a:ext cx="635000" cy="3979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239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581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ダウンロードした</a:t>
            </a:r>
            <a:r>
              <a:rPr lang="en-US" altLang="ja-JP" sz="2400" dirty="0"/>
              <a:t>Unity Package</a:t>
            </a:r>
            <a:r>
              <a:rPr lang="ja-JP" altLang="en-US" sz="2400" dirty="0"/>
              <a:t>ファイルを開くと、</a:t>
            </a:r>
            <a:endParaRPr lang="en-US" altLang="ja-JP" sz="2400" dirty="0"/>
          </a:p>
          <a:p>
            <a:r>
              <a:rPr lang="ja-JP" altLang="en-US" sz="2400" dirty="0"/>
              <a:t>開いているプロジェクトに</a:t>
            </a:r>
            <a:r>
              <a:rPr lang="en-US" altLang="ja-JP" sz="2400" dirty="0"/>
              <a:t>Photon Fusion SDK</a:t>
            </a:r>
            <a:r>
              <a:rPr lang="ja-JP" altLang="en-US" sz="2400" dirty="0"/>
              <a:t>がインポートされます。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493BB7-C872-42B8-8F43-C20F9E3AB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594866" cy="424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84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38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Photon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843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最初の画面から、</a:t>
            </a:r>
            <a:r>
              <a:rPr lang="en-US" altLang="ja-JP" sz="2400" dirty="0"/>
              <a:t>App</a:t>
            </a:r>
            <a:r>
              <a:rPr lang="ja-JP" altLang="en-US" sz="2400" dirty="0"/>
              <a:t>の</a:t>
            </a:r>
            <a:r>
              <a:rPr lang="en-US" altLang="ja-JP" sz="2400" dirty="0"/>
              <a:t>ID</a:t>
            </a:r>
            <a:r>
              <a:rPr lang="ja-JP" altLang="en-US" sz="2400" dirty="0"/>
              <a:t>を登録します。</a:t>
            </a:r>
            <a:endParaRPr lang="en-US" altLang="ja-JP" sz="2400" dirty="0"/>
          </a:p>
          <a:p>
            <a:r>
              <a:rPr lang="ja-JP" altLang="en-US" sz="2400" dirty="0"/>
              <a:t>これで準備完了です。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68C21F-1251-4A19-A041-C8608B542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229" y="2187126"/>
            <a:ext cx="5426770" cy="3844822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A0FD1B3-6028-44CC-831B-08CA61EBE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4588658" cy="248552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AFAFF6-27AD-4B64-83A0-4763CE95A0B0}"/>
              </a:ext>
            </a:extLst>
          </p:cNvPr>
          <p:cNvSpPr/>
          <p:nvPr/>
        </p:nvSpPr>
        <p:spPr>
          <a:xfrm>
            <a:off x="685799" y="2631469"/>
            <a:ext cx="1989667" cy="2592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DC743F-6528-465F-A31C-29C6A2A74009}"/>
              </a:ext>
            </a:extLst>
          </p:cNvPr>
          <p:cNvSpPr/>
          <p:nvPr/>
        </p:nvSpPr>
        <p:spPr>
          <a:xfrm>
            <a:off x="7408333" y="5036002"/>
            <a:ext cx="3149599" cy="2592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224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227</Words>
  <Application>Microsoft Office PowerPoint</Application>
  <PresentationFormat>ワイド画面</PresentationFormat>
  <Paragraphs>37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23</cp:revision>
  <dcterms:created xsi:type="dcterms:W3CDTF">2024-08-27T02:15:54Z</dcterms:created>
  <dcterms:modified xsi:type="dcterms:W3CDTF">2026-04-24T02:50:43Z</dcterms:modified>
</cp:coreProperties>
</file>