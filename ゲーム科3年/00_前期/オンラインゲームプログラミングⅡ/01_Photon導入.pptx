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hotonengine.com/ja-jp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assetstore.unity.com/?srsltid=AfmBOoovHwomNEcsHDRdpQELbQBgo0AJnKz6bTfcPDUAZVomxk_8sLJV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ssetstore.unity.com/packages/tools/network/pun-2-free-119922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384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Photon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17966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Unity</a:t>
            </a:r>
            <a:r>
              <a:rPr kumimoji="1" lang="ja-JP" altLang="en-US" sz="2400" dirty="0"/>
              <a:t>でオンラインゲームを作るには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Photon</a:t>
            </a:r>
            <a:r>
              <a:rPr kumimoji="1" lang="ja-JP" altLang="en-US" sz="2400" dirty="0"/>
              <a:t>というツールを使います。</a:t>
            </a:r>
            <a:endParaRPr kumimoji="1" lang="en-US" altLang="ja-JP" sz="2400" dirty="0"/>
          </a:p>
          <a:p>
            <a:r>
              <a:rPr lang="en-US" altLang="ja-JP" sz="2400" dirty="0"/>
              <a:t>Photon</a:t>
            </a:r>
            <a:r>
              <a:rPr lang="ja-JP" altLang="en-US" sz="2400" dirty="0"/>
              <a:t>は</a:t>
            </a:r>
            <a:r>
              <a:rPr lang="en-US" altLang="ja-JP" sz="2400" dirty="0"/>
              <a:t>Unity</a:t>
            </a:r>
            <a:r>
              <a:rPr lang="ja-JP" altLang="en-US" sz="2400" dirty="0"/>
              <a:t>によるオンラインマルチプレイゲーム開発をサポートしており、</a:t>
            </a:r>
            <a:endParaRPr lang="en-US" altLang="ja-JP" sz="2400" dirty="0"/>
          </a:p>
          <a:p>
            <a:r>
              <a:rPr lang="ja-JP" altLang="en-US" sz="2400" dirty="0"/>
              <a:t>オンライン要素のあるゲームには、ほぼ確実に使われています。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なお</a:t>
            </a:r>
            <a:r>
              <a:rPr lang="en-US" altLang="ja-JP" sz="2400" dirty="0"/>
              <a:t>Photon</a:t>
            </a:r>
            <a:r>
              <a:rPr lang="ja-JP" altLang="en-US" sz="2400" dirty="0"/>
              <a:t>は</a:t>
            </a:r>
            <a:r>
              <a:rPr lang="en-US" altLang="ja-JP" sz="2400" dirty="0"/>
              <a:t>Unity</a:t>
            </a:r>
            <a:r>
              <a:rPr lang="ja-JP" altLang="en-US" sz="2400" dirty="0"/>
              <a:t>以外もサポートしており、</a:t>
            </a:r>
            <a:endParaRPr lang="en-US" altLang="ja-JP" sz="2400" dirty="0"/>
          </a:p>
          <a:p>
            <a:r>
              <a:rPr kumimoji="1" lang="en-US" altLang="ja-JP" sz="2400" dirty="0"/>
              <a:t>Unity</a:t>
            </a:r>
            <a:r>
              <a:rPr kumimoji="1" lang="ja-JP" altLang="en-US" sz="2400" dirty="0"/>
              <a:t>向けの</a:t>
            </a:r>
            <a:r>
              <a:rPr kumimoji="1" lang="en-US" altLang="ja-JP" sz="2400" dirty="0"/>
              <a:t>Photon</a:t>
            </a:r>
            <a:r>
              <a:rPr kumimoji="1" lang="ja-JP" altLang="en-US" sz="2400" dirty="0"/>
              <a:t>サービスを、</a:t>
            </a:r>
            <a:endParaRPr kumimoji="1"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PUN2(Photon Unity Networking 2)</a:t>
            </a:r>
            <a:r>
              <a:rPr kumimoji="1" lang="ja-JP" altLang="en-US" sz="2400" dirty="0"/>
              <a:t>と</a:t>
            </a:r>
            <a:r>
              <a:rPr lang="ja-JP" altLang="en-US" sz="2400" dirty="0"/>
              <a:t>呼ばれています。</a:t>
            </a:r>
            <a:endParaRPr kumimoji="1" lang="en-US" altLang="ja-JP" sz="2400" dirty="0"/>
          </a:p>
        </p:txBody>
      </p:sp>
      <p:pic>
        <p:nvPicPr>
          <p:cNvPr id="1026" name="Picture 2" descr="screenshot">
            <a:extLst>
              <a:ext uri="{FF2B5EF4-FFF2-40B4-BE49-F238E27FC236}">
                <a16:creationId xmlns:a16="http://schemas.microsoft.com/office/drawing/2014/main" id="{5C6D11E8-EC12-4580-948F-0314D7C49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42" y="4033785"/>
            <a:ext cx="3598708" cy="2399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384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Photon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47301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Photon</a:t>
            </a:r>
            <a:r>
              <a:rPr lang="ja-JP" altLang="en-US" sz="2400" dirty="0"/>
              <a:t>を使うには</a:t>
            </a:r>
            <a:r>
              <a:rPr lang="ja-JP" altLang="en-US" sz="2400" b="1" dirty="0">
                <a:solidFill>
                  <a:srgbClr val="FF0000"/>
                </a:solidFill>
              </a:rPr>
              <a:t>アカウントが必要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kumimoji="1" lang="en-US" altLang="ja-JP" sz="2400" dirty="0"/>
              <a:t>Photon</a:t>
            </a:r>
            <a:r>
              <a:rPr kumimoji="1" lang="ja-JP" altLang="en-US" sz="2400" dirty="0"/>
              <a:t>公式サイトからアカウントを作成しましょう。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Photon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公式リンク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>
                <a:hlinkClick r:id="rId2"/>
              </a:rPr>
              <a:t>グローバル　クロスプラットフォーム　リアルタイムゲーム開発 </a:t>
            </a:r>
            <a:r>
              <a:rPr lang="en-US" altLang="ja-JP" sz="2400" dirty="0">
                <a:hlinkClick r:id="rId2"/>
              </a:rPr>
              <a:t>| Photon Engine</a:t>
            </a:r>
            <a:endParaRPr lang="en-US" altLang="ja-JP" sz="2400" dirty="0"/>
          </a:p>
          <a:p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アカウントを作ったらサインインしましょう。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75775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384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Photon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サインインするとアカウントページに入ります。</a:t>
            </a:r>
            <a:endParaRPr lang="en-US" altLang="ja-JP" sz="2400" dirty="0"/>
          </a:p>
          <a:p>
            <a:r>
              <a:rPr kumimoji="1" lang="ja-JP" altLang="en-US" sz="2400" dirty="0"/>
              <a:t>アカウントページからは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サーバーを作成</a:t>
            </a:r>
            <a:r>
              <a:rPr kumimoji="1" lang="ja-JP" altLang="en-US" sz="2400" dirty="0"/>
              <a:t>することができます。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E872D6A-5609-43DB-96FC-3C9243783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8802410" cy="429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308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384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Photon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「アプリケーション　＞　</a:t>
            </a:r>
            <a:r>
              <a:rPr lang="en-US" altLang="ja-JP" sz="2400" b="1" dirty="0">
                <a:solidFill>
                  <a:srgbClr val="FF0000"/>
                </a:solidFill>
              </a:rPr>
              <a:t>Public Cloud</a:t>
            </a:r>
            <a:r>
              <a:rPr lang="ja-JP" altLang="en-US" sz="2400" b="1" dirty="0">
                <a:solidFill>
                  <a:srgbClr val="FF0000"/>
                </a:solidFill>
              </a:rPr>
              <a:t>」</a:t>
            </a:r>
            <a:r>
              <a:rPr lang="en-US" altLang="ja-JP" sz="2400" b="1" dirty="0">
                <a:solidFill>
                  <a:srgbClr val="FF0000"/>
                </a:solidFill>
              </a:rPr>
              <a:t> </a:t>
            </a:r>
            <a:r>
              <a:rPr lang="ja-JP" altLang="en-US" sz="2400" dirty="0"/>
              <a:t>から</a:t>
            </a:r>
            <a:endParaRPr lang="en-US" altLang="ja-JP" sz="2400" dirty="0"/>
          </a:p>
          <a:p>
            <a:r>
              <a:rPr lang="ja-JP" altLang="en-US" sz="2400" dirty="0"/>
              <a:t>サーバーとなるアプリケーションを作成します。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7129297-CD72-47EF-8B6C-3A4CCFBA6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047452" cy="3802194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4B5AE68-6BAE-4183-BCBE-9BFD52643F0D}"/>
              </a:ext>
            </a:extLst>
          </p:cNvPr>
          <p:cNvSpPr/>
          <p:nvPr/>
        </p:nvSpPr>
        <p:spPr>
          <a:xfrm>
            <a:off x="8211312" y="5129784"/>
            <a:ext cx="1115568" cy="3749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5879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384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Photon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各項目を記入しましょう。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2DDEDCC-887E-4830-B59E-A7B6CA046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818913" cy="4548252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4AD1F16-30E2-48C8-B16F-8DC126E7142D}"/>
              </a:ext>
            </a:extLst>
          </p:cNvPr>
          <p:cNvSpPr/>
          <p:nvPr/>
        </p:nvSpPr>
        <p:spPr>
          <a:xfrm>
            <a:off x="788535" y="2126606"/>
            <a:ext cx="2680805" cy="11006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31237CB-94AE-4217-9B40-EBE947796124}"/>
              </a:ext>
            </a:extLst>
          </p:cNvPr>
          <p:cNvSpPr/>
          <p:nvPr/>
        </p:nvSpPr>
        <p:spPr>
          <a:xfrm>
            <a:off x="3590204" y="3527612"/>
            <a:ext cx="1710646" cy="38350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Pun</a:t>
            </a:r>
            <a:r>
              <a:rPr kumimoji="1" lang="ja-JP" altLang="en-US" dirty="0">
                <a:solidFill>
                  <a:schemeClr val="tx1"/>
                </a:solidFill>
              </a:rPr>
              <a:t>に設定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D46D1C7-E5B9-4572-8845-C216D8230B10}"/>
              </a:ext>
            </a:extLst>
          </p:cNvPr>
          <p:cNvSpPr/>
          <p:nvPr/>
        </p:nvSpPr>
        <p:spPr>
          <a:xfrm>
            <a:off x="6386454" y="4091920"/>
            <a:ext cx="2506533" cy="38350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OGPⅡ</a:t>
            </a:r>
            <a:r>
              <a:rPr kumimoji="1" lang="ja-JP" altLang="en-US" dirty="0">
                <a:solidFill>
                  <a:schemeClr val="tx1"/>
                </a:solidFill>
              </a:rPr>
              <a:t>に設定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B47CBE5-0BCA-44B6-B950-A7C38CDB5102}"/>
              </a:ext>
            </a:extLst>
          </p:cNvPr>
          <p:cNvSpPr/>
          <p:nvPr/>
        </p:nvSpPr>
        <p:spPr>
          <a:xfrm>
            <a:off x="6386454" y="4701520"/>
            <a:ext cx="2506533" cy="38350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簡単に説明を書く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F5E916D-237A-4ED9-B9CD-3385954EAA48}"/>
              </a:ext>
            </a:extLst>
          </p:cNvPr>
          <p:cNvSpPr/>
          <p:nvPr/>
        </p:nvSpPr>
        <p:spPr>
          <a:xfrm>
            <a:off x="6386454" y="5533783"/>
            <a:ext cx="4864252" cy="38350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hlinkClick r:id="rId3"/>
              </a:rPr>
              <a:t>https://www</a:t>
            </a:r>
            <a:r>
              <a:rPr kumimoji="1" lang="en-US" altLang="ja-JP" dirty="0">
                <a:solidFill>
                  <a:schemeClr val="tx1"/>
                </a:solidFill>
              </a:rPr>
              <a:t>.OnlineGameProgramming2.jp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418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384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Photon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これでサーバー側は作成完了です。</a:t>
            </a:r>
            <a:endParaRPr lang="en-US" altLang="ja-JP" sz="2400" dirty="0"/>
          </a:p>
          <a:p>
            <a:r>
              <a:rPr lang="ja-JP" altLang="en-US" sz="2400" dirty="0"/>
              <a:t>授業では今回作ったサーバーを使って進めていきます。</a:t>
            </a:r>
            <a:endParaRPr lang="en-US" altLang="ja-JP" sz="24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6446AFF-0C05-4940-8135-D380248AC4C6}"/>
              </a:ext>
            </a:extLst>
          </p:cNvPr>
          <p:cNvSpPr txBox="1"/>
          <p:nvPr/>
        </p:nvSpPr>
        <p:spPr>
          <a:xfrm>
            <a:off x="4360931" y="6037554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※</a:t>
            </a:r>
            <a:r>
              <a:rPr lang="ja-JP" altLang="en-US" sz="2400" b="1" dirty="0">
                <a:solidFill>
                  <a:srgbClr val="00B050"/>
                </a:solidFill>
              </a:rPr>
              <a:t>ページをお気に入りにしておくとよいと思います</a:t>
            </a:r>
            <a:endParaRPr lang="en-US" altLang="ja-JP" sz="2400" b="1" dirty="0">
              <a:solidFill>
                <a:srgbClr val="00B05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F49B1AD-A8BD-4958-9D48-E075D76D2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479588" cy="3719491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87C2AB9-21E6-48C8-9B05-171801E93AB6}"/>
              </a:ext>
            </a:extLst>
          </p:cNvPr>
          <p:cNvSpPr/>
          <p:nvPr/>
        </p:nvSpPr>
        <p:spPr>
          <a:xfrm>
            <a:off x="567543" y="3551994"/>
            <a:ext cx="3170740" cy="23546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08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384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Photon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857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</a:t>
            </a:r>
            <a:r>
              <a:rPr lang="en-US" altLang="ja-JP" sz="2400" dirty="0"/>
              <a:t>Unity</a:t>
            </a:r>
            <a:r>
              <a:rPr lang="ja-JP" altLang="en-US" sz="2400" dirty="0"/>
              <a:t>側にも</a:t>
            </a:r>
            <a:r>
              <a:rPr lang="en-US" altLang="ja-JP" sz="2400" dirty="0"/>
              <a:t>Photon</a:t>
            </a:r>
            <a:r>
              <a:rPr lang="ja-JP" altLang="en-US" sz="2400" dirty="0"/>
              <a:t>の準備をしていきます。</a:t>
            </a:r>
            <a:endParaRPr lang="en-US" altLang="ja-JP" sz="2400" dirty="0"/>
          </a:p>
          <a:p>
            <a:r>
              <a:rPr lang="ja-JP" altLang="en-US" sz="2400" dirty="0"/>
              <a:t>まずは</a:t>
            </a:r>
            <a:r>
              <a:rPr lang="en-US" altLang="ja-JP" sz="2400" dirty="0"/>
              <a:t>Unity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FF0000"/>
                </a:solidFill>
              </a:rPr>
              <a:t>Asset Store</a:t>
            </a:r>
            <a:r>
              <a:rPr lang="ja-JP" altLang="en-US" sz="2400" dirty="0"/>
              <a:t>にサインインしましょう。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Asset Store</a:t>
            </a:r>
            <a:r>
              <a:rPr lang="ja-JP" altLang="en-US" sz="2400" b="1" dirty="0">
                <a:solidFill>
                  <a:srgbClr val="FF0000"/>
                </a:solidFill>
              </a:rPr>
              <a:t>リンク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>
                <a:hlinkClick r:id="rId2"/>
              </a:rPr>
              <a:t>ゲーム制作に最適なアセット </a:t>
            </a:r>
            <a:r>
              <a:rPr lang="en-US" altLang="ja-JP" sz="2400" dirty="0">
                <a:hlinkClick r:id="rId2"/>
              </a:rPr>
              <a:t>| Unity Asset Store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16EB3DB-4A2C-4D8B-BD4F-42E421D2E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3295121"/>
            <a:ext cx="6846270" cy="328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268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384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Photon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39606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無料版の</a:t>
            </a:r>
            <a:r>
              <a:rPr lang="en-US" altLang="ja-JP" sz="2400" dirty="0"/>
              <a:t>PUN2</a:t>
            </a:r>
            <a:r>
              <a:rPr lang="ja-JP" altLang="en-US" sz="2400" dirty="0"/>
              <a:t>を購入します。</a:t>
            </a:r>
            <a:endParaRPr lang="en-US" altLang="ja-JP" sz="2400" dirty="0"/>
          </a:p>
          <a:p>
            <a:r>
              <a:rPr lang="ja-JP" altLang="en-US" sz="2400" dirty="0"/>
              <a:t>これで</a:t>
            </a:r>
            <a:r>
              <a:rPr lang="en-US" altLang="ja-JP" sz="2400" dirty="0"/>
              <a:t>Unity</a:t>
            </a:r>
            <a:r>
              <a:rPr lang="ja-JP" altLang="en-US" sz="2400" dirty="0"/>
              <a:t>のプロジェクトに必要なデータをインポートできるようになります。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PUN2</a:t>
            </a:r>
            <a:r>
              <a:rPr lang="ja-JP" altLang="en-US" sz="2400" b="1" dirty="0">
                <a:solidFill>
                  <a:srgbClr val="FF0000"/>
                </a:solidFill>
              </a:rPr>
              <a:t>無料版リンク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>
                <a:hlinkClick r:id="rId2"/>
              </a:rPr>
              <a:t>PUN 2 - FREE | Network | Unity Asset Store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7408EBE-1DC3-41C1-A38B-F06E107EA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3295121"/>
            <a:ext cx="5965946" cy="314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402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384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Photon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これで準備は完了になります。</a:t>
            </a:r>
            <a:endParaRPr lang="en-US" altLang="ja-JP" sz="2400" dirty="0"/>
          </a:p>
          <a:p>
            <a:r>
              <a:rPr lang="ja-JP" altLang="en-US" sz="2400" dirty="0"/>
              <a:t>次回、プロジェクトを作成して通信部分を実装します。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92395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301</Words>
  <Application>Microsoft Office PowerPoint</Application>
  <PresentationFormat>ワイド画面</PresentationFormat>
  <Paragraphs>48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19</cp:revision>
  <dcterms:created xsi:type="dcterms:W3CDTF">2024-08-27T02:15:54Z</dcterms:created>
  <dcterms:modified xsi:type="dcterms:W3CDTF">2025-01-20T05:54:39Z</dcterms:modified>
</cp:coreProperties>
</file>