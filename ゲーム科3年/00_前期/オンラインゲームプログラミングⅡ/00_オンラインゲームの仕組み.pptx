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複数のプレイヤーが同時に遊びます。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この場合、全てのプレイヤーでゲームの状況が同じでないと、</a:t>
            </a:r>
            <a:endParaRPr lang="en-US" altLang="ja-JP" sz="2400" dirty="0"/>
          </a:p>
          <a:p>
            <a:r>
              <a:rPr kumimoji="1" lang="ja-JP" altLang="en-US" sz="2400" dirty="0"/>
              <a:t>ゲームとして成立しなくなります。</a:t>
            </a:r>
            <a:endParaRPr kumimoji="1" lang="en-US" altLang="ja-JP" sz="2400" dirty="0"/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6F7102BD-95C1-4791-B1BE-1BD883E718DB}"/>
              </a:ext>
            </a:extLst>
          </p:cNvPr>
          <p:cNvSpPr/>
          <p:nvPr/>
        </p:nvSpPr>
        <p:spPr>
          <a:xfrm>
            <a:off x="1087496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B187A90-073A-4804-B6FE-56AEA91F0029}"/>
              </a:ext>
            </a:extLst>
          </p:cNvPr>
          <p:cNvSpPr/>
          <p:nvPr/>
        </p:nvSpPr>
        <p:spPr>
          <a:xfrm>
            <a:off x="567542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D9D85C87-8BBF-426D-B035-E44AA95EBEBA}"/>
              </a:ext>
            </a:extLst>
          </p:cNvPr>
          <p:cNvSpPr/>
          <p:nvPr/>
        </p:nvSpPr>
        <p:spPr>
          <a:xfrm>
            <a:off x="944060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278BA83A-1DD4-4865-9560-E7F07870CF49}"/>
              </a:ext>
            </a:extLst>
          </p:cNvPr>
          <p:cNvSpPr/>
          <p:nvPr/>
        </p:nvSpPr>
        <p:spPr>
          <a:xfrm>
            <a:off x="1186108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マイル 8">
            <a:extLst>
              <a:ext uri="{FF2B5EF4-FFF2-40B4-BE49-F238E27FC236}">
                <a16:creationId xmlns:a16="http://schemas.microsoft.com/office/drawing/2014/main" id="{51144E72-47FF-45A8-B3C9-6BC2D758B77F}"/>
              </a:ext>
            </a:extLst>
          </p:cNvPr>
          <p:cNvSpPr/>
          <p:nvPr/>
        </p:nvSpPr>
        <p:spPr>
          <a:xfrm>
            <a:off x="1674684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1BAD0D36-F5B0-433A-9E5F-4769EC98B0FB}"/>
              </a:ext>
            </a:extLst>
          </p:cNvPr>
          <p:cNvSpPr/>
          <p:nvPr/>
        </p:nvSpPr>
        <p:spPr>
          <a:xfrm>
            <a:off x="4027920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9F9770-7653-4FD6-8570-46D5846C8D55}"/>
              </a:ext>
            </a:extLst>
          </p:cNvPr>
          <p:cNvSpPr/>
          <p:nvPr/>
        </p:nvSpPr>
        <p:spPr>
          <a:xfrm>
            <a:off x="3507966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マイル 11">
            <a:extLst>
              <a:ext uri="{FF2B5EF4-FFF2-40B4-BE49-F238E27FC236}">
                <a16:creationId xmlns:a16="http://schemas.microsoft.com/office/drawing/2014/main" id="{D970A676-AB9D-4986-A629-3923B04C7C77}"/>
              </a:ext>
            </a:extLst>
          </p:cNvPr>
          <p:cNvSpPr/>
          <p:nvPr/>
        </p:nvSpPr>
        <p:spPr>
          <a:xfrm>
            <a:off x="3884484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6208B56F-E611-4950-A55C-8F13BB50D93D}"/>
              </a:ext>
            </a:extLst>
          </p:cNvPr>
          <p:cNvSpPr/>
          <p:nvPr/>
        </p:nvSpPr>
        <p:spPr>
          <a:xfrm>
            <a:off x="4126532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スマイル 13">
            <a:extLst>
              <a:ext uri="{FF2B5EF4-FFF2-40B4-BE49-F238E27FC236}">
                <a16:creationId xmlns:a16="http://schemas.microsoft.com/office/drawing/2014/main" id="{FE0AABD0-3651-4A35-B982-536B857B6F4D}"/>
              </a:ext>
            </a:extLst>
          </p:cNvPr>
          <p:cNvSpPr/>
          <p:nvPr/>
        </p:nvSpPr>
        <p:spPr>
          <a:xfrm>
            <a:off x="4615108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39EB0B6E-1F8E-49BB-AA9C-BE9E15727840}"/>
              </a:ext>
            </a:extLst>
          </p:cNvPr>
          <p:cNvSpPr/>
          <p:nvPr/>
        </p:nvSpPr>
        <p:spPr>
          <a:xfrm>
            <a:off x="6717331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08FADCD-320A-48C4-9598-62877C11F94D}"/>
              </a:ext>
            </a:extLst>
          </p:cNvPr>
          <p:cNvSpPr/>
          <p:nvPr/>
        </p:nvSpPr>
        <p:spPr>
          <a:xfrm>
            <a:off x="6197377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マイル 16">
            <a:extLst>
              <a:ext uri="{FF2B5EF4-FFF2-40B4-BE49-F238E27FC236}">
                <a16:creationId xmlns:a16="http://schemas.microsoft.com/office/drawing/2014/main" id="{CC4CBB92-08FD-4D74-A54E-8928566F5494}"/>
              </a:ext>
            </a:extLst>
          </p:cNvPr>
          <p:cNvSpPr/>
          <p:nvPr/>
        </p:nvSpPr>
        <p:spPr>
          <a:xfrm>
            <a:off x="6573895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マイル 17">
            <a:extLst>
              <a:ext uri="{FF2B5EF4-FFF2-40B4-BE49-F238E27FC236}">
                <a16:creationId xmlns:a16="http://schemas.microsoft.com/office/drawing/2014/main" id="{4115AA0D-8D09-4161-80F0-7964D544C34B}"/>
              </a:ext>
            </a:extLst>
          </p:cNvPr>
          <p:cNvSpPr/>
          <p:nvPr/>
        </p:nvSpPr>
        <p:spPr>
          <a:xfrm>
            <a:off x="6815943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スマイル 18">
            <a:extLst>
              <a:ext uri="{FF2B5EF4-FFF2-40B4-BE49-F238E27FC236}">
                <a16:creationId xmlns:a16="http://schemas.microsoft.com/office/drawing/2014/main" id="{E8A75013-A948-42DF-8CFE-5F9E483732B8}"/>
              </a:ext>
            </a:extLst>
          </p:cNvPr>
          <p:cNvSpPr/>
          <p:nvPr/>
        </p:nvSpPr>
        <p:spPr>
          <a:xfrm>
            <a:off x="7304519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二等辺三角形 19">
            <a:extLst>
              <a:ext uri="{FF2B5EF4-FFF2-40B4-BE49-F238E27FC236}">
                <a16:creationId xmlns:a16="http://schemas.microsoft.com/office/drawing/2014/main" id="{E1928687-6FC8-4175-9F39-624400F8F9E4}"/>
              </a:ext>
            </a:extLst>
          </p:cNvPr>
          <p:cNvSpPr/>
          <p:nvPr/>
        </p:nvSpPr>
        <p:spPr>
          <a:xfrm>
            <a:off x="9406742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2904FE0-E7FC-4BF2-9D60-005CF880FA03}"/>
              </a:ext>
            </a:extLst>
          </p:cNvPr>
          <p:cNvSpPr/>
          <p:nvPr/>
        </p:nvSpPr>
        <p:spPr>
          <a:xfrm>
            <a:off x="8886788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スマイル 21">
            <a:extLst>
              <a:ext uri="{FF2B5EF4-FFF2-40B4-BE49-F238E27FC236}">
                <a16:creationId xmlns:a16="http://schemas.microsoft.com/office/drawing/2014/main" id="{C284A038-A4DD-411E-A34D-FBFBBE1AE186}"/>
              </a:ext>
            </a:extLst>
          </p:cNvPr>
          <p:cNvSpPr/>
          <p:nvPr/>
        </p:nvSpPr>
        <p:spPr>
          <a:xfrm>
            <a:off x="9263306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スマイル 22">
            <a:extLst>
              <a:ext uri="{FF2B5EF4-FFF2-40B4-BE49-F238E27FC236}">
                <a16:creationId xmlns:a16="http://schemas.microsoft.com/office/drawing/2014/main" id="{073F814B-5CE8-442F-9B12-CFE34322D375}"/>
              </a:ext>
            </a:extLst>
          </p:cNvPr>
          <p:cNvSpPr/>
          <p:nvPr/>
        </p:nvSpPr>
        <p:spPr>
          <a:xfrm>
            <a:off x="9505354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スマイル 23">
            <a:extLst>
              <a:ext uri="{FF2B5EF4-FFF2-40B4-BE49-F238E27FC236}">
                <a16:creationId xmlns:a16="http://schemas.microsoft.com/office/drawing/2014/main" id="{C74316DE-77C8-498E-B63C-6432DBA8327C}"/>
              </a:ext>
            </a:extLst>
          </p:cNvPr>
          <p:cNvSpPr/>
          <p:nvPr/>
        </p:nvSpPr>
        <p:spPr>
          <a:xfrm>
            <a:off x="9993930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8F2ABAF-5246-49B6-9D53-05D69A8C6D5F}"/>
              </a:ext>
            </a:extLst>
          </p:cNvPr>
          <p:cNvSpPr txBox="1"/>
          <p:nvPr/>
        </p:nvSpPr>
        <p:spPr>
          <a:xfrm>
            <a:off x="384231" y="4351256"/>
            <a:ext cx="2231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D74FE29-87D1-45D2-A551-0718CD20CD07}"/>
              </a:ext>
            </a:extLst>
          </p:cNvPr>
          <p:cNvSpPr txBox="1"/>
          <p:nvPr/>
        </p:nvSpPr>
        <p:spPr>
          <a:xfrm>
            <a:off x="3342584" y="4351256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19226F4-760D-4297-A38D-DA35FE839612}"/>
              </a:ext>
            </a:extLst>
          </p:cNvPr>
          <p:cNvSpPr txBox="1"/>
          <p:nvPr/>
        </p:nvSpPr>
        <p:spPr>
          <a:xfrm>
            <a:off x="5951103" y="4351256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A5E0AB3-95C5-4221-8EF1-D962C2CAD882}"/>
              </a:ext>
            </a:extLst>
          </p:cNvPr>
          <p:cNvSpPr txBox="1"/>
          <p:nvPr/>
        </p:nvSpPr>
        <p:spPr>
          <a:xfrm>
            <a:off x="8626087" y="4351255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全てのプレイヤーをそろえる方法として、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クライアント・サーバー</a:t>
            </a:r>
            <a:r>
              <a:rPr lang="ja-JP" altLang="en-US" sz="2400" dirty="0"/>
              <a:t>という方法があります。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8990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クライアントは入力操作などに合わせて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サーバーに情報を送ります。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この時はまだ情報を送るだけで</a:t>
            </a:r>
            <a:r>
              <a:rPr lang="ja-JP" altLang="en-US" sz="2400" b="1" dirty="0">
                <a:solidFill>
                  <a:srgbClr val="FF0000"/>
                </a:solidFill>
              </a:rPr>
              <a:t>画面に変化は起きません。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A4E52F5B-9EDB-455D-9E78-F3735305FE1B}"/>
              </a:ext>
            </a:extLst>
          </p:cNvPr>
          <p:cNvSpPr/>
          <p:nvPr/>
        </p:nvSpPr>
        <p:spPr>
          <a:xfrm>
            <a:off x="2465294" y="2909174"/>
            <a:ext cx="2982481" cy="811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キャラを右に</a:t>
            </a:r>
            <a:r>
              <a:rPr kumimoji="1" lang="en-US" altLang="ja-JP" b="1" dirty="0"/>
              <a:t>20</a:t>
            </a:r>
            <a:r>
              <a:rPr kumimoji="1" lang="ja-JP" altLang="en-US" b="1" dirty="0"/>
              <a:t>移動</a:t>
            </a:r>
          </a:p>
        </p:txBody>
      </p:sp>
    </p:spTree>
    <p:extLst>
      <p:ext uri="{BB962C8B-B14F-4D97-AF65-F5344CB8AC3E}">
        <p14:creationId xmlns:p14="http://schemas.microsoft.com/office/powerpoint/2010/main" val="146413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サーバーには必要なクライアントの情報を管理</a:t>
            </a:r>
            <a:r>
              <a:rPr lang="ja-JP" altLang="en-US" sz="2400" dirty="0"/>
              <a:t>させます。</a:t>
            </a:r>
            <a:endParaRPr lang="en-US" altLang="ja-JP" sz="2400" dirty="0"/>
          </a:p>
          <a:p>
            <a:r>
              <a:rPr lang="ja-JP" altLang="en-US" sz="2400" dirty="0"/>
              <a:t>そして</a:t>
            </a:r>
            <a:r>
              <a:rPr lang="ja-JP" altLang="en-US" sz="2400" b="1" dirty="0">
                <a:solidFill>
                  <a:srgbClr val="FF0000"/>
                </a:solidFill>
              </a:rPr>
              <a:t>送られてきた情報を元に情報を更新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26994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(40, 30)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      </a:t>
              </a:r>
              <a:r>
                <a:rPr lang="ja-JP" altLang="en-US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↓</a:t>
              </a:r>
              <a:endPara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</a:t>
              </a:r>
              <a:r>
                <a:rPr lang="en-US" altLang="ja-JP" sz="1600" b="1" dirty="0">
                  <a:solidFill>
                    <a:srgbClr val="FF0000"/>
                  </a:solidFill>
                  <a:sym typeface="Wingdings" panose="05000000000000000000" pitchFamily="2" charset="2"/>
                </a:rPr>
                <a:t>60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A4E52F5B-9EDB-455D-9E78-F3735305FE1B}"/>
              </a:ext>
            </a:extLst>
          </p:cNvPr>
          <p:cNvSpPr/>
          <p:nvPr/>
        </p:nvSpPr>
        <p:spPr>
          <a:xfrm>
            <a:off x="2465294" y="2909174"/>
            <a:ext cx="2982481" cy="811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キャラを右に</a:t>
            </a:r>
            <a:r>
              <a:rPr kumimoji="1" lang="en-US" altLang="ja-JP" b="1" dirty="0"/>
              <a:t>20</a:t>
            </a:r>
            <a:r>
              <a:rPr kumimoji="1" lang="ja-JP" altLang="en-US" b="1" dirty="0"/>
              <a:t>移動</a:t>
            </a:r>
          </a:p>
        </p:txBody>
      </p:sp>
    </p:spTree>
    <p:extLst>
      <p:ext uri="{BB962C8B-B14F-4D97-AF65-F5344CB8AC3E}">
        <p14:creationId xmlns:p14="http://schemas.microsoft.com/office/powerpoint/2010/main" val="305339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情報を更新したサーバーは</a:t>
            </a:r>
            <a:r>
              <a:rPr lang="ja-JP" altLang="en-US" sz="2400" b="1" dirty="0">
                <a:solidFill>
                  <a:srgbClr val="FF0000"/>
                </a:solidFill>
              </a:rPr>
              <a:t>すべてのクライアントに最新の情報を送ります。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そして</a:t>
            </a:r>
            <a:r>
              <a:rPr lang="ja-JP" altLang="en-US" sz="2400" b="1" dirty="0">
                <a:solidFill>
                  <a:srgbClr val="FF0000"/>
                </a:solidFill>
              </a:rPr>
              <a:t>送られてきた最新の情報を元に画面を更新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1195070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119783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2699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(60, 30)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3" name="矢印: 左 2">
            <a:extLst>
              <a:ext uri="{FF2B5EF4-FFF2-40B4-BE49-F238E27FC236}">
                <a16:creationId xmlns:a16="http://schemas.microsoft.com/office/drawing/2014/main" id="{547EF5AA-E615-4D74-9DA2-F4615C475580}"/>
              </a:ext>
            </a:extLst>
          </p:cNvPr>
          <p:cNvSpPr/>
          <p:nvPr/>
        </p:nvSpPr>
        <p:spPr>
          <a:xfrm>
            <a:off x="2345318" y="2684788"/>
            <a:ext cx="2668106" cy="125880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bg1"/>
                </a:solidFill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</a:rPr>
              <a:t>1P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(60, 30)</a:t>
            </a:r>
          </a:p>
          <a:p>
            <a:r>
              <a:rPr lang="ja-JP" alt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2P(300, 120)</a:t>
            </a:r>
          </a:p>
        </p:txBody>
      </p:sp>
      <p:sp>
        <p:nvSpPr>
          <p:cNvPr id="19" name="矢印: 左 18">
            <a:extLst>
              <a:ext uri="{FF2B5EF4-FFF2-40B4-BE49-F238E27FC236}">
                <a16:creationId xmlns:a16="http://schemas.microsoft.com/office/drawing/2014/main" id="{9CB2CDB7-3AC6-4AC5-AA69-6DE180B79CD5}"/>
              </a:ext>
            </a:extLst>
          </p:cNvPr>
          <p:cNvSpPr/>
          <p:nvPr/>
        </p:nvSpPr>
        <p:spPr>
          <a:xfrm>
            <a:off x="2446258" y="4692098"/>
            <a:ext cx="2668106" cy="125880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bg1"/>
                </a:solidFill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</a:rPr>
              <a:t>1P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(60, 30)</a:t>
            </a:r>
          </a:p>
          <a:p>
            <a:r>
              <a:rPr lang="ja-JP" alt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2P(300, 120)</a:t>
            </a:r>
          </a:p>
        </p:txBody>
      </p:sp>
    </p:spTree>
    <p:extLst>
      <p:ext uri="{BB962C8B-B14F-4D97-AF65-F5344CB8AC3E}">
        <p14:creationId xmlns:p14="http://schemas.microsoft.com/office/powerpoint/2010/main" val="208813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718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では</a:t>
            </a:r>
            <a:r>
              <a:rPr lang="en-US" altLang="ja-JP" sz="2400" b="1" dirty="0">
                <a:solidFill>
                  <a:srgbClr val="FF0000"/>
                </a:solidFill>
              </a:rPr>
              <a:t>Photon</a:t>
            </a:r>
            <a:r>
              <a:rPr lang="ja-JP" altLang="en-US" sz="2400" dirty="0"/>
              <a:t>というサービスが、</a:t>
            </a:r>
            <a:endParaRPr lang="en-US" altLang="ja-JP" sz="2400" dirty="0"/>
          </a:p>
          <a:p>
            <a:r>
              <a:rPr lang="ja-JP" altLang="en-US" sz="2400" dirty="0"/>
              <a:t>オンラインゲームの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サーバーをサポート</a:t>
            </a:r>
            <a:r>
              <a:rPr lang="ja-JP" altLang="en-US" sz="2400" dirty="0"/>
              <a:t>してくれます。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この授業では</a:t>
            </a:r>
            <a:r>
              <a:rPr lang="en-US" altLang="ja-JP" sz="2400" dirty="0"/>
              <a:t>Unity</a:t>
            </a:r>
            <a:r>
              <a:rPr lang="ja-JP" altLang="en-US" sz="2400" dirty="0"/>
              <a:t>と</a:t>
            </a:r>
            <a:r>
              <a:rPr lang="en-US" altLang="ja-JP" sz="2400" dirty="0"/>
              <a:t>Photon</a:t>
            </a:r>
            <a:r>
              <a:rPr lang="ja-JP" altLang="en-US" sz="2400" dirty="0"/>
              <a:t>を使ってオンラインゲームを制作していきます。</a:t>
            </a:r>
            <a:endParaRPr lang="en-US" altLang="ja-JP" sz="2400" dirty="0"/>
          </a:p>
        </p:txBody>
      </p:sp>
      <p:pic>
        <p:nvPicPr>
          <p:cNvPr id="20" name="Picture 2" descr="screenshot">
            <a:extLst>
              <a:ext uri="{FF2B5EF4-FFF2-40B4-BE49-F238E27FC236}">
                <a16:creationId xmlns:a16="http://schemas.microsoft.com/office/drawing/2014/main" id="{DFB1743F-4F18-481B-95AF-3F1CB014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1" y="2925789"/>
            <a:ext cx="5160385" cy="344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0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298</Words>
  <Application>Microsoft Office PowerPoint</Application>
  <PresentationFormat>ワイド画面</PresentationFormat>
  <Paragraphs>50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23</cp:revision>
  <dcterms:created xsi:type="dcterms:W3CDTF">2024-08-27T02:15:54Z</dcterms:created>
  <dcterms:modified xsi:type="dcterms:W3CDTF">2025-01-17T06:02:07Z</dcterms:modified>
</cp:coreProperties>
</file>