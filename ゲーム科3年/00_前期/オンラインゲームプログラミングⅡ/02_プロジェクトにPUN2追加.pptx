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PUN2</a:t>
            </a:r>
            <a:r>
              <a:rPr kumimoji="1" lang="ja-JP" altLang="en-US" sz="3200" b="1" u="sng" dirty="0"/>
              <a:t>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プロジェクトに</a:t>
            </a:r>
            <a:r>
              <a:rPr kumimoji="1" lang="en-US" altLang="ja-JP" sz="2400" dirty="0"/>
              <a:t>PUN2</a:t>
            </a:r>
            <a:r>
              <a:rPr kumimoji="1" lang="ja-JP" altLang="en-US" sz="2400" dirty="0"/>
              <a:t>を追加します。</a:t>
            </a:r>
            <a:endParaRPr kumimoji="1" lang="en-US" altLang="ja-JP" sz="2400" dirty="0"/>
          </a:p>
          <a:p>
            <a:r>
              <a:rPr lang="ja-JP" altLang="en-US" sz="2400" dirty="0"/>
              <a:t>新規プロジェクトを作成しましょう。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538752A-3D20-4011-8ED3-C5FF0105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297809" cy="3308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51EAA7-588C-48BC-8F52-81C067E21BE9}"/>
              </a:ext>
            </a:extLst>
          </p:cNvPr>
          <p:cNvSpPr txBox="1"/>
          <p:nvPr/>
        </p:nvSpPr>
        <p:spPr>
          <a:xfrm>
            <a:off x="567542" y="5635065"/>
            <a:ext cx="790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作成したら配布した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Assets</a:t>
            </a:r>
            <a:r>
              <a:rPr kumimoji="1" lang="ja-JP" altLang="en-US" sz="2400" dirty="0"/>
              <a:t>をインポートしてください。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PUN2</a:t>
            </a:r>
            <a:r>
              <a:rPr kumimoji="1" lang="ja-JP" altLang="en-US" sz="3200" b="1" u="sng" dirty="0"/>
              <a:t>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7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Window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　＞　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Package Manager</a:t>
            </a:r>
            <a:r>
              <a:rPr kumimoji="1"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429CBE2-0136-4962-A6FE-1FEBC174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1512"/>
            <a:ext cx="8273090" cy="4544533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A8F2C63-3E09-434D-8375-5182B6618D28}"/>
              </a:ext>
            </a:extLst>
          </p:cNvPr>
          <p:cNvSpPr/>
          <p:nvPr/>
        </p:nvSpPr>
        <p:spPr>
          <a:xfrm rot="13585542">
            <a:off x="5924104" y="5363664"/>
            <a:ext cx="853213" cy="5558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33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PUN2</a:t>
            </a:r>
            <a:r>
              <a:rPr kumimoji="1" lang="ja-JP" altLang="en-US" sz="3200" b="1" u="sng" dirty="0"/>
              <a:t>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314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Packages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MyAssets</a:t>
            </a:r>
            <a:r>
              <a:rPr kumimoji="1" lang="ja-JP" altLang="en-US" sz="2400" dirty="0"/>
              <a:t>に切り替えて、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PUN2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を検索</a:t>
            </a:r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  <a:p>
            <a:r>
              <a:rPr kumimoji="1" lang="en-US" altLang="ja-JP" sz="2400" dirty="0"/>
              <a:t>PUN2</a:t>
            </a:r>
            <a:r>
              <a:rPr kumimoji="1" lang="ja-JP" altLang="en-US" sz="2400" dirty="0"/>
              <a:t>のページが開いたら、右下の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Import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ボタン</a:t>
            </a:r>
            <a:r>
              <a:rPr kumimoji="1" lang="ja-JP" altLang="en-US" sz="2400" dirty="0"/>
              <a:t>を押しましょう。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0E3BD1F-B306-4745-88F0-4ED66A2B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68246" cy="4239587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E29640DF-1898-403B-BA99-DA3530CD7213}"/>
              </a:ext>
            </a:extLst>
          </p:cNvPr>
          <p:cNvSpPr/>
          <p:nvPr/>
        </p:nvSpPr>
        <p:spPr>
          <a:xfrm rot="13585542">
            <a:off x="885939" y="2394689"/>
            <a:ext cx="853213" cy="5558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536E92FE-4536-427F-8F22-E0980BA65C56}"/>
              </a:ext>
            </a:extLst>
          </p:cNvPr>
          <p:cNvSpPr/>
          <p:nvPr/>
        </p:nvSpPr>
        <p:spPr>
          <a:xfrm rot="13585542">
            <a:off x="7869444" y="2394687"/>
            <a:ext cx="853213" cy="5558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5B3C7A47-77C5-402A-BEBC-8E5D077DAF07}"/>
              </a:ext>
            </a:extLst>
          </p:cNvPr>
          <p:cNvSpPr/>
          <p:nvPr/>
        </p:nvSpPr>
        <p:spPr>
          <a:xfrm rot="8203849">
            <a:off x="7804669" y="5722994"/>
            <a:ext cx="853213" cy="5558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9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PUN2</a:t>
            </a:r>
            <a:r>
              <a:rPr kumimoji="1" lang="ja-JP" altLang="en-US" sz="3200" b="1" u="sng" dirty="0"/>
              <a:t>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7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PUN2</a:t>
            </a:r>
            <a:r>
              <a:rPr kumimoji="1" lang="ja-JP" altLang="en-US" sz="2400" dirty="0"/>
              <a:t>のデータがインポートされますが、同時に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設定画面</a:t>
            </a:r>
            <a:r>
              <a:rPr kumimoji="1" lang="ja-JP" altLang="en-US" sz="2400" dirty="0"/>
              <a:t>が開きます。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0C9404-9D11-4CAF-9596-4F9DB9B9C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897659" cy="472644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709FF-610B-4B1F-9291-8772BABE3A05}"/>
              </a:ext>
            </a:extLst>
          </p:cNvPr>
          <p:cNvSpPr txBox="1"/>
          <p:nvPr/>
        </p:nvSpPr>
        <p:spPr>
          <a:xfrm>
            <a:off x="3465201" y="1817794"/>
            <a:ext cx="76145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en-US" altLang="ja-JP" sz="2400" dirty="0" err="1"/>
              <a:t>AppId</a:t>
            </a:r>
            <a:r>
              <a:rPr lang="en-US" altLang="ja-JP" sz="2400" dirty="0"/>
              <a:t> or Email</a:t>
            </a:r>
            <a:r>
              <a:rPr lang="ja-JP" altLang="en-US" sz="2400" dirty="0"/>
              <a:t>」には、</a:t>
            </a:r>
            <a:endParaRPr lang="en-US" altLang="ja-JP" sz="2400" dirty="0"/>
          </a:p>
          <a:p>
            <a:r>
              <a:rPr lang="en-US" altLang="ja-JP" sz="2400" dirty="0"/>
              <a:t>Photon</a:t>
            </a:r>
            <a:r>
              <a:rPr lang="ja-JP" altLang="en-US" sz="2400" dirty="0"/>
              <a:t>のアカウントページにある</a:t>
            </a:r>
            <a:r>
              <a:rPr lang="en-US" altLang="ja-JP" sz="2400" b="1" dirty="0" err="1">
                <a:solidFill>
                  <a:srgbClr val="FF0000"/>
                </a:solidFill>
              </a:rPr>
              <a:t>AppID</a:t>
            </a:r>
            <a:r>
              <a:rPr lang="ja-JP" altLang="en-US" sz="2400" dirty="0"/>
              <a:t>を入力します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D52046D-7085-4F57-A97E-759605FF5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201" y="2648791"/>
            <a:ext cx="4601217" cy="3419952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89B88A-831B-433A-A802-B7ACD5D5B93D}"/>
              </a:ext>
            </a:extLst>
          </p:cNvPr>
          <p:cNvSpPr/>
          <p:nvPr/>
        </p:nvSpPr>
        <p:spPr>
          <a:xfrm>
            <a:off x="3585882" y="3263153"/>
            <a:ext cx="1658471" cy="349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28F81A-A75B-4E6E-879E-81A11B28C95B}"/>
              </a:ext>
            </a:extLst>
          </p:cNvPr>
          <p:cNvSpPr txBox="1"/>
          <p:nvPr/>
        </p:nvSpPr>
        <p:spPr>
          <a:xfrm>
            <a:off x="3465201" y="6068743"/>
            <a:ext cx="8783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※Skip</a:t>
            </a:r>
            <a:r>
              <a:rPr lang="ja-JP" altLang="en-US" sz="2000" b="1" dirty="0">
                <a:solidFill>
                  <a:srgbClr val="00B050"/>
                </a:solidFill>
              </a:rPr>
              <a:t>してしまったら</a:t>
            </a:r>
            <a:r>
              <a:rPr lang="en-US" altLang="ja-JP" sz="2000" b="1" dirty="0">
                <a:solidFill>
                  <a:srgbClr val="00B050"/>
                </a:solidFill>
              </a:rPr>
              <a:t>Photon Server Setting</a:t>
            </a:r>
            <a:r>
              <a:rPr lang="ja-JP" altLang="en-US" sz="2000" b="1" dirty="0">
                <a:solidFill>
                  <a:srgbClr val="00B050"/>
                </a:solidFill>
              </a:rPr>
              <a:t>ファイルを書き換えましょう</a:t>
            </a:r>
            <a:endParaRPr lang="en-US" altLang="ja-JP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9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107</Words>
  <Application>Microsoft Office PowerPoint</Application>
  <PresentationFormat>ワイド画面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21</cp:revision>
  <dcterms:created xsi:type="dcterms:W3CDTF">2024-08-27T02:15:54Z</dcterms:created>
  <dcterms:modified xsi:type="dcterms:W3CDTF">2025-01-14T06:06:09Z</dcterms:modified>
</cp:coreProperties>
</file>