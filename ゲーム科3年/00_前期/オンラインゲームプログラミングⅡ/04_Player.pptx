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47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Player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003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オンラインで操作する</a:t>
            </a:r>
            <a:r>
              <a:rPr lang="en-US" altLang="ja-JP" sz="2400" b="1" dirty="0">
                <a:solidFill>
                  <a:srgbClr val="00B050"/>
                </a:solidFill>
              </a:rPr>
              <a:t>Player</a:t>
            </a:r>
            <a:r>
              <a:rPr lang="ja-JP" altLang="en-US" sz="2400" dirty="0"/>
              <a:t>を作ります。</a:t>
            </a:r>
            <a:endParaRPr lang="en-US" altLang="ja-JP" sz="2400" dirty="0"/>
          </a:p>
          <a:p>
            <a:r>
              <a:rPr lang="ja-JP" altLang="en-US" sz="2400" dirty="0"/>
              <a:t>まずはスクリプトを追加しましょう。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C060D93-38E5-4C44-8278-87A8932A4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089288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CC8529ED-7D21-4ABA-BC53-B362AC69420D}"/>
              </a:ext>
            </a:extLst>
          </p:cNvPr>
          <p:cNvSpPr/>
          <p:nvPr/>
        </p:nvSpPr>
        <p:spPr>
          <a:xfrm rot="13640502">
            <a:off x="3572933" y="3742267"/>
            <a:ext cx="668867" cy="43180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47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Player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935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Player.cs</a:t>
            </a:r>
            <a:r>
              <a:rPr lang="ja-JP" altLang="en-US" sz="2400" dirty="0"/>
              <a:t>を書きます。（その１）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B74EE31-0808-4871-9EC8-B4D940F80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339387" cy="471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02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47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Player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935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Player.cs</a:t>
            </a:r>
            <a:r>
              <a:rPr lang="ja-JP" altLang="en-US" sz="2400" dirty="0"/>
              <a:t>を書きます。（その２）</a:t>
            </a:r>
            <a:endParaRPr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7FE6BEDF-0D74-4D04-8803-C7037B180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673325" cy="474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830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47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Player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965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キューブから</a:t>
            </a:r>
            <a:r>
              <a:rPr lang="en-US" altLang="ja-JP" sz="2400" b="1" dirty="0">
                <a:solidFill>
                  <a:srgbClr val="0070C0"/>
                </a:solidFill>
              </a:rPr>
              <a:t>Player</a:t>
            </a:r>
            <a:r>
              <a:rPr lang="ja-JP" altLang="en-US" sz="2400" b="1" dirty="0">
                <a:solidFill>
                  <a:srgbClr val="0070C0"/>
                </a:solidFill>
              </a:rPr>
              <a:t>プレハブ</a:t>
            </a:r>
            <a:r>
              <a:rPr lang="ja-JP" altLang="en-US" sz="2400" dirty="0"/>
              <a:t>を作り、</a:t>
            </a:r>
            <a:r>
              <a:rPr lang="en-US" altLang="ja-JP" sz="2400" b="1" dirty="0" err="1">
                <a:solidFill>
                  <a:srgbClr val="FF0000"/>
                </a:solidFill>
              </a:rPr>
              <a:t>Player.cs</a:t>
            </a:r>
            <a:r>
              <a:rPr lang="ja-JP" altLang="en-US" sz="2400" dirty="0"/>
              <a:t>を追加しましょう。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47DCB2D-B31A-4C9F-8C13-1533F2322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277322" cy="362953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76C138B-0D27-42CF-A15C-6A100DBA1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797" y="1817795"/>
            <a:ext cx="3073161" cy="483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6178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47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Player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2338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Fusion</a:t>
            </a:r>
            <a:r>
              <a:rPr lang="ja-JP" altLang="en-US" sz="2400" dirty="0"/>
              <a:t>のコンポーネントである</a:t>
            </a:r>
            <a:r>
              <a:rPr lang="en-US" altLang="ja-JP" sz="2400" b="1" dirty="0" err="1">
                <a:solidFill>
                  <a:srgbClr val="00B050"/>
                </a:solidFill>
              </a:rPr>
              <a:t>NetworkObject</a:t>
            </a:r>
            <a:r>
              <a:rPr lang="ja-JP" altLang="en-US" sz="2400" dirty="0"/>
              <a:t>と</a:t>
            </a:r>
            <a:r>
              <a:rPr lang="en-US" altLang="ja-JP" sz="2400" b="1" dirty="0" err="1">
                <a:solidFill>
                  <a:srgbClr val="00B050"/>
                </a:solidFill>
              </a:rPr>
              <a:t>NetworkTransform</a:t>
            </a:r>
            <a:r>
              <a:rPr lang="ja-JP" altLang="en-US" sz="2400" dirty="0"/>
              <a:t>を</a:t>
            </a:r>
            <a:endParaRPr lang="en-US" altLang="ja-JP" sz="2400" dirty="0"/>
          </a:p>
          <a:p>
            <a:r>
              <a:rPr lang="ja-JP" altLang="en-US" sz="2400" dirty="0"/>
              <a:t>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8043F6B-7448-4AC4-9DD8-0F7F29774C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7"/>
            <a:ext cx="3242458" cy="449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743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47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Player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81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キャラ操作用の</a:t>
            </a:r>
            <a:r>
              <a:rPr lang="en-US" altLang="ja-JP" sz="2400" b="1" dirty="0" err="1">
                <a:solidFill>
                  <a:srgbClr val="00B050"/>
                </a:solidFill>
              </a:rPr>
              <a:t>CharacterController</a:t>
            </a:r>
            <a:r>
              <a:rPr lang="ja-JP" altLang="en-US" sz="2400" dirty="0"/>
              <a:t>も追加しましょう。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7FE9820-463A-4DC1-A6C9-D66C2B72F3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651960" cy="3643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551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47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Player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066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70C0"/>
                </a:solidFill>
              </a:rPr>
              <a:t>NetworkManager</a:t>
            </a:r>
            <a:r>
              <a:rPr lang="ja-JP" altLang="en-US" sz="2400" b="1" dirty="0">
                <a:solidFill>
                  <a:srgbClr val="0070C0"/>
                </a:solidFill>
              </a:rPr>
              <a:t>プレハブ</a:t>
            </a:r>
            <a:r>
              <a:rPr lang="ja-JP" altLang="en-US" sz="2400" dirty="0"/>
              <a:t>を開き、</a:t>
            </a:r>
            <a:r>
              <a:rPr lang="en-US" altLang="ja-JP" sz="2400" b="1" dirty="0">
                <a:solidFill>
                  <a:srgbClr val="0070C0"/>
                </a:solidFill>
              </a:rPr>
              <a:t>Player</a:t>
            </a:r>
            <a:r>
              <a:rPr lang="ja-JP" altLang="en-US" sz="2400" dirty="0"/>
              <a:t>を設定しましょう。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8BB089D-88F7-441B-9E21-1950C2765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323848" cy="348233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11D0F2E-B2BC-4C3C-B578-CBDA33BE7EC4}"/>
              </a:ext>
            </a:extLst>
          </p:cNvPr>
          <p:cNvSpPr txBox="1"/>
          <p:nvPr/>
        </p:nvSpPr>
        <p:spPr>
          <a:xfrm>
            <a:off x="567541" y="5454227"/>
            <a:ext cx="63626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必ずアセットの</a:t>
            </a:r>
            <a:r>
              <a:rPr lang="en-US" altLang="ja-JP" sz="2400" b="1" dirty="0">
                <a:solidFill>
                  <a:srgbClr val="FF0000"/>
                </a:solidFill>
              </a:rPr>
              <a:t>Player</a:t>
            </a:r>
            <a:r>
              <a:rPr lang="ja-JP" altLang="en-US" sz="2400" b="1" dirty="0">
                <a:solidFill>
                  <a:srgbClr val="FF0000"/>
                </a:solidFill>
              </a:rPr>
              <a:t>を設定すること！！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　（シーンに配置してるやつではなく）</a:t>
            </a:r>
            <a:endParaRPr lang="en-US" altLang="ja-JP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8001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47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Player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61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シーンに</a:t>
            </a:r>
            <a:r>
              <a:rPr lang="en-US" altLang="ja-JP" sz="2400" b="1" dirty="0" err="1">
                <a:solidFill>
                  <a:srgbClr val="0070C0"/>
                </a:solidFill>
              </a:rPr>
              <a:t>NetworkManager</a:t>
            </a:r>
            <a:r>
              <a:rPr lang="ja-JP" altLang="en-US" sz="2400" dirty="0"/>
              <a:t>を配置して、適当に床を用意しましょう。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16D3B79-3426-4632-AC5B-8BEAB0070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1268858" cy="4250803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569C083-22F1-4C4F-B44E-4FDE0B1FD706}"/>
              </a:ext>
            </a:extLst>
          </p:cNvPr>
          <p:cNvSpPr txBox="1"/>
          <p:nvPr/>
        </p:nvSpPr>
        <p:spPr>
          <a:xfrm>
            <a:off x="567542" y="6208297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これで準備は整いました。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62815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478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Player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10592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実装は完了しましたが、</a:t>
            </a:r>
            <a:endParaRPr lang="en-US" altLang="ja-JP" sz="2400" dirty="0"/>
          </a:p>
          <a:p>
            <a:r>
              <a:rPr lang="ja-JP" altLang="en-US" sz="2400" dirty="0"/>
              <a:t>ゲームをクライアント</a:t>
            </a:r>
            <a:r>
              <a:rPr lang="en-US" altLang="ja-JP" sz="2400" dirty="0"/>
              <a:t>/</a:t>
            </a:r>
            <a:r>
              <a:rPr lang="ja-JP" altLang="en-US" sz="2400" dirty="0"/>
              <a:t>サーバーどちらで起動するかを選ばないといけません。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次回は起動方法をお教えします。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192435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855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Player </a:t>
            </a:r>
            <a:r>
              <a:rPr kumimoji="1" lang="ja-JP" altLang="en-US" sz="3200" b="1" u="sng" dirty="0"/>
              <a:t>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キャラクターを移動させるのはサーバーの仕事です。</a:t>
            </a:r>
            <a:endParaRPr lang="en-US" altLang="ja-JP" sz="2400" dirty="0"/>
          </a:p>
          <a:p>
            <a:r>
              <a:rPr lang="ja-JP" altLang="en-US" sz="2400" dirty="0"/>
              <a:t>よって移動処理はサーバーのみ通るように実装しています。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CE27AA7-19B0-45B3-803C-E82D2B56BC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992084" cy="180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845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855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Player </a:t>
            </a:r>
            <a:r>
              <a:rPr kumimoji="1" lang="ja-JP" altLang="en-US" sz="3200" b="1" u="sng" dirty="0"/>
              <a:t>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6124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00B050"/>
                </a:solidFill>
              </a:rPr>
              <a:t>NetworkManager</a:t>
            </a:r>
            <a:r>
              <a:rPr lang="ja-JP" altLang="en-US" sz="2400" dirty="0"/>
              <a:t>の</a:t>
            </a:r>
            <a:r>
              <a:rPr lang="en-US" altLang="ja-JP" sz="2400" b="1" dirty="0" err="1">
                <a:solidFill>
                  <a:srgbClr val="0070C0"/>
                </a:solidFill>
              </a:rPr>
              <a:t>OnInput</a:t>
            </a:r>
            <a:r>
              <a:rPr lang="ja-JP" altLang="en-US" sz="2400" b="1" dirty="0">
                <a:solidFill>
                  <a:srgbClr val="0070C0"/>
                </a:solidFill>
              </a:rPr>
              <a:t>関数</a:t>
            </a:r>
            <a:r>
              <a:rPr lang="ja-JP" altLang="en-US" sz="2400" dirty="0"/>
              <a:t>でセットしたデータを受け取って</a:t>
            </a:r>
            <a:endParaRPr lang="en-US" altLang="ja-JP" sz="2400" dirty="0"/>
          </a:p>
          <a:p>
            <a:r>
              <a:rPr lang="ja-JP" altLang="en-US" sz="2400" dirty="0"/>
              <a:t>移動させます。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635AB21-7834-4E0F-A1D6-91F6A9EEE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868219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883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200</Words>
  <Application>Microsoft Office PowerPoint</Application>
  <PresentationFormat>ワイド画面</PresentationFormat>
  <Paragraphs>32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46</cp:revision>
  <dcterms:created xsi:type="dcterms:W3CDTF">2024-08-27T02:15:54Z</dcterms:created>
  <dcterms:modified xsi:type="dcterms:W3CDTF">2026-04-24T05:31:51Z</dcterms:modified>
</cp:coreProperties>
</file>