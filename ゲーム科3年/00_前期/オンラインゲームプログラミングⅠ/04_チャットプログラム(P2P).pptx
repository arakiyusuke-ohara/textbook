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5018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チャットプログラム（</a:t>
            </a:r>
            <a:r>
              <a:rPr kumimoji="1" lang="en-US" altLang="ja-JP" sz="3200" b="1" u="sng" dirty="0"/>
              <a:t>P2P</a:t>
            </a:r>
            <a:r>
              <a:rPr kumimoji="1" lang="ja-JP" altLang="en-US" sz="3200" b="1" u="sng" dirty="0"/>
              <a:t>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111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P2P</a:t>
            </a:r>
            <a:r>
              <a:rPr kumimoji="1" lang="ja-JP" altLang="en-US" sz="2400" dirty="0"/>
              <a:t>方式でチャットプログラムを練習します。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E0D99BF-F15F-4887-BE6F-C12A54A5F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618" y="1730653"/>
            <a:ext cx="2991723" cy="2178641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91D1093-5D51-4CA1-A50C-E92A9F7763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1813312"/>
            <a:ext cx="2686425" cy="2095792"/>
          </a:xfrm>
          <a:prstGeom prst="rect">
            <a:avLst/>
          </a:prstGeom>
        </p:spPr>
      </p:pic>
      <p:sp>
        <p:nvSpPr>
          <p:cNvPr id="10" name="矢印: 左右 9">
            <a:extLst>
              <a:ext uri="{FF2B5EF4-FFF2-40B4-BE49-F238E27FC236}">
                <a16:creationId xmlns:a16="http://schemas.microsoft.com/office/drawing/2014/main" id="{7DC8CC3B-DD61-4DEF-94C0-CE67D1F32A85}"/>
              </a:ext>
            </a:extLst>
          </p:cNvPr>
          <p:cNvSpPr/>
          <p:nvPr/>
        </p:nvSpPr>
        <p:spPr>
          <a:xfrm>
            <a:off x="3390148" y="2556035"/>
            <a:ext cx="2260478" cy="583090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5018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チャットプログラム（</a:t>
            </a:r>
            <a:r>
              <a:rPr kumimoji="1" lang="en-US" altLang="ja-JP" sz="3200" b="1" u="sng" dirty="0"/>
              <a:t>P2P</a:t>
            </a:r>
            <a:r>
              <a:rPr kumimoji="1" lang="ja-JP" altLang="en-US" sz="3200" b="1" u="sng" dirty="0"/>
              <a:t>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通信を確立するためには、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誰かが受付をしないといけません。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接続の練習では</a:t>
            </a:r>
            <a:r>
              <a:rPr lang="en-US" altLang="ja-JP" sz="2400" b="1" dirty="0">
                <a:solidFill>
                  <a:srgbClr val="00B050"/>
                </a:solidFill>
              </a:rPr>
              <a:t>Server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にさせていました。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B419E0F-021E-492E-B934-C176838A3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90577"/>
            <a:ext cx="5953956" cy="1238423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2782E54-D43C-4163-920E-EB47FD385F96}"/>
              </a:ext>
            </a:extLst>
          </p:cNvPr>
          <p:cNvSpPr txBox="1"/>
          <p:nvPr/>
        </p:nvSpPr>
        <p:spPr>
          <a:xfrm>
            <a:off x="567542" y="3572151"/>
            <a:ext cx="78790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P2P</a:t>
            </a:r>
            <a:r>
              <a:rPr kumimoji="1" lang="ja-JP" altLang="en-US" sz="2400" dirty="0"/>
              <a:t>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サーバーは無い</a:t>
            </a:r>
            <a:r>
              <a:rPr kumimoji="1" lang="ja-JP" altLang="en-US" sz="2400" dirty="0"/>
              <a:t>ため、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通信する前に、受付をするか、後から参加をするのか、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どちらかを決めなければいけません。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0809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5018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チャットプログラム（</a:t>
            </a:r>
            <a:r>
              <a:rPr kumimoji="1" lang="en-US" altLang="ja-JP" sz="3200" b="1" u="sng" dirty="0"/>
              <a:t>P2P</a:t>
            </a:r>
            <a:r>
              <a:rPr kumimoji="1" lang="ja-JP" altLang="en-US" sz="3200" b="1" u="sng" dirty="0"/>
              <a:t>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今回は起動時にどちらにするかを入力させます。</a:t>
            </a:r>
            <a:endParaRPr kumimoji="1" lang="en-US" altLang="ja-JP" sz="2400" dirty="0"/>
          </a:p>
          <a:p>
            <a:r>
              <a:rPr lang="ja-JP" altLang="en-US" sz="2400" dirty="0"/>
              <a:t>受付する方をホスト、参加する方をクライアントと呼びます。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6914EC2-92B6-4A74-B17F-D18AC38E1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996548" cy="281518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C1BD29D-748B-4D26-A4FD-F614BED05B09}"/>
              </a:ext>
            </a:extLst>
          </p:cNvPr>
          <p:cNvSpPr txBox="1"/>
          <p:nvPr/>
        </p:nvSpPr>
        <p:spPr>
          <a:xfrm>
            <a:off x="567542" y="5142006"/>
            <a:ext cx="4956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※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Main.cpp</a:t>
            </a:r>
            <a:r>
              <a:rPr kumimoji="1" lang="ja-JP" altLang="en-US" sz="2400" dirty="0"/>
              <a:t>を見ておきましょう。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674605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5018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チャットプログラム（</a:t>
            </a:r>
            <a:r>
              <a:rPr kumimoji="1" lang="en-US" altLang="ja-JP" sz="3200" b="1" u="sng" dirty="0"/>
              <a:t>P2P</a:t>
            </a:r>
            <a:r>
              <a:rPr kumimoji="1" lang="ja-JP" altLang="en-US" sz="3200" b="1" u="sng" dirty="0"/>
              <a:t>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8304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ホスト側から作成します。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（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Host.cpp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）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通信開始処理で受付を開始します。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5612D93-181F-43D4-9F82-F8FE6F21BB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9144594" cy="262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875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5018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チャットプログラム（</a:t>
            </a:r>
            <a:r>
              <a:rPr kumimoji="1" lang="en-US" altLang="ja-JP" sz="3200" b="1" u="sng" dirty="0"/>
              <a:t>P2P</a:t>
            </a:r>
            <a:r>
              <a:rPr kumimoji="1" lang="ja-JP" altLang="en-US" sz="3200" b="1" u="sng" dirty="0"/>
              <a:t>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クライアントが参加してくるまで待ち、</a:t>
            </a:r>
            <a:endParaRPr lang="en-US" altLang="ja-JP" sz="2400" dirty="0"/>
          </a:p>
          <a:p>
            <a:r>
              <a:rPr lang="ja-JP" altLang="en-US" sz="2400" dirty="0"/>
              <a:t>参加者の情報は記録しておきましょう。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B81536B-635F-4A41-9A92-CE2A17770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030431" cy="4420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507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5018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チャットプログラム（</a:t>
            </a:r>
            <a:r>
              <a:rPr kumimoji="1" lang="en-US" altLang="ja-JP" sz="3200" b="1" u="sng" dirty="0"/>
              <a:t>P2P</a:t>
            </a:r>
            <a:r>
              <a:rPr kumimoji="1" lang="ja-JP" altLang="en-US" sz="3200" b="1" u="sng" dirty="0"/>
              <a:t>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クライアント側を作成します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Client.cpp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クライアント側は、既に存在しているホストに接続します。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F4EF5A3-19FC-4AFD-AFB0-752F44CCA2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864199" cy="419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883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5018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チャットプログラム（</a:t>
            </a:r>
            <a:r>
              <a:rPr kumimoji="1" lang="en-US" altLang="ja-JP" sz="3200" b="1" u="sng" dirty="0"/>
              <a:t>P2P</a:t>
            </a:r>
            <a:r>
              <a:rPr kumimoji="1" lang="ja-JP" altLang="en-US" sz="3200" b="1" u="sng" dirty="0"/>
              <a:t>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接続が完了するまで待機する処理も必要です。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1982D3B-79D2-4C02-A956-005AD218F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7151070" cy="4164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005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5018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チャットプログラム（</a:t>
            </a:r>
            <a:r>
              <a:rPr kumimoji="1" lang="en-US" altLang="ja-JP" sz="3200" b="1" u="sng" dirty="0"/>
              <a:t>P2P</a:t>
            </a:r>
            <a:r>
              <a:rPr kumimoji="1" lang="ja-JP" altLang="en-US" sz="3200" b="1" u="sng" dirty="0"/>
              <a:t>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動作確認をしてみましょう。</a:t>
            </a:r>
            <a:endParaRPr lang="en-US" altLang="ja-JP" sz="2400" dirty="0"/>
          </a:p>
          <a:p>
            <a:r>
              <a:rPr lang="ja-JP" altLang="en-US" sz="2400" dirty="0"/>
              <a:t>ホストから用意しないと通信できないので気を付けましょう。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B1EBD5FF-A5E1-471E-9A57-568292CD5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618" y="2187126"/>
            <a:ext cx="2991723" cy="2178641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3FBEE85-2789-4A1D-9566-A82F8AE87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2269785"/>
            <a:ext cx="2686425" cy="2095792"/>
          </a:xfrm>
          <a:prstGeom prst="rect">
            <a:avLst/>
          </a:prstGeom>
        </p:spPr>
      </p:pic>
      <p:sp>
        <p:nvSpPr>
          <p:cNvPr id="9" name="矢印: 左右 8">
            <a:extLst>
              <a:ext uri="{FF2B5EF4-FFF2-40B4-BE49-F238E27FC236}">
                <a16:creationId xmlns:a16="http://schemas.microsoft.com/office/drawing/2014/main" id="{C1EC9F63-DB19-4466-A801-098C6E626FB8}"/>
              </a:ext>
            </a:extLst>
          </p:cNvPr>
          <p:cNvSpPr/>
          <p:nvPr/>
        </p:nvSpPr>
        <p:spPr>
          <a:xfrm>
            <a:off x="3390148" y="3012508"/>
            <a:ext cx="2260478" cy="583090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7EE58A2-1F8C-4C13-8600-84AB31B570BF}"/>
              </a:ext>
            </a:extLst>
          </p:cNvPr>
          <p:cNvSpPr txBox="1"/>
          <p:nvPr/>
        </p:nvSpPr>
        <p:spPr>
          <a:xfrm>
            <a:off x="567542" y="4587936"/>
            <a:ext cx="41857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他の座席の人と繋いでみよう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238344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4395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チャットプログラム（</a:t>
            </a:r>
            <a:r>
              <a:rPr kumimoji="1" lang="en-US" altLang="ja-JP" sz="3200" b="1" u="sng" dirty="0"/>
              <a:t>P2P</a:t>
            </a:r>
            <a:r>
              <a:rPr kumimoji="1" lang="ja-JP" altLang="en-US" sz="3200" b="1" u="sng" dirty="0"/>
              <a:t>）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655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P2P</a:t>
            </a:r>
            <a:r>
              <a:rPr lang="ja-JP" altLang="en-US" sz="2400" dirty="0"/>
              <a:t>の最大のメリットは</a:t>
            </a:r>
            <a:r>
              <a:rPr lang="ja-JP" altLang="en-US" sz="2400" b="1" dirty="0">
                <a:solidFill>
                  <a:srgbClr val="FF0000"/>
                </a:solidFill>
              </a:rPr>
              <a:t>送受信処理が共通で使える</a:t>
            </a:r>
            <a:r>
              <a:rPr lang="ja-JP" altLang="en-US" sz="2400" dirty="0"/>
              <a:t>ことです。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4F5E4ED-B0CB-4ED9-9F8C-33975001E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6133929" cy="2377688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3B394EF-A348-4541-9839-F6123961EC1C}"/>
              </a:ext>
            </a:extLst>
          </p:cNvPr>
          <p:cNvSpPr txBox="1"/>
          <p:nvPr/>
        </p:nvSpPr>
        <p:spPr>
          <a:xfrm>
            <a:off x="567542" y="4336876"/>
            <a:ext cx="44935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安全なコードで実装できます。</a:t>
            </a:r>
            <a:endParaRPr lang="en-US" altLang="ja-JP" sz="2400" dirty="0"/>
          </a:p>
          <a:p>
            <a:r>
              <a:rPr lang="ja-JP" altLang="en-US" sz="2400" dirty="0"/>
              <a:t>デバッグも簡単です。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620327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787</TotalTime>
  <Words>263</Words>
  <Application>Microsoft Office PowerPoint</Application>
  <PresentationFormat>ワイド画面</PresentationFormat>
  <Paragraphs>32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55</cp:revision>
  <dcterms:created xsi:type="dcterms:W3CDTF">2024-08-27T02:15:54Z</dcterms:created>
  <dcterms:modified xsi:type="dcterms:W3CDTF">2025-10-09T03:08:02Z</dcterms:modified>
</cp:coreProperties>
</file>