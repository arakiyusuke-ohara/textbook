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オンライン用に必要なオブジェクトを作成します。</a:t>
            </a:r>
            <a:endParaRPr kumimoji="1" lang="en-US" altLang="ja-JP" sz="2400" dirty="0"/>
          </a:p>
          <a:p>
            <a:r>
              <a:rPr lang="ja-JP" altLang="en-US" sz="2400" dirty="0"/>
              <a:t>今回は以下の２つを作成します。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■オンライン用オブジェクト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</a:t>
            </a:r>
            <a:r>
              <a:rPr kumimoji="1" lang="en-US" altLang="ja-JP" sz="2400" dirty="0" err="1"/>
              <a:t>NetworkPlayer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NetworkPlayScene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78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NetworkPlayScene</a:t>
            </a:r>
            <a:r>
              <a:rPr lang="ja-JP" altLang="en-US" sz="2400" dirty="0"/>
              <a:t>から作成します。</a:t>
            </a:r>
            <a:endParaRPr lang="en-US" altLang="ja-JP" sz="2400" dirty="0"/>
          </a:p>
          <a:p>
            <a:r>
              <a:rPr lang="en-US" altLang="ja-JP" sz="2400" dirty="0"/>
              <a:t>Scene</a:t>
            </a:r>
            <a:r>
              <a:rPr lang="ja-JP" altLang="en-US" sz="2400" dirty="0"/>
              <a:t>フォルダに</a:t>
            </a:r>
            <a:r>
              <a:rPr lang="en-US" altLang="ja-JP" sz="2400" b="1" dirty="0">
                <a:solidFill>
                  <a:srgbClr val="FF0000"/>
                </a:solidFill>
              </a:rPr>
              <a:t>NetworkPlayScene.cpp/.h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AECC083-F0A6-423C-8456-89765BADC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106553" cy="291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4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53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NetworkPlayScene.h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CCB69E-243C-4871-8F6D-5B7074A7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622525" cy="46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7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50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NetworkPlayScene.cpp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D7B22B4-67FC-48BA-A29D-61E28C92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189791" cy="442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3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50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NetworkPlayScene.cpp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C5E43EF-9CDD-43F2-AAC2-1542AF5D5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787634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38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クライアントは一般的にシーンで管理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ja-JP" altLang="en-US" sz="2400" dirty="0"/>
              <a:t>この後の受信処理を作る際にも都合よく使うことができます。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866BC3F-6AD0-4D01-BF00-3921E9B58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0530"/>
            <a:ext cx="4258458" cy="4242888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759BB6-C94E-4577-A25B-38F57A2243DD}"/>
              </a:ext>
            </a:extLst>
          </p:cNvPr>
          <p:cNvSpPr/>
          <p:nvPr/>
        </p:nvSpPr>
        <p:spPr>
          <a:xfrm>
            <a:off x="1320800" y="5641570"/>
            <a:ext cx="2785533" cy="518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454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オンラインゲームはマッチングが成立するまで詳細が決まりません。</a:t>
            </a:r>
            <a:endParaRPr lang="en-US" altLang="ja-JP" sz="2400" dirty="0"/>
          </a:p>
          <a:p>
            <a:r>
              <a:rPr lang="ja-JP" altLang="en-US" sz="2400" dirty="0"/>
              <a:t>つまり、オフラインではできていたことができなくなることもあります。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C61ADD-3E3B-4E6D-B850-C83E1B4F4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278116" cy="129558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B303BF0-915A-4EB3-B0C0-6543C55F1FF9}"/>
              </a:ext>
            </a:extLst>
          </p:cNvPr>
          <p:cNvSpPr txBox="1"/>
          <p:nvPr/>
        </p:nvSpPr>
        <p:spPr>
          <a:xfrm>
            <a:off x="567541" y="3625133"/>
            <a:ext cx="5174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b="1" dirty="0" err="1">
                <a:solidFill>
                  <a:srgbClr val="00B050"/>
                </a:solidFill>
              </a:rPr>
              <a:t>NetworkPlayer</a:t>
            </a:r>
            <a:r>
              <a:rPr lang="ja-JP" altLang="en-US" sz="2400" dirty="0"/>
              <a:t>を作ります。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367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70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Player</a:t>
            </a:r>
            <a:r>
              <a:rPr lang="ja-JP" altLang="en-US" sz="2400" dirty="0"/>
              <a:t>フォルダに</a:t>
            </a:r>
            <a:r>
              <a:rPr lang="en-US" altLang="ja-JP" sz="2400" b="1" dirty="0">
                <a:solidFill>
                  <a:srgbClr val="FF0000"/>
                </a:solidFill>
              </a:rPr>
              <a:t>NetworkPlayer.cpp/.h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DD12F2-6D97-46EC-8991-06FC443A0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343094" cy="342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528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NetworkPlayer.h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43FD9F-6139-4236-859B-96D70A24B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23" y="1817794"/>
            <a:ext cx="6919511" cy="480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581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2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NetworkPlayer.cpp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3A172A7-4C76-4B29-858E-E8E1D4C9C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294802" cy="46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6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2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NetworkPlayer.cpp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D9D0D18-CC7D-40F1-BA01-5436D0F18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546375" cy="476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94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プレイヤーは複数画面に出現します。よって、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自分が操作するのがどれなのか判別するフラグ</a:t>
            </a:r>
            <a:r>
              <a:rPr lang="ja-JP" altLang="en-US" sz="2400" dirty="0"/>
              <a:t>が必ず必要になります。</a:t>
            </a:r>
            <a:endParaRPr lang="en-US" altLang="ja-JP" sz="2400" dirty="0"/>
          </a:p>
          <a:p>
            <a:r>
              <a:rPr lang="ja-JP" altLang="en-US" sz="2400" dirty="0"/>
              <a:t>これがなければ、他人のプレイヤーを操作してしまいます。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340EF10-6C8E-4651-B94E-E05DD5294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5132"/>
            <a:ext cx="5491054" cy="381091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2D6B58B-BA9B-48C7-ACB5-04DEBBACCB4E}"/>
              </a:ext>
            </a:extLst>
          </p:cNvPr>
          <p:cNvSpPr/>
          <p:nvPr/>
        </p:nvSpPr>
        <p:spPr>
          <a:xfrm>
            <a:off x="1075267" y="5571067"/>
            <a:ext cx="3987800" cy="186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5F881A2-6200-44E4-A491-2235DFAA401C}"/>
              </a:ext>
            </a:extLst>
          </p:cNvPr>
          <p:cNvSpPr txBox="1"/>
          <p:nvPr/>
        </p:nvSpPr>
        <p:spPr>
          <a:xfrm>
            <a:off x="6959875" y="5341834"/>
            <a:ext cx="35814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同様に識別</a:t>
            </a:r>
            <a:r>
              <a:rPr lang="en-US" altLang="ja-JP" sz="2400" dirty="0"/>
              <a:t>ID</a:t>
            </a:r>
            <a:r>
              <a:rPr lang="ja-JP" altLang="en-US" sz="2400" dirty="0"/>
              <a:t>も必要です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5478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オンラインでのキャラクターの描画は、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サーバーから送られてきた座標で描画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ja-JP" altLang="en-US" sz="2400" dirty="0"/>
              <a:t>今回はそれ専用のメンバ変数を用意しています。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075CC17-7554-4FBF-AC5F-DEA22BA92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6163535" cy="240063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53CD1CA-332C-4AC7-9B86-D6AAFE119FED}"/>
              </a:ext>
            </a:extLst>
          </p:cNvPr>
          <p:cNvSpPr/>
          <p:nvPr/>
        </p:nvSpPr>
        <p:spPr>
          <a:xfrm>
            <a:off x="4605867" y="3970867"/>
            <a:ext cx="1888066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8425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34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Network</a:t>
            </a:r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いずれのクラスも、オフライン用に実装されたクラスを継承しています。</a:t>
            </a:r>
            <a:endParaRPr lang="en-US" altLang="ja-JP" sz="2400" dirty="0"/>
          </a:p>
          <a:p>
            <a:r>
              <a:rPr lang="ja-JP" altLang="en-US" sz="2400" dirty="0"/>
              <a:t>これにより、非常にメンテナンスしやすい設計となり、</a:t>
            </a:r>
            <a:endParaRPr lang="en-US" altLang="ja-JP" sz="2400" dirty="0"/>
          </a:p>
          <a:p>
            <a:r>
              <a:rPr lang="ja-JP" altLang="en-US" sz="2400" dirty="0"/>
              <a:t>不具合がでにくかったり、不具合が出ても調査が簡単だったりします。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ネットワークプログラムはクライアントとサーバー両方で作成するので、</a:t>
            </a:r>
            <a:endParaRPr lang="en-US" altLang="ja-JP" sz="2400" dirty="0"/>
          </a:p>
          <a:p>
            <a:r>
              <a:rPr lang="ja-JP" altLang="en-US" sz="2400" dirty="0"/>
              <a:t>とても複雑になりやすいです。</a:t>
            </a:r>
            <a:endParaRPr lang="en-US" altLang="ja-JP" sz="2400" dirty="0"/>
          </a:p>
          <a:p>
            <a:r>
              <a:rPr lang="ja-JP" altLang="en-US" sz="2400" dirty="0"/>
              <a:t>設計面で少しでもきれいに組めるように、工夫していきましょう。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75746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339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72</cp:revision>
  <dcterms:created xsi:type="dcterms:W3CDTF">2024-08-27T02:15:54Z</dcterms:created>
  <dcterms:modified xsi:type="dcterms:W3CDTF">2025-11-06T06:02:54Z</dcterms:modified>
</cp:coreProperties>
</file>