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3" r:id="rId7"/>
    <p:sldId id="264" r:id="rId8"/>
    <p:sldId id="260" r:id="rId9"/>
    <p:sldId id="261" r:id="rId10"/>
    <p:sldId id="265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91" d="100"/>
          <a:sy n="91" d="100"/>
        </p:scale>
        <p:origin x="43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2025/3/16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2025/3/16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2025/3/16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2025/3/16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サーバークライアントを実装するために、</a:t>
            </a:r>
            <a:endParaRPr lang="en-US" altLang="ja-JP" sz="2400" dirty="0"/>
          </a:p>
          <a:p>
            <a:r>
              <a:rPr kumimoji="1" lang="ja-JP" altLang="en-US" sz="2400" dirty="0"/>
              <a:t>まずは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クライアントからサーバーに接続</a:t>
            </a:r>
            <a:r>
              <a:rPr kumimoji="1" lang="ja-JP" altLang="en-US" sz="2400" dirty="0"/>
              <a:t>する仕組みを実装します。</a:t>
            </a:r>
            <a:endParaRPr kumimoji="1" lang="en-US" altLang="ja-JP" sz="2400" dirty="0"/>
          </a:p>
        </p:txBody>
      </p:sp>
      <p:sp>
        <p:nvSpPr>
          <p:cNvPr id="2" name="二等辺三角形 1">
            <a:extLst>
              <a:ext uri="{FF2B5EF4-FFF2-40B4-BE49-F238E27FC236}">
                <a16:creationId xmlns:a16="http://schemas.microsoft.com/office/drawing/2014/main" id="{8809B770-2AEB-4C17-AB21-90619ADFA060}"/>
              </a:ext>
            </a:extLst>
          </p:cNvPr>
          <p:cNvSpPr/>
          <p:nvPr/>
        </p:nvSpPr>
        <p:spPr>
          <a:xfrm>
            <a:off x="1022887" y="4283658"/>
            <a:ext cx="660400" cy="40640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D39CD94-687F-465E-B2A1-B9BC5E8BAA40}"/>
              </a:ext>
            </a:extLst>
          </p:cNvPr>
          <p:cNvSpPr/>
          <p:nvPr/>
        </p:nvSpPr>
        <p:spPr>
          <a:xfrm>
            <a:off x="567542" y="3513192"/>
            <a:ext cx="1617133" cy="77046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クライアント</a:t>
            </a:r>
          </a:p>
        </p:txBody>
      </p:sp>
      <p:sp>
        <p:nvSpPr>
          <p:cNvPr id="5" name="直方体 4">
            <a:extLst>
              <a:ext uri="{FF2B5EF4-FFF2-40B4-BE49-F238E27FC236}">
                <a16:creationId xmlns:a16="http://schemas.microsoft.com/office/drawing/2014/main" id="{715789F0-7F2D-40B1-84F2-5403F7374463}"/>
              </a:ext>
            </a:extLst>
          </p:cNvPr>
          <p:cNvSpPr/>
          <p:nvPr/>
        </p:nvSpPr>
        <p:spPr>
          <a:xfrm>
            <a:off x="4860142" y="2556458"/>
            <a:ext cx="1524000" cy="2683933"/>
          </a:xfrm>
          <a:prstGeom prst="cub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サーバー</a:t>
            </a:r>
          </a:p>
        </p:txBody>
      </p:sp>
      <p:sp>
        <p:nvSpPr>
          <p:cNvPr id="8" name="矢印: 右 7">
            <a:extLst>
              <a:ext uri="{FF2B5EF4-FFF2-40B4-BE49-F238E27FC236}">
                <a16:creationId xmlns:a16="http://schemas.microsoft.com/office/drawing/2014/main" id="{E1E95D2A-BF41-4763-929E-6365C8181634}"/>
              </a:ext>
            </a:extLst>
          </p:cNvPr>
          <p:cNvSpPr/>
          <p:nvPr/>
        </p:nvSpPr>
        <p:spPr>
          <a:xfrm>
            <a:off x="2459421" y="3513192"/>
            <a:ext cx="2280745" cy="680436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接続</a:t>
            </a:r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0925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クライアントプロジェクトの</a:t>
            </a:r>
            <a:r>
              <a:rPr lang="en-US" altLang="ja-JP" sz="2400" b="1" dirty="0">
                <a:solidFill>
                  <a:srgbClr val="FF0000"/>
                </a:solidFill>
              </a:rPr>
              <a:t>Client.cpp</a:t>
            </a:r>
            <a:r>
              <a:rPr lang="ja-JP" altLang="en-US" sz="2400" dirty="0"/>
              <a:t>を書きます。（その１）</a:t>
            </a:r>
            <a:endParaRPr lang="en-US" altLang="ja-JP" sz="2400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3421A57E-388C-481F-AF11-B14D478475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7580075" cy="4215144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063438F-E08C-4F1C-A76F-821995C31FAC}"/>
              </a:ext>
            </a:extLst>
          </p:cNvPr>
          <p:cNvSpPr/>
          <p:nvPr/>
        </p:nvSpPr>
        <p:spPr>
          <a:xfrm>
            <a:off x="2175641" y="2196662"/>
            <a:ext cx="5801711" cy="325820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0141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0925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クライアントプロジェクトの</a:t>
            </a:r>
            <a:r>
              <a:rPr lang="en-US" altLang="ja-JP" sz="2400" b="1" dirty="0">
                <a:solidFill>
                  <a:srgbClr val="FF0000"/>
                </a:solidFill>
              </a:rPr>
              <a:t>Client.cpp</a:t>
            </a:r>
            <a:r>
              <a:rPr lang="ja-JP" altLang="en-US" sz="2400" dirty="0"/>
              <a:t>を書きます。（その２）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9634EB64-065D-4BD7-B935-F1EA07EEF3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28576"/>
            <a:ext cx="9208513" cy="4303283"/>
          </a:xfrm>
          <a:prstGeom prst="rect">
            <a:avLst/>
          </a:prstGeom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A05453C-E89F-4863-8F32-F20E0082FDFC}"/>
              </a:ext>
            </a:extLst>
          </p:cNvPr>
          <p:cNvSpPr/>
          <p:nvPr/>
        </p:nvSpPr>
        <p:spPr>
          <a:xfrm>
            <a:off x="2234681" y="3144644"/>
            <a:ext cx="7722637" cy="27831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66857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0925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クライアントプロジェクトの</a:t>
            </a:r>
            <a:r>
              <a:rPr lang="en-US" altLang="ja-JP" sz="2400" b="1" dirty="0">
                <a:solidFill>
                  <a:srgbClr val="FF0000"/>
                </a:solidFill>
              </a:rPr>
              <a:t>Client.cpp</a:t>
            </a:r>
            <a:r>
              <a:rPr lang="ja-JP" altLang="en-US" sz="2400" dirty="0"/>
              <a:t>を書きます。（その３）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E5812EE-67B1-44D5-AD13-8DD879E329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20422"/>
            <a:ext cx="6862471" cy="3821149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B83D369-27E7-4743-A5DF-4489A5040E78}"/>
              </a:ext>
            </a:extLst>
          </p:cNvPr>
          <p:cNvSpPr/>
          <p:nvPr/>
        </p:nvSpPr>
        <p:spPr>
          <a:xfrm>
            <a:off x="2175641" y="3132083"/>
            <a:ext cx="5254371" cy="181828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612806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 解説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端末と接続するには</a:t>
            </a:r>
            <a:r>
              <a:rPr lang="en-US" altLang="ja-JP" sz="2400" b="1" dirty="0" err="1">
                <a:solidFill>
                  <a:srgbClr val="0070C0"/>
                </a:solidFill>
              </a:rPr>
              <a:t>ConnectNetwork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を使います。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接続したのが誰かをハンドルで識別</a:t>
            </a:r>
            <a:r>
              <a:rPr lang="ja-JP" altLang="en-US" sz="2400" dirty="0"/>
              <a:t>するので取っておきましょう。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37B2085B-B9B3-46DF-8339-28EA35CC25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9208513" cy="4303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10391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 解説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019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IP</a:t>
            </a:r>
            <a:r>
              <a:rPr lang="ja-JP" altLang="en-US" sz="2400" dirty="0"/>
              <a:t>アドレスは</a:t>
            </a:r>
            <a:r>
              <a:rPr lang="en-US" altLang="ja-JP" sz="2400" dirty="0" err="1"/>
              <a:t>DxLib</a:t>
            </a:r>
            <a:r>
              <a:rPr lang="ja-JP" altLang="en-US" sz="2400" dirty="0"/>
              <a:t>の</a:t>
            </a:r>
            <a:r>
              <a:rPr lang="en-US" altLang="ja-JP" sz="2400" b="1" dirty="0">
                <a:solidFill>
                  <a:srgbClr val="00B050"/>
                </a:solidFill>
              </a:rPr>
              <a:t>IPDATA</a:t>
            </a:r>
            <a:r>
              <a:rPr lang="ja-JP" altLang="en-US" sz="2400" b="1" dirty="0">
                <a:solidFill>
                  <a:srgbClr val="00B050"/>
                </a:solidFill>
              </a:rPr>
              <a:t>構造体</a:t>
            </a:r>
            <a:r>
              <a:rPr lang="ja-JP" altLang="en-US" sz="2400" dirty="0"/>
              <a:t>に保存します。（</a:t>
            </a:r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）</a:t>
            </a:r>
            <a:endParaRPr lang="en-US" altLang="ja-JP" sz="2400" dirty="0"/>
          </a:p>
          <a:p>
            <a:r>
              <a:rPr lang="ja-JP" altLang="en-US" sz="2400" dirty="0"/>
              <a:t>自身の端末の</a:t>
            </a:r>
            <a:r>
              <a:rPr lang="en-US" altLang="ja-JP" sz="2400" dirty="0"/>
              <a:t>IP</a:t>
            </a:r>
            <a:r>
              <a:rPr lang="ja-JP" altLang="en-US" sz="2400" dirty="0"/>
              <a:t>アドレスを調べて記載しましょう。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343769D-65CF-4F0F-ACF1-163A78F749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7195966" cy="2491447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F40FF26-63C0-490B-9F66-D9CE7DA20658}"/>
              </a:ext>
            </a:extLst>
          </p:cNvPr>
          <p:cNvSpPr txBox="1"/>
          <p:nvPr/>
        </p:nvSpPr>
        <p:spPr>
          <a:xfrm>
            <a:off x="567542" y="4819967"/>
            <a:ext cx="109568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※</a:t>
            </a:r>
            <a:r>
              <a:rPr lang="ja-JP" altLang="en-US" sz="2400" dirty="0"/>
              <a:t>当分は自分自身の端末で動作確認するので、自身のアドレスを記載します。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2168265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 解説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046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切断するには</a:t>
            </a:r>
            <a:r>
              <a:rPr lang="en-US" altLang="ja-JP" sz="2400" b="1" dirty="0" err="1">
                <a:solidFill>
                  <a:srgbClr val="0070C0"/>
                </a:solidFill>
              </a:rPr>
              <a:t>CloseNetwork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を呼びます。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69F950EB-E383-4AF7-A0CD-ABA8D1D9D0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20422"/>
            <a:ext cx="6862471" cy="3821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13580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4053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 クライアント補足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7182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Enter</a:t>
            </a:r>
            <a:r>
              <a:rPr lang="ja-JP" altLang="en-US" sz="2400" dirty="0"/>
              <a:t>キーで接続します。（</a:t>
            </a:r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DBEAEDD-1337-401F-A4CE-C17785CED8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6382641" cy="3400900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3191439-038E-4E53-8968-6AA61576FF1A}"/>
              </a:ext>
            </a:extLst>
          </p:cNvPr>
          <p:cNvSpPr txBox="1"/>
          <p:nvPr/>
        </p:nvSpPr>
        <p:spPr>
          <a:xfrm>
            <a:off x="567542" y="5357898"/>
            <a:ext cx="84449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※</a:t>
            </a:r>
            <a:r>
              <a:rPr lang="ja-JP" altLang="en-US" sz="2400" dirty="0"/>
              <a:t>実際にゲームに実装する際は〇〇</a:t>
            </a:r>
            <a:r>
              <a:rPr lang="en-US" altLang="ja-JP" sz="2400" dirty="0"/>
              <a:t>Scene</a:t>
            </a:r>
            <a:r>
              <a:rPr lang="ja-JP" altLang="en-US" sz="2400" dirty="0"/>
              <a:t>でこの処理をする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600807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4053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 クライアント補足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9170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Ctrl+Q</a:t>
            </a:r>
            <a:r>
              <a:rPr lang="ja-JP" altLang="en-US" sz="2400" dirty="0"/>
              <a:t>キーで切断します。（</a:t>
            </a:r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）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A6194EF-FCC6-4A3E-BA21-76DCB77D2A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1046389" cy="2089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00467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サーバー側へ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クライアント側の接続は実装しました。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サーバー側では、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接続してきたクライアントを受け入れて記録する</a:t>
            </a:r>
            <a:r>
              <a:rPr lang="ja-JP" altLang="en-US" sz="2400" dirty="0"/>
              <a:t>必要があります。</a:t>
            </a:r>
            <a:endParaRPr lang="en-US" altLang="ja-JP" sz="2400" dirty="0"/>
          </a:p>
          <a:p>
            <a:r>
              <a:rPr lang="ja-JP" altLang="en-US" sz="2400" dirty="0"/>
              <a:t>次のスライドで実装します。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999991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</TotalTime>
  <Words>229</Words>
  <Application>Microsoft Office PowerPoint</Application>
  <PresentationFormat>ワイド画面</PresentationFormat>
  <Paragraphs>32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4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21</cp:revision>
  <dcterms:created xsi:type="dcterms:W3CDTF">2024-08-27T02:15:54Z</dcterms:created>
  <dcterms:modified xsi:type="dcterms:W3CDTF">2025-03-16T08:19:35Z</dcterms:modified>
</cp:coreProperties>
</file>