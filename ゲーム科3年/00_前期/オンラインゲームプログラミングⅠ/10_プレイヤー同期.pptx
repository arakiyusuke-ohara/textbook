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  <p:sldId id="260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オンラインゲームでは、</a:t>
            </a:r>
            <a:endParaRPr lang="en-US" altLang="ja-JP" sz="2400" dirty="0"/>
          </a:p>
          <a:p>
            <a:r>
              <a:rPr lang="ja-JP" altLang="en-US" sz="2400" dirty="0"/>
              <a:t>プレイヤーの位置などを全クライアントで揃えなければいけません。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5D47F0-8C27-45EB-B4B5-081427F77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30658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全てのクライアントで揃えるには、</a:t>
            </a:r>
            <a:endParaRPr lang="en-US" altLang="ja-JP" sz="2400" dirty="0"/>
          </a:p>
          <a:p>
            <a:r>
              <a:rPr lang="ja-JP" altLang="en-US" sz="2400" dirty="0"/>
              <a:t>チャットと同様に、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サーバー側に正しい情報を持たせておきます。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クライアントは、サーバーから届いたデータをもとにプレイヤーを配置します。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1FB0A9D-B231-4A30-B4E6-E372BF20E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3483458"/>
            <a:ext cx="4419325" cy="3062352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B2670C2-8CFA-4F1E-A002-6A17EE652730}"/>
              </a:ext>
            </a:extLst>
          </p:cNvPr>
          <p:cNvSpPr/>
          <p:nvPr/>
        </p:nvSpPr>
        <p:spPr>
          <a:xfrm>
            <a:off x="1554299" y="2723332"/>
            <a:ext cx="2184400" cy="4008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b="1" dirty="0"/>
              <a:t>サーバー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5AD7A5F-C4AB-41A7-94C5-653139DECD60}"/>
              </a:ext>
            </a:extLst>
          </p:cNvPr>
          <p:cNvCxnSpPr/>
          <p:nvPr/>
        </p:nvCxnSpPr>
        <p:spPr>
          <a:xfrm flipH="1">
            <a:off x="1346200" y="3158067"/>
            <a:ext cx="609600" cy="8720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1CBEBB4-646C-485D-AF40-F1C5F572E513}"/>
              </a:ext>
            </a:extLst>
          </p:cNvPr>
          <p:cNvCxnSpPr>
            <a:cxnSpLocks/>
          </p:cNvCxnSpPr>
          <p:nvPr/>
        </p:nvCxnSpPr>
        <p:spPr>
          <a:xfrm flipH="1">
            <a:off x="2096165" y="3310467"/>
            <a:ext cx="12035" cy="1854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ECEC8A4-7134-44EE-9F60-85E08A383D81}"/>
              </a:ext>
            </a:extLst>
          </p:cNvPr>
          <p:cNvCxnSpPr>
            <a:cxnSpLocks/>
          </p:cNvCxnSpPr>
          <p:nvPr/>
        </p:nvCxnSpPr>
        <p:spPr>
          <a:xfrm>
            <a:off x="3242733" y="3158067"/>
            <a:ext cx="0" cy="719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D3A28E4-C04A-4192-B0AE-1430E5CE3C5B}"/>
              </a:ext>
            </a:extLst>
          </p:cNvPr>
          <p:cNvCxnSpPr>
            <a:cxnSpLocks/>
          </p:cNvCxnSpPr>
          <p:nvPr/>
        </p:nvCxnSpPr>
        <p:spPr>
          <a:xfrm>
            <a:off x="3488266" y="3170767"/>
            <a:ext cx="668867" cy="2095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33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ただ、実際にキー入力して移動するのはクライアントです。</a:t>
            </a:r>
            <a:endParaRPr lang="en-US" altLang="ja-JP" sz="2400" dirty="0"/>
          </a:p>
          <a:p>
            <a:r>
              <a:rPr lang="ja-JP" altLang="en-US" sz="2400" dirty="0"/>
              <a:t>よって処理の順番は以下の通りになります。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■処理の順番</a:t>
            </a:r>
            <a:r>
              <a:rPr lang="ja-JP" altLang="en-US" sz="2400" b="1" dirty="0"/>
              <a:t>（</a:t>
            </a:r>
            <a:r>
              <a:rPr lang="ja-JP" altLang="en-US" sz="2400" b="1" dirty="0">
                <a:solidFill>
                  <a:srgbClr val="0070C0"/>
                </a:solidFill>
              </a:rPr>
              <a:t>青文字はクライアント側</a:t>
            </a:r>
            <a:r>
              <a:rPr lang="ja-JP" altLang="en-US" sz="2400" b="1" dirty="0"/>
              <a:t>、</a:t>
            </a:r>
            <a:r>
              <a:rPr lang="ja-JP" altLang="en-US" sz="2400" b="1" dirty="0">
                <a:solidFill>
                  <a:srgbClr val="00B050"/>
                </a:solidFill>
              </a:rPr>
              <a:t>緑文字はサーバー側</a:t>
            </a:r>
            <a:r>
              <a:rPr lang="ja-JP" altLang="en-US" sz="2400" b="1" dirty="0"/>
              <a:t>の処理）</a:t>
            </a:r>
            <a:endParaRPr lang="en-US" altLang="ja-JP" sz="2400" b="1" dirty="0"/>
          </a:p>
          <a:p>
            <a:r>
              <a:rPr lang="ja-JP" altLang="en-US" sz="2400" dirty="0">
                <a:solidFill>
                  <a:srgbClr val="0070C0"/>
                </a:solidFill>
              </a:rPr>
              <a:t>１．キー入力で移動</a:t>
            </a:r>
            <a:endParaRPr lang="en-US" altLang="ja-JP" sz="2400" dirty="0">
              <a:solidFill>
                <a:srgbClr val="0070C0"/>
              </a:solidFill>
            </a:endParaRPr>
          </a:p>
          <a:p>
            <a:r>
              <a:rPr lang="ja-JP" altLang="en-US" sz="2400" dirty="0">
                <a:solidFill>
                  <a:srgbClr val="0070C0"/>
                </a:solidFill>
              </a:rPr>
              <a:t>　　</a:t>
            </a:r>
            <a:r>
              <a:rPr lang="en-US" altLang="ja-JP" sz="2400" dirty="0">
                <a:solidFill>
                  <a:srgbClr val="0070C0"/>
                </a:solidFill>
              </a:rPr>
              <a:t>※</a:t>
            </a:r>
            <a:r>
              <a:rPr lang="ja-JP" altLang="en-US" sz="2400" dirty="0">
                <a:solidFill>
                  <a:srgbClr val="0070C0"/>
                </a:solidFill>
              </a:rPr>
              <a:t>ただし座標の数値だけ変えて画像は動かさない</a:t>
            </a:r>
            <a:endParaRPr lang="en-US" altLang="ja-JP" sz="2400" dirty="0">
              <a:solidFill>
                <a:srgbClr val="0070C0"/>
              </a:solidFill>
            </a:endParaRPr>
          </a:p>
          <a:p>
            <a:endParaRPr lang="en-US" altLang="ja-JP" sz="2400" dirty="0">
              <a:solidFill>
                <a:srgbClr val="0070C0"/>
              </a:solidFill>
            </a:endParaRPr>
          </a:p>
          <a:p>
            <a:r>
              <a:rPr lang="ja-JP" altLang="en-US" sz="2400" dirty="0">
                <a:solidFill>
                  <a:srgbClr val="0070C0"/>
                </a:solidFill>
              </a:rPr>
              <a:t>２．移動後の座標をサーバーへ送信</a:t>
            </a:r>
            <a:endParaRPr lang="en-US" altLang="ja-JP" sz="2400" dirty="0">
              <a:solidFill>
                <a:srgbClr val="0070C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>
                <a:solidFill>
                  <a:srgbClr val="00B050"/>
                </a:solidFill>
              </a:rPr>
              <a:t>３．座標を受信したら、最新のデータに更新する</a:t>
            </a:r>
            <a:endParaRPr lang="en-US" altLang="ja-JP" sz="2400" dirty="0">
              <a:solidFill>
                <a:srgbClr val="00B050"/>
              </a:solidFill>
            </a:endParaRPr>
          </a:p>
          <a:p>
            <a:endParaRPr lang="en-US" altLang="ja-JP" sz="2400" dirty="0">
              <a:solidFill>
                <a:srgbClr val="00B050"/>
              </a:solidFill>
            </a:endParaRPr>
          </a:p>
          <a:p>
            <a:r>
              <a:rPr lang="ja-JP" altLang="en-US" sz="2400" dirty="0">
                <a:solidFill>
                  <a:srgbClr val="00B050"/>
                </a:solidFill>
              </a:rPr>
              <a:t>４．更新後の最新の座標を全てのクライアントに送信</a:t>
            </a:r>
            <a:endParaRPr lang="en-US" altLang="ja-JP" sz="2400" dirty="0">
              <a:solidFill>
                <a:srgbClr val="00B05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>
                <a:solidFill>
                  <a:srgbClr val="0070C0"/>
                </a:solidFill>
              </a:rPr>
              <a:t>５．最新の座標の位置に画像を描画する</a:t>
            </a:r>
            <a:endParaRPr lang="en-US" altLang="ja-JP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75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79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Client</a:t>
            </a:r>
            <a:r>
              <a:rPr lang="ja-JP" altLang="en-US" sz="2400" b="1" dirty="0">
                <a:solidFill>
                  <a:srgbClr val="0070C0"/>
                </a:solidFill>
              </a:rPr>
              <a:t>プロジェクト</a:t>
            </a:r>
            <a:r>
              <a:rPr lang="ja-JP" altLang="en-US" sz="2400" dirty="0"/>
              <a:t>を開きましょう。</a:t>
            </a:r>
            <a:endParaRPr lang="en-US" altLang="ja-JP" sz="2400" dirty="0">
              <a:solidFill>
                <a:srgbClr val="0070C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85C6170-1FA9-47AB-803D-131C08500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48476" cy="43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79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64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NetworkCommonParam.h</a:t>
            </a:r>
            <a:r>
              <a:rPr lang="ja-JP" altLang="en-US" sz="2400" dirty="0"/>
              <a:t>に座標通信データを追加します。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B648A1-5327-4B6E-B79F-06A56226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4" y="1817794"/>
            <a:ext cx="5640881" cy="210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データの送信処理ですが、</a:t>
            </a:r>
            <a:endParaRPr lang="en-US" altLang="ja-JP" sz="2400" dirty="0"/>
          </a:p>
          <a:p>
            <a:r>
              <a:rPr lang="ja-JP" altLang="en-US" sz="2400" dirty="0"/>
              <a:t>送信用のデータを作る処理が少し冗長です。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2006B30-C9D2-4438-9C6B-AFB9D6970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62991" cy="334812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BF8563-7CDF-41D7-AB5F-DD7499281193}"/>
              </a:ext>
            </a:extLst>
          </p:cNvPr>
          <p:cNvSpPr txBox="1"/>
          <p:nvPr/>
        </p:nvSpPr>
        <p:spPr>
          <a:xfrm>
            <a:off x="567542" y="567495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これを通信処理が必要な場所全てに書くことになる。。。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4351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66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そのため</a:t>
            </a:r>
            <a:r>
              <a:rPr lang="ja-JP" altLang="en-US" sz="2400" b="1" dirty="0">
                <a:solidFill>
                  <a:srgbClr val="FF0000"/>
                </a:solidFill>
              </a:rPr>
              <a:t>送信データを作る処理は関数化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en-US" altLang="ja-JP" sz="2400" dirty="0"/>
              <a:t>Network</a:t>
            </a:r>
            <a:r>
              <a:rPr lang="ja-JP" altLang="en-US" sz="2400" dirty="0"/>
              <a:t>フォルダの中に、</a:t>
            </a:r>
            <a:r>
              <a:rPr lang="en-US" altLang="ja-JP" sz="2400" b="1" dirty="0" err="1">
                <a:solidFill>
                  <a:srgbClr val="FF0000"/>
                </a:solidFill>
              </a:rPr>
              <a:t>NetworkUtility.h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FD03F4A-2A3E-4A60-8C1B-193EFDC01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4013793" cy="318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9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82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NetworkUtility.h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90E9687-9C70-47EF-AD93-21ED24A73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8043058" cy="417767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8F24478-7816-4332-B343-0765767D730D}"/>
              </a:ext>
            </a:extLst>
          </p:cNvPr>
          <p:cNvSpPr txBox="1"/>
          <p:nvPr/>
        </p:nvSpPr>
        <p:spPr>
          <a:xfrm>
            <a:off x="567542" y="613517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これで送信処理がすっきりします。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6512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75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NetworkPlayer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に自身の座標を送信する関数を作ります。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8A5DC4-9FD8-4DD0-998F-6D992975B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116811" cy="25510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718610-476E-4D55-81B2-3A344458DF36}"/>
              </a:ext>
            </a:extLst>
          </p:cNvPr>
          <p:cNvSpPr/>
          <p:nvPr/>
        </p:nvSpPr>
        <p:spPr>
          <a:xfrm>
            <a:off x="2023533" y="2023533"/>
            <a:ext cx="2370667" cy="618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276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71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座標の送信処理を書きましょう。（</a:t>
            </a:r>
            <a:r>
              <a:rPr lang="en-US" altLang="ja-JP" sz="2400" b="1" dirty="0">
                <a:solidFill>
                  <a:srgbClr val="FF0000"/>
                </a:solidFill>
              </a:rPr>
              <a:t>NetworkPlayer.cpp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63E9B15-B8BC-4FF4-A386-633285F8D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973458" cy="256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6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155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Step</a:t>
            </a:r>
            <a:r>
              <a:rPr lang="ja-JP" altLang="en-US" sz="2400" b="1" dirty="0">
                <a:solidFill>
                  <a:srgbClr val="0070C0"/>
                </a:solidFill>
              </a:rPr>
              <a:t>処理</a:t>
            </a:r>
            <a:r>
              <a:rPr lang="ja-JP" altLang="en-US" sz="2400" dirty="0"/>
              <a:t>で移動を検知して送信しましょう。（</a:t>
            </a:r>
            <a:r>
              <a:rPr lang="en-US" altLang="ja-JP" sz="2400" b="1" dirty="0">
                <a:solidFill>
                  <a:srgbClr val="FF0000"/>
                </a:solidFill>
              </a:rPr>
              <a:t>NetworkPlayer.cpp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59631C-6A18-415E-8948-677FEFE10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935962" cy="350568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E025A6-B56E-4A6D-AE3B-383B126D12E4}"/>
              </a:ext>
            </a:extLst>
          </p:cNvPr>
          <p:cNvSpPr txBox="1"/>
          <p:nvPr/>
        </p:nvSpPr>
        <p:spPr>
          <a:xfrm>
            <a:off x="567542" y="5463183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続いてはサーバー側の受信処理です。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664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47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Server</a:t>
            </a:r>
            <a:r>
              <a:rPr lang="ja-JP" altLang="en-US" sz="2400" b="1" dirty="0">
                <a:solidFill>
                  <a:srgbClr val="00B050"/>
                </a:solidFill>
              </a:rPr>
              <a:t>プロジェクト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9517AB1-2E8B-4331-9579-CA177C694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32525" cy="453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57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49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Server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に</a:t>
            </a:r>
            <a:endParaRPr lang="en-US" altLang="ja-JP" sz="2400" dirty="0"/>
          </a:p>
          <a:p>
            <a:r>
              <a:rPr lang="ja-JP" altLang="en-US" sz="2400" dirty="0"/>
              <a:t>クライアントからのデータを受信する関数を追加します。（</a:t>
            </a:r>
            <a:r>
              <a:rPr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AEAEB9-9EA2-4504-8E46-C9FD26E2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510842" cy="22208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43FDE0-CBDF-4014-833F-2D9D1C67A273}"/>
              </a:ext>
            </a:extLst>
          </p:cNvPr>
          <p:cNvSpPr/>
          <p:nvPr/>
        </p:nvSpPr>
        <p:spPr>
          <a:xfrm>
            <a:off x="2290315" y="3784600"/>
            <a:ext cx="6604000" cy="397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558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60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ReceiveData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を書きます。（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3F213B-9200-48B1-A523-3497CE3769D8}"/>
              </a:ext>
            </a:extLst>
          </p:cNvPr>
          <p:cNvSpPr txBox="1"/>
          <p:nvPr/>
        </p:nvSpPr>
        <p:spPr>
          <a:xfrm>
            <a:off x="567542" y="603250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B050"/>
                </a:solidFill>
              </a:rPr>
              <a:t>パケットごとの処理</a:t>
            </a:r>
            <a:r>
              <a:rPr lang="ja-JP" altLang="en-US" sz="2400" dirty="0"/>
              <a:t>はのちほど追記します。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B16EC61-B5D3-4999-AD7C-84DFE99CC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79438" cy="400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78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5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受信した座標に設定する関数を追加します。（</a:t>
            </a:r>
            <a:r>
              <a:rPr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8E81FE9-6C90-4387-944D-031E268B7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00609" cy="266953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ECB920-623C-4703-B07B-23BA5196046C}"/>
              </a:ext>
            </a:extLst>
          </p:cNvPr>
          <p:cNvSpPr/>
          <p:nvPr/>
        </p:nvSpPr>
        <p:spPr>
          <a:xfrm>
            <a:off x="2290314" y="3852333"/>
            <a:ext cx="7793485" cy="330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758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9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処理も書いていきます。（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A69E5BC-C039-457A-886E-AD968E93D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754432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7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91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クライアントからデータを受信したら呼びましょう。（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C3D9838-5780-45C6-AAB5-E1878CDFD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8572"/>
            <a:ext cx="9186058" cy="4218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18BEE66-11AF-4AFB-97F0-438ABAEDEF21}"/>
              </a:ext>
            </a:extLst>
          </p:cNvPr>
          <p:cNvSpPr/>
          <p:nvPr/>
        </p:nvSpPr>
        <p:spPr>
          <a:xfrm>
            <a:off x="2358047" y="4851400"/>
            <a:ext cx="7793485" cy="1185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8758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0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最新の座標を全クライアントに送信します。</a:t>
            </a:r>
            <a:endParaRPr lang="en-US" altLang="ja-JP" sz="2400" dirty="0"/>
          </a:p>
          <a:p>
            <a:r>
              <a:rPr lang="ja-JP" altLang="en-US" sz="2400" dirty="0"/>
              <a:t>送信用のデータを</a:t>
            </a:r>
            <a:r>
              <a:rPr lang="en-US" altLang="ja-JP" sz="2400" b="1" dirty="0" err="1">
                <a:solidFill>
                  <a:srgbClr val="FF0000"/>
                </a:solidFill>
              </a:rPr>
              <a:t>NetworkCommonParam.h</a:t>
            </a:r>
            <a:r>
              <a:rPr lang="ja-JP" altLang="en-US" sz="2400" dirty="0"/>
              <a:t>に追加しましょう。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0F1296C-DE7B-45BC-8FD8-FEA1C685C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74346" cy="179220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F1EDBEF-271F-4C1D-943D-D5F1239CC1A5}"/>
              </a:ext>
            </a:extLst>
          </p:cNvPr>
          <p:cNvSpPr txBox="1"/>
          <p:nvPr/>
        </p:nvSpPr>
        <p:spPr>
          <a:xfrm>
            <a:off x="567542" y="4272896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今回は最大４人を想定して作ります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今後のことも考え、回転、拡縮も書いておきます。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30886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32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送信関数を追加します。（</a:t>
            </a:r>
            <a:r>
              <a:rPr lang="en-US" altLang="ja-JP" sz="2400" b="1" dirty="0" err="1">
                <a:solidFill>
                  <a:srgbClr val="FF0000"/>
                </a:solidFill>
              </a:rPr>
              <a:t>Server.h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A29D93-0EA5-41C1-898D-7E87CC92F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711934" cy="283887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FFEC85C-7241-4F7B-BB5D-28EF11805295}"/>
              </a:ext>
            </a:extLst>
          </p:cNvPr>
          <p:cNvSpPr/>
          <p:nvPr/>
        </p:nvSpPr>
        <p:spPr>
          <a:xfrm>
            <a:off x="2294467" y="3818468"/>
            <a:ext cx="3801533" cy="287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861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82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送信関数を書きます。（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B108EE7-FF4D-4879-BBCD-FFAE7C318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967862" cy="45482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3EE641-7655-436D-9247-7765D502CB40}"/>
              </a:ext>
            </a:extLst>
          </p:cNvPr>
          <p:cNvSpPr txBox="1"/>
          <p:nvPr/>
        </p:nvSpPr>
        <p:spPr>
          <a:xfrm>
            <a:off x="567542" y="6366046"/>
            <a:ext cx="7210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※Server</a:t>
            </a:r>
            <a:r>
              <a:rPr lang="ja-JP" altLang="en-US" sz="2000" b="1" dirty="0">
                <a:solidFill>
                  <a:srgbClr val="00B050"/>
                </a:solidFill>
              </a:rPr>
              <a:t>側にも</a:t>
            </a:r>
            <a:r>
              <a:rPr lang="en-US" altLang="ja-JP" sz="2000" b="1" dirty="0" err="1">
                <a:solidFill>
                  <a:srgbClr val="00B050"/>
                </a:solidFill>
              </a:rPr>
              <a:t>NetworkUtility.h</a:t>
            </a:r>
            <a:r>
              <a:rPr lang="ja-JP" altLang="en-US" sz="2000" b="1" dirty="0">
                <a:solidFill>
                  <a:srgbClr val="00B050"/>
                </a:solidFill>
              </a:rPr>
              <a:t>を追加しても良いかもです</a:t>
            </a:r>
            <a:endParaRPr lang="en-US" altLang="ja-JP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774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6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データ受信後に更新があれば送信しましょう。（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CD16BE2-7853-4BCB-B662-82CEEEB0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7707627" cy="272033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92AD34-27A3-4F11-ADA1-DFAAAC39F07C}"/>
              </a:ext>
            </a:extLst>
          </p:cNvPr>
          <p:cNvSpPr/>
          <p:nvPr/>
        </p:nvSpPr>
        <p:spPr>
          <a:xfrm>
            <a:off x="1837524" y="2506133"/>
            <a:ext cx="6328168" cy="1452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169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836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またログイン時に呼ばないと、</a:t>
            </a:r>
            <a:endParaRPr lang="en-US" altLang="ja-JP" sz="2400" dirty="0"/>
          </a:p>
          <a:p>
            <a:r>
              <a:rPr lang="ja-JP" altLang="en-US" sz="2400" dirty="0"/>
              <a:t>ログインした直後に正しい位置に配置されません。（</a:t>
            </a:r>
            <a:r>
              <a:rPr lang="en-US" altLang="ja-JP" sz="2400" b="1" dirty="0">
                <a:solidFill>
                  <a:srgbClr val="FF0000"/>
                </a:solidFill>
              </a:rPr>
              <a:t>Server.cpp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E661D8B-8D54-4748-9204-51BDF225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4520055" cy="262344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488C26F-AAFC-4710-B848-C9FA2E46D0AD}"/>
              </a:ext>
            </a:extLst>
          </p:cNvPr>
          <p:cNvSpPr/>
          <p:nvPr/>
        </p:nvSpPr>
        <p:spPr>
          <a:xfrm>
            <a:off x="2133600" y="3592956"/>
            <a:ext cx="3048000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1CC272-7587-4445-AC5A-B4A8C79768E1}"/>
              </a:ext>
            </a:extLst>
          </p:cNvPr>
          <p:cNvSpPr txBox="1"/>
          <p:nvPr/>
        </p:nvSpPr>
        <p:spPr>
          <a:xfrm>
            <a:off x="5816875" y="3685289"/>
            <a:ext cx="50321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1400" b="1" dirty="0"/>
              <a:t>本当は座標データもログインデータに含めた方が良いです。</a:t>
            </a:r>
            <a:endParaRPr lang="en-US" altLang="ja-JP" sz="1400" b="1" dirty="0"/>
          </a:p>
          <a:p>
            <a:r>
              <a:rPr lang="ja-JP" altLang="en-US" sz="1400" b="1" dirty="0"/>
              <a:t>あくまで練習プログラムとして。</a:t>
            </a:r>
            <a:endParaRPr lang="en-US" altLang="ja-JP" sz="14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076ED8-AA5D-43EF-BD54-2DC4DC8BC8EC}"/>
              </a:ext>
            </a:extLst>
          </p:cNvPr>
          <p:cNvSpPr txBox="1"/>
          <p:nvPr/>
        </p:nvSpPr>
        <p:spPr>
          <a:xfrm>
            <a:off x="567542" y="4950273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クライアント側に戻ります。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57814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9250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NetworkPlayScene</a:t>
            </a:r>
            <a:r>
              <a:rPr lang="ja-JP" altLang="en-US" sz="2400" b="1" dirty="0">
                <a:solidFill>
                  <a:srgbClr val="00B050"/>
                </a:solidFill>
              </a:rPr>
              <a:t>クラス</a:t>
            </a:r>
            <a:r>
              <a:rPr lang="ja-JP" altLang="en-US" sz="2400" dirty="0"/>
              <a:t>に、</a:t>
            </a:r>
            <a:endParaRPr lang="en-US" altLang="ja-JP" sz="2400" dirty="0"/>
          </a:p>
          <a:p>
            <a:r>
              <a:rPr lang="ja-JP" altLang="en-US" sz="2400" dirty="0"/>
              <a:t>サーバーから送られる座標を受信する関数を追加します。（</a:t>
            </a:r>
            <a:r>
              <a:rPr lang="en-US" altLang="ja-JP" sz="2400" b="1" dirty="0" err="1">
                <a:solidFill>
                  <a:srgbClr val="FF0000"/>
                </a:solidFill>
              </a:rPr>
              <a:t>NetworkPlayScene.h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A2B230-7B78-41EB-A5F4-23D7CF8F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04796" cy="182607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4DA4A4D-85C8-442B-92D6-1B617571F755}"/>
              </a:ext>
            </a:extLst>
          </p:cNvPr>
          <p:cNvSpPr/>
          <p:nvPr/>
        </p:nvSpPr>
        <p:spPr>
          <a:xfrm>
            <a:off x="2100788" y="3429001"/>
            <a:ext cx="3471549" cy="3809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781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58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受信処理を書きます。（</a:t>
            </a:r>
            <a:r>
              <a:rPr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0B39317-BB93-461E-A3C9-BBB5740AC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654525" cy="188532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D7E3C1-8F77-45E8-BA4B-38281D70472E}"/>
              </a:ext>
            </a:extLst>
          </p:cNvPr>
          <p:cNvSpPr txBox="1"/>
          <p:nvPr/>
        </p:nvSpPr>
        <p:spPr>
          <a:xfrm>
            <a:off x="567541" y="3837741"/>
            <a:ext cx="9326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err="1">
                <a:solidFill>
                  <a:srgbClr val="00B050"/>
                </a:solidFill>
              </a:rPr>
              <a:t>PlayerManager</a:t>
            </a:r>
            <a:r>
              <a:rPr lang="ja-JP" altLang="en-US" dirty="0"/>
              <a:t>の</a:t>
            </a:r>
            <a:r>
              <a:rPr lang="en-US" altLang="ja-JP" b="1" dirty="0" err="1">
                <a:solidFill>
                  <a:srgbClr val="0070C0"/>
                </a:solidFill>
              </a:rPr>
              <a:t>SyncTransform</a:t>
            </a:r>
            <a:r>
              <a:rPr lang="ja-JP" altLang="en-US" b="1" dirty="0">
                <a:solidFill>
                  <a:srgbClr val="0070C0"/>
                </a:solidFill>
              </a:rPr>
              <a:t>関数</a:t>
            </a:r>
            <a:r>
              <a:rPr lang="ja-JP" altLang="en-US" dirty="0"/>
              <a:t>は以下の通りです。（</a:t>
            </a:r>
            <a:r>
              <a:rPr lang="en-US" altLang="ja-JP" b="1" dirty="0">
                <a:solidFill>
                  <a:srgbClr val="FF0000"/>
                </a:solidFill>
              </a:rPr>
              <a:t>PlayerManager.cpp/.h</a:t>
            </a:r>
            <a:r>
              <a:rPr lang="ja-JP" altLang="en-US" dirty="0"/>
              <a:t>）</a:t>
            </a:r>
            <a:endParaRPr lang="en-US" altLang="ja-JP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F0A886-39E2-4D7C-A7CC-0ECA314E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0" y="4285156"/>
            <a:ext cx="5560337" cy="244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42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20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パケット別処理を追加すれば完了です。（</a:t>
            </a:r>
            <a:r>
              <a:rPr lang="en-US" altLang="ja-JP" sz="2400" b="1" dirty="0">
                <a:solidFill>
                  <a:srgbClr val="FF0000"/>
                </a:solidFill>
              </a:rPr>
              <a:t>NetworkPlayScene.cpp</a:t>
            </a:r>
            <a:r>
              <a:rPr lang="ja-JP" altLang="en-US" sz="2400" dirty="0"/>
              <a:t>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70998D3-A3FF-43A3-BF44-F7322409A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707330" cy="394390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636848-5829-44FF-816E-C05157B6FAC0}"/>
              </a:ext>
            </a:extLst>
          </p:cNvPr>
          <p:cNvSpPr/>
          <p:nvPr/>
        </p:nvSpPr>
        <p:spPr>
          <a:xfrm>
            <a:off x="2473322" y="4648202"/>
            <a:ext cx="7712078" cy="287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01587F-98D1-43A2-8640-A2169B4AC72C}"/>
              </a:ext>
            </a:extLst>
          </p:cNvPr>
          <p:cNvSpPr txBox="1"/>
          <p:nvPr/>
        </p:nvSpPr>
        <p:spPr>
          <a:xfrm>
            <a:off x="454555" y="5901394"/>
            <a:ext cx="86998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オンラインモードでプレイして移動するか確認しましょう。</a:t>
            </a:r>
            <a:endParaRPr lang="en-US" altLang="ja-JP" sz="2400" dirty="0"/>
          </a:p>
          <a:p>
            <a:r>
              <a:rPr lang="en-US" altLang="ja-JP" sz="2400" dirty="0"/>
              <a:t>Exe</a:t>
            </a:r>
            <a:r>
              <a:rPr lang="ja-JP" altLang="en-US" sz="2400" dirty="0"/>
              <a:t>を使って二人以上いても問題ないかも確認しましょう。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78791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 練習１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座標と同じ方法で、回転と拡縮も同期しましょう。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7AD551-AB0E-44E7-9064-00BB42EF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19325" cy="306235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A44DAE-30B2-4011-9FF0-9BCFF98D5352}"/>
              </a:ext>
            </a:extLst>
          </p:cNvPr>
          <p:cNvSpPr txBox="1"/>
          <p:nvPr/>
        </p:nvSpPr>
        <p:spPr>
          <a:xfrm>
            <a:off x="567541" y="5025773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２つ以上の操作を同時にするとかなり遅延します</a:t>
            </a:r>
            <a:endParaRPr lang="en-US" altLang="ja-JP" sz="2400" dirty="0"/>
          </a:p>
          <a:p>
            <a:r>
              <a:rPr lang="ja-JP" altLang="en-US" sz="2400" dirty="0"/>
              <a:t>　次の練習２で解決できます。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07376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プレイヤー同期 練習２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座標、回転、拡縮を１つのデータにまとめて送受信しましょう。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279CA5E-752F-4106-A0A1-35D22A2F0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30281" cy="192447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8DF459-A346-4692-83AB-85007F64E414}"/>
              </a:ext>
            </a:extLst>
          </p:cNvPr>
          <p:cNvSpPr txBox="1"/>
          <p:nvPr/>
        </p:nvSpPr>
        <p:spPr>
          <a:xfrm>
            <a:off x="567542" y="388196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これで同時操作の遅延が解決します。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39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724</Words>
  <Application>Microsoft Office PowerPoint</Application>
  <PresentationFormat>ワイド画面</PresentationFormat>
  <Paragraphs>94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79</cp:revision>
  <dcterms:created xsi:type="dcterms:W3CDTF">2024-08-27T02:15:54Z</dcterms:created>
  <dcterms:modified xsi:type="dcterms:W3CDTF">2025-11-06T03:41:27Z</dcterms:modified>
</cp:coreProperties>
</file>