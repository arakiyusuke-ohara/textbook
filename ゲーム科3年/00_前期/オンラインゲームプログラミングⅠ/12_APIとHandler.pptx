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様々な通信処理を練習してきましたが、</a:t>
            </a:r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通信処理はたくさんの種類を作る</a:t>
            </a:r>
            <a:r>
              <a:rPr lang="ja-JP" altLang="en-US" sz="2400" dirty="0"/>
              <a:t>ことになります。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これらの処理を、必要なる度に書いていくと、</a:t>
            </a:r>
            <a:endParaRPr lang="en-US" altLang="ja-JP" sz="2400" dirty="0"/>
          </a:p>
          <a:p>
            <a:r>
              <a:rPr lang="ja-JP" altLang="en-US" sz="2400" dirty="0"/>
              <a:t>コード量が増え、不具合のリスクが上がっていきます。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実際に通信処理は、</a:t>
            </a:r>
            <a:r>
              <a:rPr lang="en-US" altLang="ja-JP" sz="2400" b="1" dirty="0">
                <a:solidFill>
                  <a:srgbClr val="FF0000"/>
                </a:solidFill>
              </a:rPr>
              <a:t>API</a:t>
            </a:r>
            <a:r>
              <a:rPr lang="ja-JP" altLang="en-US" sz="2400" dirty="0"/>
              <a:t>や</a:t>
            </a:r>
            <a:r>
              <a:rPr lang="en-US" altLang="ja-JP" sz="2400" b="1" dirty="0">
                <a:solidFill>
                  <a:srgbClr val="FF0000"/>
                </a:solidFill>
              </a:rPr>
              <a:t>Handler</a:t>
            </a:r>
            <a:r>
              <a:rPr lang="ja-JP" altLang="en-US" sz="2400" dirty="0"/>
              <a:t>と言われるものにまとめて作ります。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API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Application Programing Interface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他のアプリ間と連携する際の窓口とする処理群。</a:t>
            </a:r>
            <a:endParaRPr lang="en-US" altLang="ja-JP" sz="2400" dirty="0"/>
          </a:p>
          <a:p>
            <a:r>
              <a:rPr lang="ja-JP" altLang="en-US" sz="2400" dirty="0"/>
              <a:t>ネットワークプログラミングでは</a:t>
            </a:r>
            <a:r>
              <a:rPr lang="ja-JP" altLang="en-US" sz="2400" b="1" dirty="0">
                <a:solidFill>
                  <a:srgbClr val="0070C0"/>
                </a:solidFill>
              </a:rPr>
              <a:t>クライアント側</a:t>
            </a:r>
            <a:r>
              <a:rPr lang="ja-JP" altLang="en-US" sz="2400" dirty="0"/>
              <a:t>に実装されるもので、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サーバーに問い合わせ（リクエスト）</a:t>
            </a:r>
            <a:r>
              <a:rPr lang="ja-JP" altLang="en-US" sz="2400" dirty="0"/>
              <a:t>をしたり、その返答の処理をまとめて書く。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Handler</a:t>
            </a:r>
          </a:p>
          <a:p>
            <a:r>
              <a:rPr lang="ja-JP" altLang="en-US" sz="2400" dirty="0"/>
              <a:t>他のアプリから何かを受け取った際に、</a:t>
            </a:r>
            <a:endParaRPr lang="en-US" altLang="ja-JP" sz="2400" dirty="0"/>
          </a:p>
          <a:p>
            <a:r>
              <a:rPr lang="ja-JP" altLang="en-US" sz="2400" dirty="0"/>
              <a:t>受け取ったものをさばいていく処理をまとめたもの。</a:t>
            </a:r>
            <a:endParaRPr lang="en-US" altLang="ja-JP" sz="2400" dirty="0"/>
          </a:p>
          <a:p>
            <a:r>
              <a:rPr lang="ja-JP" altLang="en-US" sz="2400" dirty="0"/>
              <a:t>ネットワークプログラミングでは</a:t>
            </a:r>
            <a:r>
              <a:rPr lang="ja-JP" altLang="en-US" sz="2400" b="1" dirty="0">
                <a:solidFill>
                  <a:srgbClr val="00B050"/>
                </a:solidFill>
              </a:rPr>
              <a:t>サーバー側</a:t>
            </a:r>
            <a:r>
              <a:rPr lang="ja-JP" altLang="en-US" sz="2400" dirty="0"/>
              <a:t>に実装されるもので、</a:t>
            </a:r>
            <a:endParaRPr lang="en-US" altLang="ja-JP" sz="2400" dirty="0"/>
          </a:p>
          <a:p>
            <a:r>
              <a:rPr lang="ja-JP" altLang="en-US" sz="2400" dirty="0"/>
              <a:t>クライアントから受け取ったデータから、応答する処理を書く。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0127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53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配布された</a:t>
            </a:r>
            <a:r>
              <a:rPr lang="en-US" altLang="ja-JP" sz="2400" dirty="0"/>
              <a:t>Client</a:t>
            </a:r>
            <a:r>
              <a:rPr lang="ja-JP" altLang="en-US" sz="2400" dirty="0"/>
              <a:t>プロジェクトの</a:t>
            </a:r>
            <a:r>
              <a:rPr lang="en-US" altLang="ja-JP" sz="2400" b="1" dirty="0">
                <a:solidFill>
                  <a:srgbClr val="FF0000"/>
                </a:solidFill>
              </a:rPr>
              <a:t>ClientAPI.cpp/.h</a:t>
            </a:r>
            <a:r>
              <a:rPr lang="ja-JP" altLang="en-US" sz="2400" dirty="0"/>
              <a:t>を見てみましょう。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EFAF206-3C87-4A6B-AE69-67D154CB3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98658" cy="451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2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必要な通信ごとに関数を作っています。</a:t>
            </a:r>
            <a:endParaRPr lang="en-US" altLang="ja-JP" sz="2400" dirty="0"/>
          </a:p>
          <a:p>
            <a:r>
              <a:rPr lang="ja-JP" altLang="en-US" sz="2400" dirty="0"/>
              <a:t>このようにまとめれば、必要な時に呼び出すだけ、といった状態が作れます。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4177C46-0770-48F2-8967-D1ED056F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59" y="2187126"/>
            <a:ext cx="7774735" cy="417892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391828-17C3-4683-BBA2-52E0F3D61F84}"/>
              </a:ext>
            </a:extLst>
          </p:cNvPr>
          <p:cNvSpPr/>
          <p:nvPr/>
        </p:nvSpPr>
        <p:spPr>
          <a:xfrm>
            <a:off x="2675467" y="3784600"/>
            <a:ext cx="2785533" cy="499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12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実際に使われているところを見てみましょう。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F4BF9FA-0536-477B-96BF-5924FE11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245144"/>
            <a:ext cx="6973273" cy="157184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BA267B9-F483-4272-9F5F-D1D39B2DD15D}"/>
              </a:ext>
            </a:extLst>
          </p:cNvPr>
          <p:cNvSpPr txBox="1"/>
          <p:nvPr/>
        </p:nvSpPr>
        <p:spPr>
          <a:xfrm>
            <a:off x="567542" y="1906590"/>
            <a:ext cx="2087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NetworkPlayer.cpp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7D0B48D-98C2-4AC3-96B7-DC5ED881587E}"/>
              </a:ext>
            </a:extLst>
          </p:cNvPr>
          <p:cNvSpPr/>
          <p:nvPr/>
        </p:nvSpPr>
        <p:spPr>
          <a:xfrm>
            <a:off x="2226734" y="2798232"/>
            <a:ext cx="4988782" cy="499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DF623F3-C39C-447A-B0A2-286F0A39C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673441"/>
            <a:ext cx="4801270" cy="173379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AF00ABD-C7DB-41F5-AC41-AE03D7F8A681}"/>
              </a:ext>
            </a:extLst>
          </p:cNvPr>
          <p:cNvSpPr txBox="1"/>
          <p:nvPr/>
        </p:nvSpPr>
        <p:spPr>
          <a:xfrm>
            <a:off x="482875" y="4334887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NetworkPlayScene.cpp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A12C992-B01E-4FBD-900E-AE99B820EC57}"/>
              </a:ext>
            </a:extLst>
          </p:cNvPr>
          <p:cNvSpPr/>
          <p:nvPr/>
        </p:nvSpPr>
        <p:spPr>
          <a:xfrm>
            <a:off x="1905001" y="5023871"/>
            <a:ext cx="2954866" cy="617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444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4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サーバープロジェクト</a:t>
            </a:r>
            <a:r>
              <a:rPr lang="ja-JP" altLang="en-US" sz="2400" dirty="0"/>
              <a:t>にある</a:t>
            </a:r>
            <a:r>
              <a:rPr lang="en-US" altLang="ja-JP" sz="2400" b="1" dirty="0">
                <a:solidFill>
                  <a:srgbClr val="FF0000"/>
                </a:solidFill>
              </a:rPr>
              <a:t>ServerHandler.cpp</a:t>
            </a:r>
            <a:r>
              <a:rPr lang="ja-JP" altLang="en-US" sz="2400" dirty="0"/>
              <a:t>を開きましょう。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8315E14-398E-4C20-B176-83CE30A9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95732" cy="440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1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いずれの関数も、</a:t>
            </a:r>
            <a:r>
              <a:rPr lang="ja-JP" altLang="en-US" sz="2400" b="1" dirty="0">
                <a:solidFill>
                  <a:srgbClr val="FF0000"/>
                </a:solidFill>
              </a:rPr>
              <a:t>データ受信→応答</a:t>
            </a:r>
            <a:r>
              <a:rPr lang="ja-JP" altLang="en-US" sz="2400" dirty="0"/>
              <a:t>の処理となっています。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464645A-090B-4FC1-A780-770A97F81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24561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57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52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Server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からこれらの関数が呼び出されます。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386D38A-0F97-4F1E-B2DF-76335991E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9922118" cy="454825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621CB1D-0337-4C14-B99A-875A860CD2D5}"/>
              </a:ext>
            </a:extLst>
          </p:cNvPr>
          <p:cNvSpPr/>
          <p:nvPr/>
        </p:nvSpPr>
        <p:spPr>
          <a:xfrm>
            <a:off x="2201333" y="4576232"/>
            <a:ext cx="8712199" cy="13927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3F7761-E054-4375-807F-7767CF466DB8}"/>
              </a:ext>
            </a:extLst>
          </p:cNvPr>
          <p:cNvSpPr txBox="1"/>
          <p:nvPr/>
        </p:nvSpPr>
        <p:spPr>
          <a:xfrm>
            <a:off x="567542" y="6396335"/>
            <a:ext cx="8384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この処理自身も</a:t>
            </a:r>
            <a:r>
              <a:rPr lang="en-US" altLang="ja-JP" sz="2400" dirty="0"/>
              <a:t>Handler</a:t>
            </a:r>
            <a:r>
              <a:rPr lang="ja-JP" altLang="en-US" sz="2400" dirty="0"/>
              <a:t>に持っていっても良いかもです。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73859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876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API</a:t>
            </a:r>
            <a:r>
              <a:rPr kumimoji="1" lang="ja-JP" altLang="en-US" sz="3200" b="1" u="sng" dirty="0"/>
              <a:t>と</a:t>
            </a:r>
            <a:r>
              <a:rPr kumimoji="1" lang="en-US" altLang="ja-JP" sz="3200" b="1" u="sng" dirty="0"/>
              <a:t>Handler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166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一般的なプロジェクトでは、</a:t>
            </a:r>
            <a:endParaRPr lang="en-US" altLang="ja-JP" sz="2400" dirty="0"/>
          </a:p>
          <a:p>
            <a:r>
              <a:rPr lang="ja-JP" altLang="en-US" sz="2400" dirty="0"/>
              <a:t>このような</a:t>
            </a:r>
            <a:r>
              <a:rPr lang="en-US" altLang="ja-JP" sz="2400" dirty="0"/>
              <a:t>API</a:t>
            </a:r>
            <a:r>
              <a:rPr lang="ja-JP" altLang="en-US" sz="2400" dirty="0"/>
              <a:t>や</a:t>
            </a:r>
            <a:r>
              <a:rPr lang="en-US" altLang="ja-JP" sz="2400" dirty="0"/>
              <a:t>Handler</a:t>
            </a:r>
            <a:r>
              <a:rPr lang="ja-JP" altLang="en-US" sz="2400"/>
              <a:t>を、専門</a:t>
            </a:r>
            <a:r>
              <a:rPr lang="ja-JP" altLang="en-US" sz="2400" dirty="0"/>
              <a:t>知識があるプログラマーが作成します。</a:t>
            </a:r>
            <a:endParaRPr lang="en-US" altLang="ja-JP" sz="2400" dirty="0"/>
          </a:p>
          <a:p>
            <a:r>
              <a:rPr lang="ja-JP" altLang="en-US" sz="2400" dirty="0"/>
              <a:t>作ってくれた関数をほかのみんなが使っていくことになります。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もし、この授業でネットワークプログラミングに興味を持ったら、</a:t>
            </a:r>
            <a:endParaRPr lang="en-US" altLang="ja-JP" sz="2400" dirty="0"/>
          </a:p>
          <a:p>
            <a:r>
              <a:rPr lang="en-US" altLang="ja-JP" sz="2400" dirty="0"/>
              <a:t>API</a:t>
            </a:r>
            <a:r>
              <a:rPr lang="ja-JP" altLang="en-US" sz="2400" dirty="0"/>
              <a:t>や</a:t>
            </a:r>
            <a:r>
              <a:rPr lang="en-US" altLang="ja-JP" sz="2400" dirty="0"/>
              <a:t>Handler</a:t>
            </a:r>
            <a:r>
              <a:rPr lang="ja-JP" altLang="en-US" sz="2400" dirty="0"/>
              <a:t>を作成するポジションを狙ってみても良いかもしれません。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25490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351</Words>
  <Application>Microsoft Office PowerPoint</Application>
  <PresentationFormat>ワイド画面</PresentationFormat>
  <Paragraphs>42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86</cp:revision>
  <dcterms:created xsi:type="dcterms:W3CDTF">2024-08-27T02:15:54Z</dcterms:created>
  <dcterms:modified xsi:type="dcterms:W3CDTF">2026-05-25T02:46:40Z</dcterms:modified>
</cp:coreProperties>
</file>