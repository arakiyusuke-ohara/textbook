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様々な通信処理を練習してきましたが、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通信処理はたくさんの種類を作る</a:t>
            </a:r>
            <a:r>
              <a:rPr lang="ja-JP" altLang="en-US" sz="2400" dirty="0"/>
              <a:t>ことになります。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これらの処理を、必要なる度に書いていくと、</a:t>
            </a:r>
            <a:endParaRPr lang="en-US" altLang="ja-JP" sz="2400" dirty="0"/>
          </a:p>
          <a:p>
            <a:r>
              <a:rPr lang="ja-JP" altLang="en-US" sz="2400" dirty="0"/>
              <a:t>コード量が増え、不具合のリスクが上がっていきます。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20664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実際に通信処理は、</a:t>
            </a:r>
            <a:r>
              <a:rPr lang="en-US" altLang="ja-JP" sz="2400" b="1" dirty="0">
                <a:solidFill>
                  <a:srgbClr val="FF0000"/>
                </a:solidFill>
              </a:rPr>
              <a:t>API</a:t>
            </a:r>
            <a:r>
              <a:rPr lang="ja-JP" altLang="en-US" sz="2400" dirty="0"/>
              <a:t>や</a:t>
            </a:r>
            <a:r>
              <a:rPr lang="en-US" altLang="ja-JP" sz="2400" b="1" dirty="0">
                <a:solidFill>
                  <a:srgbClr val="FF0000"/>
                </a:solidFill>
              </a:rPr>
              <a:t>Handler</a:t>
            </a:r>
            <a:r>
              <a:rPr lang="ja-JP" altLang="en-US" sz="2400" dirty="0"/>
              <a:t>と言われるものにまとめて作ります。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API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Application Programing Interface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他のアプリ間と連携する際の窓口とする処理群。</a:t>
            </a:r>
            <a:endParaRPr lang="en-US" altLang="ja-JP" sz="2400" dirty="0"/>
          </a:p>
          <a:p>
            <a:r>
              <a:rPr lang="ja-JP" altLang="en-US" sz="2400" dirty="0"/>
              <a:t>ネットワークプログラミングでは</a:t>
            </a:r>
            <a:r>
              <a:rPr lang="ja-JP" altLang="en-US" sz="2400" b="1" dirty="0">
                <a:solidFill>
                  <a:srgbClr val="0070C0"/>
                </a:solidFill>
              </a:rPr>
              <a:t>クライアント側</a:t>
            </a:r>
            <a:r>
              <a:rPr lang="ja-JP" altLang="en-US" sz="2400" dirty="0"/>
              <a:t>に実装されるもので、</a:t>
            </a:r>
            <a:endParaRPr lang="en-US" altLang="ja-JP" sz="2400" dirty="0"/>
          </a:p>
          <a:p>
            <a:r>
              <a:rPr lang="ja-JP" altLang="en-US" sz="2400" dirty="0"/>
              <a:t>サーバーに問い合わせをするや、その返答の処理をまとめて書く。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Handler</a:t>
            </a:r>
          </a:p>
          <a:p>
            <a:r>
              <a:rPr lang="ja-JP" altLang="en-US" sz="2400" dirty="0"/>
              <a:t>他のアプリから何かを受け取った際に、</a:t>
            </a:r>
            <a:endParaRPr lang="en-US" altLang="ja-JP" sz="2400" dirty="0"/>
          </a:p>
          <a:p>
            <a:r>
              <a:rPr lang="ja-JP" altLang="en-US" sz="2400" dirty="0"/>
              <a:t>受け取ったものをさばいていく処理をまとめたもの。</a:t>
            </a:r>
            <a:endParaRPr lang="en-US" altLang="ja-JP" sz="2400" dirty="0"/>
          </a:p>
          <a:p>
            <a:r>
              <a:rPr lang="ja-JP" altLang="en-US" sz="2400" dirty="0"/>
              <a:t>ネットワークプログラミングでは</a:t>
            </a:r>
            <a:r>
              <a:rPr lang="ja-JP" altLang="en-US" sz="2400" b="1" dirty="0">
                <a:solidFill>
                  <a:srgbClr val="00B050"/>
                </a:solidFill>
              </a:rPr>
              <a:t>サーバー側</a:t>
            </a:r>
            <a:r>
              <a:rPr lang="ja-JP" altLang="en-US" sz="2400" dirty="0"/>
              <a:t>に実装されるもので、</a:t>
            </a:r>
            <a:endParaRPr lang="en-US" altLang="ja-JP" sz="2400" dirty="0"/>
          </a:p>
          <a:p>
            <a:r>
              <a:rPr lang="ja-JP" altLang="en-US" sz="2400" dirty="0"/>
              <a:t>クライアントから受け取ったデータから、応答する処理を書く。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01277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533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配布された</a:t>
            </a:r>
            <a:r>
              <a:rPr lang="en-US" altLang="ja-JP" sz="2400" dirty="0"/>
              <a:t>Client</a:t>
            </a:r>
            <a:r>
              <a:rPr lang="ja-JP" altLang="en-US" sz="2400" dirty="0"/>
              <a:t>プロジェクトの</a:t>
            </a:r>
            <a:r>
              <a:rPr lang="en-US" altLang="ja-JP" sz="2400" b="1" dirty="0">
                <a:solidFill>
                  <a:srgbClr val="FF0000"/>
                </a:solidFill>
              </a:rPr>
              <a:t>ClientAPI.cpp/.h</a:t>
            </a:r>
            <a:r>
              <a:rPr lang="ja-JP" altLang="en-US" sz="2400" dirty="0"/>
              <a:t>を見てみましょう。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EFAF206-3C87-4A6B-AE69-67D154CB3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398658" cy="4514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222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必要な通信ごとに関数を作っています。</a:t>
            </a:r>
            <a:endParaRPr lang="en-US" altLang="ja-JP" sz="2400" dirty="0"/>
          </a:p>
          <a:p>
            <a:r>
              <a:rPr lang="ja-JP" altLang="en-US" sz="2400" dirty="0"/>
              <a:t>このようにまとめれば、必要な時に呼び出すだけ、といった状態が作れます。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4177C46-0770-48F2-8967-D1ED056F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659" y="2187126"/>
            <a:ext cx="7774735" cy="417892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E391828-17C3-4683-BBA2-52E0F3D61F84}"/>
              </a:ext>
            </a:extLst>
          </p:cNvPr>
          <p:cNvSpPr/>
          <p:nvPr/>
        </p:nvSpPr>
        <p:spPr>
          <a:xfrm>
            <a:off x="2675467" y="3784600"/>
            <a:ext cx="2785533" cy="4995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6120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1048</TotalTime>
  <Words>208</Words>
  <Application>Microsoft Office PowerPoint</Application>
  <PresentationFormat>ワイド画面</PresentationFormat>
  <Paragraphs>24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82</cp:revision>
  <dcterms:created xsi:type="dcterms:W3CDTF">2024-08-27T02:15:54Z</dcterms:created>
  <dcterms:modified xsi:type="dcterms:W3CDTF">2026-01-16T03:28:17Z</dcterms:modified>
</cp:coreProperties>
</file>