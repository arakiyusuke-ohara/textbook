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74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チャットプログラム</a:t>
            </a:r>
            <a:r>
              <a:rPr kumimoji="1" lang="en-US" altLang="ja-JP" sz="3200" b="1" u="sng" dirty="0"/>
              <a:t>(CS)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クライアントサーバー方式でチャットプログラムを練習します。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67DA63-2830-4FE1-B909-B53650B5C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678094"/>
            <a:ext cx="1588245" cy="135197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E8BCDAB-E0B5-46C8-B2AB-53509C15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3576"/>
            <a:ext cx="1588244" cy="135197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0F8A654-22E5-456A-BAAD-557092F5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5179906"/>
            <a:ext cx="1588244" cy="135197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2F8CC78-BA5D-4E48-B4D1-A52C7E46E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392" y="2507981"/>
            <a:ext cx="3000794" cy="2505425"/>
          </a:xfrm>
          <a:prstGeom prst="rect">
            <a:avLst/>
          </a:prstGeom>
        </p:spPr>
      </p:pic>
      <p:sp>
        <p:nvSpPr>
          <p:cNvPr id="10" name="矢印: 左右 9">
            <a:extLst>
              <a:ext uri="{FF2B5EF4-FFF2-40B4-BE49-F238E27FC236}">
                <a16:creationId xmlns:a16="http://schemas.microsoft.com/office/drawing/2014/main" id="{9A8FC2C3-AE8B-408A-B9E0-93D5A53371A8}"/>
              </a:ext>
            </a:extLst>
          </p:cNvPr>
          <p:cNvSpPr/>
          <p:nvPr/>
        </p:nvSpPr>
        <p:spPr>
          <a:xfrm rot="1287548">
            <a:off x="2590498" y="2230380"/>
            <a:ext cx="2372777" cy="61856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左右 10">
            <a:extLst>
              <a:ext uri="{FF2B5EF4-FFF2-40B4-BE49-F238E27FC236}">
                <a16:creationId xmlns:a16="http://schemas.microsoft.com/office/drawing/2014/main" id="{F577DA21-B86F-4272-9981-7BEA9E655C1E}"/>
              </a:ext>
            </a:extLst>
          </p:cNvPr>
          <p:cNvSpPr/>
          <p:nvPr/>
        </p:nvSpPr>
        <p:spPr>
          <a:xfrm>
            <a:off x="2559592" y="3660281"/>
            <a:ext cx="2372777" cy="61856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左右 11">
            <a:extLst>
              <a:ext uri="{FF2B5EF4-FFF2-40B4-BE49-F238E27FC236}">
                <a16:creationId xmlns:a16="http://schemas.microsoft.com/office/drawing/2014/main" id="{15EDC236-68E2-4B74-95A9-C16623FEE2AC}"/>
              </a:ext>
            </a:extLst>
          </p:cNvPr>
          <p:cNvSpPr/>
          <p:nvPr/>
        </p:nvSpPr>
        <p:spPr>
          <a:xfrm rot="19784611">
            <a:off x="2553819" y="5191824"/>
            <a:ext cx="2372777" cy="61856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711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チャットプログラム</a:t>
            </a:r>
            <a:r>
              <a:rPr kumimoji="1" lang="en-US" altLang="ja-JP" sz="3200" b="1" u="sng" dirty="0"/>
              <a:t>(CS) </a:t>
            </a:r>
            <a:r>
              <a:rPr kumimoji="1" lang="ja-JP" altLang="en-US" sz="3200" b="1" u="sng" dirty="0"/>
              <a:t>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クライアントサーバーは、</a:t>
            </a:r>
            <a:endParaRPr kumimoji="1" lang="en-US" altLang="ja-JP" sz="2400" dirty="0"/>
          </a:p>
          <a:p>
            <a:r>
              <a:rPr lang="ja-JP" altLang="en-US" sz="2400" dirty="0"/>
              <a:t>サーバー側に絶対的に正しいデータがあり、</a:t>
            </a:r>
            <a:endParaRPr lang="en-US" altLang="ja-JP" sz="2400" dirty="0"/>
          </a:p>
          <a:p>
            <a:r>
              <a:rPr kumimoji="1" lang="ja-JP" altLang="en-US" sz="2400" dirty="0"/>
              <a:t>それを全てのクライアントに共有する方式です。</a:t>
            </a:r>
            <a:endParaRPr kumimoji="1"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E6FE0EE-CF40-4841-8A50-BD3A32F61778}"/>
              </a:ext>
            </a:extLst>
          </p:cNvPr>
          <p:cNvGrpSpPr/>
          <p:nvPr/>
        </p:nvGrpSpPr>
        <p:grpSpPr>
          <a:xfrm>
            <a:off x="567542" y="2675581"/>
            <a:ext cx="6221038" cy="3531324"/>
            <a:chOff x="1013480" y="2641364"/>
            <a:chExt cx="6966918" cy="4063466"/>
          </a:xfrm>
        </p:grpSpPr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60C79EFC-BA88-4407-B8C0-BB6DAB1809FD}"/>
                </a:ext>
              </a:extLst>
            </p:cNvPr>
            <p:cNvSpPr/>
            <p:nvPr/>
          </p:nvSpPr>
          <p:spPr>
            <a:xfrm>
              <a:off x="1533434" y="4106345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8A0F585-66F0-46E5-9E13-E5E5C181E7AA}"/>
                </a:ext>
              </a:extLst>
            </p:cNvPr>
            <p:cNvSpPr/>
            <p:nvPr/>
          </p:nvSpPr>
          <p:spPr>
            <a:xfrm>
              <a:off x="1013480" y="3012651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スマイル 15">
              <a:extLst>
                <a:ext uri="{FF2B5EF4-FFF2-40B4-BE49-F238E27FC236}">
                  <a16:creationId xmlns:a16="http://schemas.microsoft.com/office/drawing/2014/main" id="{51CB8563-C771-4DD5-B3D4-1ACD4A8ED56E}"/>
                </a:ext>
              </a:extLst>
            </p:cNvPr>
            <p:cNvSpPr/>
            <p:nvPr/>
          </p:nvSpPr>
          <p:spPr>
            <a:xfrm>
              <a:off x="1389998" y="3204304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スマイル 16">
              <a:extLst>
                <a:ext uri="{FF2B5EF4-FFF2-40B4-BE49-F238E27FC236}">
                  <a16:creationId xmlns:a16="http://schemas.microsoft.com/office/drawing/2014/main" id="{A47C7187-F0D9-4BEB-90E6-E0C0482934C4}"/>
                </a:ext>
              </a:extLst>
            </p:cNvPr>
            <p:cNvSpPr/>
            <p:nvPr/>
          </p:nvSpPr>
          <p:spPr>
            <a:xfrm>
              <a:off x="2120622" y="3416672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4FE99688-6C90-44CC-BE3D-0E93BA52B388}"/>
                </a:ext>
              </a:extLst>
            </p:cNvPr>
            <p:cNvSpPr/>
            <p:nvPr/>
          </p:nvSpPr>
          <p:spPr>
            <a:xfrm>
              <a:off x="1533434" y="6149018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208CF93-E274-4FB3-9DD0-04725278EEA0}"/>
                </a:ext>
              </a:extLst>
            </p:cNvPr>
            <p:cNvSpPr/>
            <p:nvPr/>
          </p:nvSpPr>
          <p:spPr>
            <a:xfrm>
              <a:off x="1013480" y="5055324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スマイル 19">
              <a:extLst>
                <a:ext uri="{FF2B5EF4-FFF2-40B4-BE49-F238E27FC236}">
                  <a16:creationId xmlns:a16="http://schemas.microsoft.com/office/drawing/2014/main" id="{1DDDB3E3-F662-40E8-AC27-E09A86CF12A9}"/>
                </a:ext>
              </a:extLst>
            </p:cNvPr>
            <p:cNvSpPr/>
            <p:nvPr/>
          </p:nvSpPr>
          <p:spPr>
            <a:xfrm>
              <a:off x="1389998" y="5246977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スマイル 20">
              <a:extLst>
                <a:ext uri="{FF2B5EF4-FFF2-40B4-BE49-F238E27FC236}">
                  <a16:creationId xmlns:a16="http://schemas.microsoft.com/office/drawing/2014/main" id="{5013AA04-17F6-438D-9DEE-5DD2323B10FA}"/>
                </a:ext>
              </a:extLst>
            </p:cNvPr>
            <p:cNvSpPr/>
            <p:nvPr/>
          </p:nvSpPr>
          <p:spPr>
            <a:xfrm>
              <a:off x="2120622" y="5459345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5423C64-14AE-4CCB-871E-CECAE7A40B01}"/>
                </a:ext>
              </a:extLst>
            </p:cNvPr>
            <p:cNvSpPr txBox="1"/>
            <p:nvPr/>
          </p:nvSpPr>
          <p:spPr>
            <a:xfrm>
              <a:off x="1175171" y="2641364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634516A-8739-4C60-B238-9501CEE8756F}"/>
                </a:ext>
              </a:extLst>
            </p:cNvPr>
            <p:cNvSpPr txBox="1"/>
            <p:nvPr/>
          </p:nvSpPr>
          <p:spPr>
            <a:xfrm>
              <a:off x="1175171" y="474716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24" name="矢印: 左右 23">
              <a:extLst>
                <a:ext uri="{FF2B5EF4-FFF2-40B4-BE49-F238E27FC236}">
                  <a16:creationId xmlns:a16="http://schemas.microsoft.com/office/drawing/2014/main" id="{CEACF86E-233A-44DF-8503-82D76AA8FE1F}"/>
                </a:ext>
              </a:extLst>
            </p:cNvPr>
            <p:cNvSpPr/>
            <p:nvPr/>
          </p:nvSpPr>
          <p:spPr>
            <a:xfrm>
              <a:off x="3124653" y="330366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960EDF7E-DAFE-48B6-A384-F4FD602022E4}"/>
                </a:ext>
              </a:extLst>
            </p:cNvPr>
            <p:cNvGrpSpPr/>
            <p:nvPr/>
          </p:nvGrpSpPr>
          <p:grpSpPr>
            <a:xfrm>
              <a:off x="5748186" y="3048937"/>
              <a:ext cx="2232212" cy="3356854"/>
              <a:chOff x="6096000" y="2814407"/>
              <a:chExt cx="2232212" cy="3356854"/>
            </a:xfrm>
          </p:grpSpPr>
          <p:sp>
            <p:nvSpPr>
              <p:cNvPr id="27" name="直方体 26">
                <a:extLst>
                  <a:ext uri="{FF2B5EF4-FFF2-40B4-BE49-F238E27FC236}">
                    <a16:creationId xmlns:a16="http://schemas.microsoft.com/office/drawing/2014/main" id="{CEFB3C98-2B17-4176-B077-447B775BEE49}"/>
                  </a:ext>
                </a:extLst>
              </p:cNvPr>
              <p:cNvSpPr/>
              <p:nvPr/>
            </p:nvSpPr>
            <p:spPr>
              <a:xfrm>
                <a:off x="6096000" y="2814407"/>
                <a:ext cx="2232212" cy="3356854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D36CB2E-858D-4D45-9B6A-5C038A76FFE1}"/>
                  </a:ext>
                </a:extLst>
              </p:cNvPr>
              <p:cNvSpPr txBox="1"/>
              <p:nvPr/>
            </p:nvSpPr>
            <p:spPr>
              <a:xfrm>
                <a:off x="6233236" y="3554934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chemeClr val="bg1"/>
                    </a:solidFill>
                  </a:rPr>
                  <a:t>サーバー</a:t>
                </a:r>
                <a:endParaRPr lang="en-US" altLang="ja-JP" sz="2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矢印: 左右 25">
              <a:extLst>
                <a:ext uri="{FF2B5EF4-FFF2-40B4-BE49-F238E27FC236}">
                  <a16:creationId xmlns:a16="http://schemas.microsoft.com/office/drawing/2014/main" id="{A9A80F3D-3C4A-4C07-9DD9-6513ABF8CE44}"/>
                </a:ext>
              </a:extLst>
            </p:cNvPr>
            <p:cNvSpPr/>
            <p:nvPr/>
          </p:nvSpPr>
          <p:spPr>
            <a:xfrm>
              <a:off x="3124653" y="531062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58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711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チャットプログラム</a:t>
            </a:r>
            <a:r>
              <a:rPr kumimoji="1" lang="en-US" altLang="ja-JP" sz="3200" b="1" u="sng" dirty="0"/>
              <a:t>(CS) </a:t>
            </a:r>
            <a:r>
              <a:rPr kumimoji="1" lang="ja-JP" altLang="en-US" sz="3200" b="1" u="sng" dirty="0"/>
              <a:t>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サーバーからは全ての正しいデータが送られます。</a:t>
            </a:r>
            <a:endParaRPr lang="en-US" altLang="ja-JP" sz="2400" dirty="0"/>
          </a:p>
          <a:p>
            <a:r>
              <a:rPr lang="ja-JP" altLang="en-US" sz="2400" dirty="0"/>
              <a:t>つまり、チャットの全メッセージを全クライアントに送ることになります。</a:t>
            </a:r>
            <a:endParaRPr lang="en-US" altLang="ja-JP" sz="240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5BF62AE9-CBFC-43D2-A9A0-0E82C85D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895607" cy="3316095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40D3834-5562-4671-9D20-777C0BA436AB}"/>
              </a:ext>
            </a:extLst>
          </p:cNvPr>
          <p:cNvSpPr txBox="1"/>
          <p:nvPr/>
        </p:nvSpPr>
        <p:spPr>
          <a:xfrm>
            <a:off x="763002" y="4348910"/>
            <a:ext cx="418576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この内容を全クライアントへ</a:t>
            </a:r>
            <a:endParaRPr lang="en-US" altLang="ja-JP" sz="24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A95FF85-AF5C-4713-91BE-1A0C958EE87F}"/>
              </a:ext>
            </a:extLst>
          </p:cNvPr>
          <p:cNvSpPr txBox="1"/>
          <p:nvPr/>
        </p:nvSpPr>
        <p:spPr>
          <a:xfrm>
            <a:off x="567542" y="564157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以上を踏まえて練習してみましょう。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10591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774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チャットプログラム</a:t>
            </a:r>
            <a:r>
              <a:rPr kumimoji="1" lang="en-US" altLang="ja-JP" sz="3200" b="1" u="sng" dirty="0"/>
              <a:t>(CS)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63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Server</a:t>
            </a:r>
            <a:r>
              <a:rPr kumimoji="1" lang="ja-JP" altLang="en-US" sz="2400" b="1" dirty="0">
                <a:solidFill>
                  <a:srgbClr val="7030A0"/>
                </a:solidFill>
              </a:rPr>
              <a:t>プロジェクト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13B974F-D4AD-4764-80E6-9FD4B5C0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55752" cy="470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9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94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53</cp:revision>
  <dcterms:created xsi:type="dcterms:W3CDTF">2024-08-27T02:15:54Z</dcterms:created>
  <dcterms:modified xsi:type="dcterms:W3CDTF">2025-10-09T06:11:22Z</dcterms:modified>
</cp:coreProperties>
</file>