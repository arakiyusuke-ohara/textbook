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1" r:id="rId5"/>
    <p:sldId id="258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2025/10/10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クライアントサーバー方式でチャットプログラムを練習します。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867DA63-2830-4FE1-B909-B53650B5C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678094"/>
            <a:ext cx="1588245" cy="135197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E8BCDAB-E0B5-46C8-B2AB-53509C15F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3576"/>
            <a:ext cx="1588244" cy="135197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20F8A654-22E5-456A-BAAD-557092F58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5179906"/>
            <a:ext cx="1588244" cy="135197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52F8CC78-BA5D-4E48-B4D1-A52C7E46E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1392" y="2507981"/>
            <a:ext cx="3000794" cy="2505425"/>
          </a:xfrm>
          <a:prstGeom prst="rect">
            <a:avLst/>
          </a:prstGeom>
        </p:spPr>
      </p:pic>
      <p:sp>
        <p:nvSpPr>
          <p:cNvPr id="10" name="矢印: 左右 9">
            <a:extLst>
              <a:ext uri="{FF2B5EF4-FFF2-40B4-BE49-F238E27FC236}">
                <a16:creationId xmlns:a16="http://schemas.microsoft.com/office/drawing/2014/main" id="{9A8FC2C3-AE8B-408A-B9E0-93D5A53371A8}"/>
              </a:ext>
            </a:extLst>
          </p:cNvPr>
          <p:cNvSpPr/>
          <p:nvPr/>
        </p:nvSpPr>
        <p:spPr>
          <a:xfrm rot="1287548">
            <a:off x="2590498" y="2230380"/>
            <a:ext cx="2372777" cy="61856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左右 10">
            <a:extLst>
              <a:ext uri="{FF2B5EF4-FFF2-40B4-BE49-F238E27FC236}">
                <a16:creationId xmlns:a16="http://schemas.microsoft.com/office/drawing/2014/main" id="{F577DA21-B86F-4272-9981-7BEA9E655C1E}"/>
              </a:ext>
            </a:extLst>
          </p:cNvPr>
          <p:cNvSpPr/>
          <p:nvPr/>
        </p:nvSpPr>
        <p:spPr>
          <a:xfrm>
            <a:off x="2559592" y="3660281"/>
            <a:ext cx="2372777" cy="61856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左右 11">
            <a:extLst>
              <a:ext uri="{FF2B5EF4-FFF2-40B4-BE49-F238E27FC236}">
                <a16:creationId xmlns:a16="http://schemas.microsoft.com/office/drawing/2014/main" id="{15EDC236-68E2-4B74-95A9-C16623FEE2AC}"/>
              </a:ext>
            </a:extLst>
          </p:cNvPr>
          <p:cNvSpPr/>
          <p:nvPr/>
        </p:nvSpPr>
        <p:spPr>
          <a:xfrm rot="19784611">
            <a:off x="2553819" y="5191824"/>
            <a:ext cx="2372777" cy="61856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7118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 </a:t>
            </a:r>
            <a:r>
              <a:rPr kumimoji="1" lang="ja-JP" altLang="en-US" sz="3200" b="1" u="sng" dirty="0"/>
              <a:t>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クライアントサーバーは、</a:t>
            </a:r>
            <a:endParaRPr kumimoji="1" lang="en-US" altLang="ja-JP" sz="2400" dirty="0"/>
          </a:p>
          <a:p>
            <a:r>
              <a:rPr lang="ja-JP" altLang="en-US" sz="2400" dirty="0"/>
              <a:t>サーバー側に絶対的に正しいデータがあり、</a:t>
            </a:r>
            <a:endParaRPr lang="en-US" altLang="ja-JP" sz="2400" dirty="0"/>
          </a:p>
          <a:p>
            <a:r>
              <a:rPr kumimoji="1" lang="ja-JP" altLang="en-US" sz="2400" dirty="0"/>
              <a:t>それを全てのクライアントに共有する方式です。</a:t>
            </a:r>
            <a:endParaRPr kumimoji="1" lang="en-US" altLang="ja-JP" sz="2400" dirty="0"/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E6FE0EE-CF40-4841-8A50-BD3A32F61778}"/>
              </a:ext>
            </a:extLst>
          </p:cNvPr>
          <p:cNvGrpSpPr/>
          <p:nvPr/>
        </p:nvGrpSpPr>
        <p:grpSpPr>
          <a:xfrm>
            <a:off x="567542" y="2675581"/>
            <a:ext cx="6221038" cy="3531324"/>
            <a:chOff x="1013480" y="2641364"/>
            <a:chExt cx="6966918" cy="4063466"/>
          </a:xfrm>
        </p:grpSpPr>
        <p:sp>
          <p:nvSpPr>
            <p:cNvPr id="14" name="二等辺三角形 13">
              <a:extLst>
                <a:ext uri="{FF2B5EF4-FFF2-40B4-BE49-F238E27FC236}">
                  <a16:creationId xmlns:a16="http://schemas.microsoft.com/office/drawing/2014/main" id="{60C79EFC-BA88-4407-B8C0-BB6DAB1809FD}"/>
                </a:ext>
              </a:extLst>
            </p:cNvPr>
            <p:cNvSpPr/>
            <p:nvPr/>
          </p:nvSpPr>
          <p:spPr>
            <a:xfrm>
              <a:off x="1533434" y="4106345"/>
              <a:ext cx="699247" cy="555812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18A0F585-66F0-46E5-9E13-E5E5C181E7AA}"/>
                </a:ext>
              </a:extLst>
            </p:cNvPr>
            <p:cNvSpPr/>
            <p:nvPr/>
          </p:nvSpPr>
          <p:spPr>
            <a:xfrm>
              <a:off x="1013480" y="3012651"/>
              <a:ext cx="1748118" cy="10936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スマイル 15">
              <a:extLst>
                <a:ext uri="{FF2B5EF4-FFF2-40B4-BE49-F238E27FC236}">
                  <a16:creationId xmlns:a16="http://schemas.microsoft.com/office/drawing/2014/main" id="{51CB8563-C771-4DD5-B3D4-1ACD4A8ED56E}"/>
                </a:ext>
              </a:extLst>
            </p:cNvPr>
            <p:cNvSpPr/>
            <p:nvPr/>
          </p:nvSpPr>
          <p:spPr>
            <a:xfrm>
              <a:off x="1389998" y="3204304"/>
              <a:ext cx="251011" cy="236796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スマイル 16">
              <a:extLst>
                <a:ext uri="{FF2B5EF4-FFF2-40B4-BE49-F238E27FC236}">
                  <a16:creationId xmlns:a16="http://schemas.microsoft.com/office/drawing/2014/main" id="{A47C7187-F0D9-4BEB-90E6-E0C0482934C4}"/>
                </a:ext>
              </a:extLst>
            </p:cNvPr>
            <p:cNvSpPr/>
            <p:nvPr/>
          </p:nvSpPr>
          <p:spPr>
            <a:xfrm>
              <a:off x="2120622" y="3416672"/>
              <a:ext cx="251011" cy="236796"/>
            </a:xfrm>
            <a:prstGeom prst="smileyFac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二等辺三角形 17">
              <a:extLst>
                <a:ext uri="{FF2B5EF4-FFF2-40B4-BE49-F238E27FC236}">
                  <a16:creationId xmlns:a16="http://schemas.microsoft.com/office/drawing/2014/main" id="{4FE99688-6C90-44CC-BE3D-0E93BA52B388}"/>
                </a:ext>
              </a:extLst>
            </p:cNvPr>
            <p:cNvSpPr/>
            <p:nvPr/>
          </p:nvSpPr>
          <p:spPr>
            <a:xfrm>
              <a:off x="1533434" y="6149018"/>
              <a:ext cx="699247" cy="555812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4208CF93-E274-4FB3-9DD0-04725278EEA0}"/>
                </a:ext>
              </a:extLst>
            </p:cNvPr>
            <p:cNvSpPr/>
            <p:nvPr/>
          </p:nvSpPr>
          <p:spPr>
            <a:xfrm>
              <a:off x="1013480" y="5055324"/>
              <a:ext cx="1748118" cy="10936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スマイル 19">
              <a:extLst>
                <a:ext uri="{FF2B5EF4-FFF2-40B4-BE49-F238E27FC236}">
                  <a16:creationId xmlns:a16="http://schemas.microsoft.com/office/drawing/2014/main" id="{1DDDB3E3-F662-40E8-AC27-E09A86CF12A9}"/>
                </a:ext>
              </a:extLst>
            </p:cNvPr>
            <p:cNvSpPr/>
            <p:nvPr/>
          </p:nvSpPr>
          <p:spPr>
            <a:xfrm>
              <a:off x="1389998" y="5246977"/>
              <a:ext cx="251011" cy="236796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スマイル 20">
              <a:extLst>
                <a:ext uri="{FF2B5EF4-FFF2-40B4-BE49-F238E27FC236}">
                  <a16:creationId xmlns:a16="http://schemas.microsoft.com/office/drawing/2014/main" id="{5013AA04-17F6-438D-9DEE-5DD2323B10FA}"/>
                </a:ext>
              </a:extLst>
            </p:cNvPr>
            <p:cNvSpPr/>
            <p:nvPr/>
          </p:nvSpPr>
          <p:spPr>
            <a:xfrm>
              <a:off x="2120622" y="5459345"/>
              <a:ext cx="251011" cy="236796"/>
            </a:xfrm>
            <a:prstGeom prst="smileyFac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E5423C64-14AE-4CCB-871E-CECAE7A40B01}"/>
                </a:ext>
              </a:extLst>
            </p:cNvPr>
            <p:cNvSpPr txBox="1"/>
            <p:nvPr/>
          </p:nvSpPr>
          <p:spPr>
            <a:xfrm>
              <a:off x="1175171" y="2641364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600" b="1" dirty="0"/>
                <a:t>クライアント</a:t>
              </a:r>
              <a:endParaRPr lang="en-US" altLang="ja-JP" sz="1600" b="1" dirty="0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E634516A-8739-4C60-B238-9501CEE8756F}"/>
                </a:ext>
              </a:extLst>
            </p:cNvPr>
            <p:cNvSpPr txBox="1"/>
            <p:nvPr/>
          </p:nvSpPr>
          <p:spPr>
            <a:xfrm>
              <a:off x="1175171" y="4747162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600" b="1" dirty="0"/>
                <a:t>クライアント</a:t>
              </a:r>
              <a:endParaRPr lang="en-US" altLang="ja-JP" sz="1600" b="1" dirty="0"/>
            </a:p>
          </p:txBody>
        </p:sp>
        <p:sp>
          <p:nvSpPr>
            <p:cNvPr id="24" name="矢印: 左右 23">
              <a:extLst>
                <a:ext uri="{FF2B5EF4-FFF2-40B4-BE49-F238E27FC236}">
                  <a16:creationId xmlns:a16="http://schemas.microsoft.com/office/drawing/2014/main" id="{CEACF86E-233A-44DF-8503-82D76AA8FE1F}"/>
                </a:ext>
              </a:extLst>
            </p:cNvPr>
            <p:cNvSpPr/>
            <p:nvPr/>
          </p:nvSpPr>
          <p:spPr>
            <a:xfrm>
              <a:off x="3124653" y="3303666"/>
              <a:ext cx="2260478" cy="58309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データ</a:t>
              </a:r>
            </a:p>
          </p:txBody>
        </p:sp>
        <p:grpSp>
          <p:nvGrpSpPr>
            <p:cNvPr id="25" name="グループ化 24">
              <a:extLst>
                <a:ext uri="{FF2B5EF4-FFF2-40B4-BE49-F238E27FC236}">
                  <a16:creationId xmlns:a16="http://schemas.microsoft.com/office/drawing/2014/main" id="{960EDF7E-DAFE-48B6-A384-F4FD602022E4}"/>
                </a:ext>
              </a:extLst>
            </p:cNvPr>
            <p:cNvGrpSpPr/>
            <p:nvPr/>
          </p:nvGrpSpPr>
          <p:grpSpPr>
            <a:xfrm>
              <a:off x="5748186" y="3048937"/>
              <a:ext cx="2232212" cy="3356854"/>
              <a:chOff x="6096000" y="2814407"/>
              <a:chExt cx="2232212" cy="3356854"/>
            </a:xfrm>
          </p:grpSpPr>
          <p:sp>
            <p:nvSpPr>
              <p:cNvPr id="27" name="直方体 26">
                <a:extLst>
                  <a:ext uri="{FF2B5EF4-FFF2-40B4-BE49-F238E27FC236}">
                    <a16:creationId xmlns:a16="http://schemas.microsoft.com/office/drawing/2014/main" id="{CEFB3C98-2B17-4176-B077-447B775BEE49}"/>
                  </a:ext>
                </a:extLst>
              </p:cNvPr>
              <p:cNvSpPr/>
              <p:nvPr/>
            </p:nvSpPr>
            <p:spPr>
              <a:xfrm>
                <a:off x="6096000" y="2814407"/>
                <a:ext cx="2232212" cy="3356854"/>
              </a:xfrm>
              <a:prstGeom prst="cub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5D36CB2E-858D-4D45-9B6A-5C038A76FFE1}"/>
                  </a:ext>
                </a:extLst>
              </p:cNvPr>
              <p:cNvSpPr txBox="1"/>
              <p:nvPr/>
            </p:nvSpPr>
            <p:spPr>
              <a:xfrm>
                <a:off x="6233236" y="3554934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chemeClr val="bg1"/>
                    </a:solidFill>
                  </a:rPr>
                  <a:t>サーバー</a:t>
                </a: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6" name="矢印: 左右 25">
              <a:extLst>
                <a:ext uri="{FF2B5EF4-FFF2-40B4-BE49-F238E27FC236}">
                  <a16:creationId xmlns:a16="http://schemas.microsoft.com/office/drawing/2014/main" id="{A9A80F3D-3C4A-4C07-9DD9-6513ABF8CE44}"/>
                </a:ext>
              </a:extLst>
            </p:cNvPr>
            <p:cNvSpPr/>
            <p:nvPr/>
          </p:nvSpPr>
          <p:spPr>
            <a:xfrm>
              <a:off x="3124653" y="5310626"/>
              <a:ext cx="2260478" cy="58309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データ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25858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7118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 </a:t>
            </a:r>
            <a:r>
              <a:rPr kumimoji="1" lang="ja-JP" altLang="en-US" sz="3200" b="1" u="sng" dirty="0"/>
              <a:t>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サーバーからは全ての正しいデータが送られます。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ja-JP" altLang="en-US" sz="2400" b="1" dirty="0">
                <a:solidFill>
                  <a:srgbClr val="FF0000"/>
                </a:solidFill>
              </a:rPr>
              <a:t>チャットの全メッセージを全クライアントに送る</a:t>
            </a:r>
            <a:r>
              <a:rPr lang="ja-JP" altLang="en-US" sz="2400" dirty="0"/>
              <a:t>ことになります。</a:t>
            </a:r>
            <a:endParaRPr lang="en-US" altLang="ja-JP" sz="2400" dirty="0"/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5BF62AE9-CBFC-43D2-A9A0-0E82C85DA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3895607" cy="331609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40D3834-5562-4671-9D20-777C0BA436AB}"/>
              </a:ext>
            </a:extLst>
          </p:cNvPr>
          <p:cNvSpPr txBox="1"/>
          <p:nvPr/>
        </p:nvSpPr>
        <p:spPr>
          <a:xfrm>
            <a:off x="763002" y="4348910"/>
            <a:ext cx="4185761" cy="46166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この内容を全クライアントへ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10591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7118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 </a:t>
            </a:r>
            <a:r>
              <a:rPr kumimoji="1" lang="ja-JP" altLang="en-US" sz="3200" b="1" u="sng" dirty="0"/>
              <a:t>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つまり、サーバーの仕事は以下になります。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１．クライアントからメッセージを受信する</a:t>
            </a:r>
            <a:endParaRPr lang="en-US" altLang="ja-JP" sz="2400" dirty="0"/>
          </a:p>
          <a:p>
            <a:r>
              <a:rPr lang="ja-JP" altLang="en-US" sz="2400" dirty="0"/>
              <a:t>２．受信したメッセージを記録する</a:t>
            </a:r>
            <a:endParaRPr lang="en-US" altLang="ja-JP" sz="2400" dirty="0"/>
          </a:p>
          <a:p>
            <a:r>
              <a:rPr lang="ja-JP" altLang="en-US" sz="2400" dirty="0"/>
              <a:t>３．チャット内容が変わったら全員に最新の状態を送信する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以上を踏まえて練習しましょう。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2700248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63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7030A0"/>
                </a:solidFill>
              </a:rPr>
              <a:t>Server</a:t>
            </a:r>
            <a:r>
              <a:rPr kumimoji="1" lang="ja-JP" altLang="en-US" sz="2400" b="1" dirty="0">
                <a:solidFill>
                  <a:srgbClr val="7030A0"/>
                </a:solidFill>
              </a:rPr>
              <a:t>プロジェクト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13B974F-D4AD-4764-80E6-9FD4B5C06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755752" cy="4706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898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379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受信処理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ReceiveData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Server.cpp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r>
              <a:rPr lang="ja-JP" altLang="en-US" sz="2400" dirty="0"/>
              <a:t>は以前練習した通りです。</a:t>
            </a:r>
            <a:endParaRPr lang="en-US" altLang="ja-JP" sz="2400" dirty="0"/>
          </a:p>
          <a:p>
            <a:r>
              <a:rPr kumimoji="1" lang="ja-JP" altLang="en-US" sz="2400" dirty="0"/>
              <a:t>今回は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受信＝チャット更新</a:t>
            </a:r>
            <a:r>
              <a:rPr kumimoji="1" lang="ja-JP" altLang="en-US" sz="2400" dirty="0"/>
              <a:t>となるので、</a:t>
            </a:r>
            <a:endParaRPr kumimoji="1" lang="en-US" altLang="ja-JP" sz="2400" dirty="0"/>
          </a:p>
          <a:p>
            <a:r>
              <a:rPr lang="ja-JP" altLang="en-US" sz="2400" dirty="0"/>
              <a:t>受信後に全員にチャット内容を送信します。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DC686C6-FFB0-4D9D-A118-D9C25A677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64019"/>
            <a:ext cx="4774064" cy="3943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18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あとは全クライアントに送信する処理を作ります。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5816F28-A053-4432-A501-50D6BE26A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859486" cy="4229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854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vector</a:t>
            </a:r>
            <a:r>
              <a:rPr kumimoji="1" lang="ja-JP" altLang="en-US" sz="2400" dirty="0"/>
              <a:t>や</a:t>
            </a:r>
            <a:r>
              <a:rPr kumimoji="1" lang="en-US" altLang="ja-JP" sz="2400" b="1" dirty="0">
                <a:solidFill>
                  <a:srgbClr val="00B050"/>
                </a:solidFill>
              </a:rPr>
              <a:t>list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クラス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kumimoji="1" lang="ja-JP" altLang="en-US" sz="2400" dirty="0"/>
              <a:t>クラスにはメンバ変数のデータ以外にも様々なデータが記録されています。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データの送受信は純粋なデータのみで行わなければいけない</a:t>
            </a:r>
            <a:r>
              <a:rPr lang="ja-JP" altLang="en-US" sz="2400" dirty="0"/>
              <a:t>ので、</a:t>
            </a:r>
            <a:endParaRPr lang="en-US" altLang="ja-JP" sz="2400" dirty="0"/>
          </a:p>
          <a:p>
            <a:r>
              <a:rPr kumimoji="1" lang="ja-JP" altLang="en-US" sz="2400" dirty="0"/>
              <a:t>変換する必要があります。（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シリアライズ処理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0FA9E39-335A-401F-A830-66097B4B8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925789"/>
            <a:ext cx="9783118" cy="282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959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3799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7030A0"/>
                </a:solidFill>
              </a:rPr>
              <a:t>Client</a:t>
            </a:r>
            <a:r>
              <a:rPr kumimoji="1" lang="ja-JP" altLang="en-US" sz="2400" b="1" dirty="0">
                <a:solidFill>
                  <a:srgbClr val="7030A0"/>
                </a:solidFill>
              </a:rPr>
              <a:t>プロジェクト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441673F-D354-4BFB-B184-ECFCAD56C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701964" cy="4677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35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7481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サーバーからのチャットデータを受信します。</a:t>
            </a:r>
            <a:endParaRPr lang="en-US" altLang="ja-JP" sz="2400" dirty="0"/>
          </a:p>
          <a:p>
            <a:r>
              <a:rPr kumimoji="1" lang="ja-JP" altLang="en-US" sz="2400" dirty="0"/>
              <a:t>シリアライズされたデータなので</a:t>
            </a:r>
            <a:r>
              <a:rPr kumimoji="1" lang="en-US" altLang="ja-JP" sz="2400" b="1" dirty="0">
                <a:solidFill>
                  <a:srgbClr val="00B050"/>
                </a:solidFill>
              </a:rPr>
              <a:t>list</a:t>
            </a:r>
            <a:r>
              <a:rPr kumimoji="1" lang="ja-JP" altLang="en-US" sz="2400" dirty="0"/>
              <a:t>に戻してあげると良いでしょう。</a:t>
            </a:r>
            <a:endParaRPr kumimoji="1" lang="en-US" altLang="ja-JP" sz="2400" dirty="0"/>
          </a:p>
          <a:p>
            <a:r>
              <a:rPr lang="ja-JP" altLang="en-US" sz="2400" dirty="0"/>
              <a:t>（</a:t>
            </a:r>
            <a:r>
              <a:rPr lang="ja-JP" altLang="en-US" sz="2400" b="1" dirty="0">
                <a:solidFill>
                  <a:srgbClr val="FF0000"/>
                </a:solidFill>
              </a:rPr>
              <a:t>デシリアライズ処理</a:t>
            </a:r>
            <a:r>
              <a:rPr lang="ja-JP" altLang="en-US" sz="2400" dirty="0"/>
              <a:t>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E7EA95A-F357-45E2-97B5-9132EEB653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2556458"/>
            <a:ext cx="6191846" cy="4067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42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7740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チャットプログラム</a:t>
            </a:r>
            <a:r>
              <a:rPr kumimoji="1" lang="en-US" altLang="ja-JP" sz="3200" b="1" u="sng" dirty="0"/>
              <a:t>(CS)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動作確認しましょう。</a:t>
            </a:r>
            <a:endParaRPr kumimoji="1"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3C3F09BC-AC9A-40AC-A5F2-B0F56043AA7C}"/>
              </a:ext>
            </a:extLst>
          </p:cNvPr>
          <p:cNvGrpSpPr/>
          <p:nvPr/>
        </p:nvGrpSpPr>
        <p:grpSpPr>
          <a:xfrm>
            <a:off x="567542" y="1817794"/>
            <a:ext cx="5528458" cy="3578959"/>
            <a:chOff x="567542" y="1817794"/>
            <a:chExt cx="7844644" cy="4853788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685031AD-2F9B-44DE-9EBB-34EBF522A2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7542" y="1817794"/>
              <a:ext cx="1588245" cy="1351977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441F7EDF-8E99-4380-9432-9A411B3BE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7542" y="3433276"/>
              <a:ext cx="1588244" cy="1351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43C9BEC0-8F1F-4645-9D94-3077ADEDC2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7542" y="5319606"/>
              <a:ext cx="1588244" cy="1351976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5E6F1B19-952B-4912-BDC5-9C9CB1E59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11392" y="2647681"/>
              <a:ext cx="3000794" cy="2505425"/>
            </a:xfrm>
            <a:prstGeom prst="rect">
              <a:avLst/>
            </a:prstGeom>
          </p:spPr>
        </p:pic>
        <p:sp>
          <p:nvSpPr>
            <p:cNvPr id="11" name="矢印: 左右 10">
              <a:extLst>
                <a:ext uri="{FF2B5EF4-FFF2-40B4-BE49-F238E27FC236}">
                  <a16:creationId xmlns:a16="http://schemas.microsoft.com/office/drawing/2014/main" id="{6C792525-F01A-419E-8960-67ADA8D49DC5}"/>
                </a:ext>
              </a:extLst>
            </p:cNvPr>
            <p:cNvSpPr/>
            <p:nvPr/>
          </p:nvSpPr>
          <p:spPr>
            <a:xfrm rot="1287548">
              <a:off x="2590498" y="2370080"/>
              <a:ext cx="2372777" cy="618565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矢印: 左右 11">
              <a:extLst>
                <a:ext uri="{FF2B5EF4-FFF2-40B4-BE49-F238E27FC236}">
                  <a16:creationId xmlns:a16="http://schemas.microsoft.com/office/drawing/2014/main" id="{117C53ED-34A8-4F62-9F2D-01910558D293}"/>
                </a:ext>
              </a:extLst>
            </p:cNvPr>
            <p:cNvSpPr/>
            <p:nvPr/>
          </p:nvSpPr>
          <p:spPr>
            <a:xfrm>
              <a:off x="2559592" y="3799981"/>
              <a:ext cx="2372777" cy="618565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矢印: 左右 12">
              <a:extLst>
                <a:ext uri="{FF2B5EF4-FFF2-40B4-BE49-F238E27FC236}">
                  <a16:creationId xmlns:a16="http://schemas.microsoft.com/office/drawing/2014/main" id="{B4A31062-3FCC-4603-941F-932883968BE6}"/>
                </a:ext>
              </a:extLst>
            </p:cNvPr>
            <p:cNvSpPr/>
            <p:nvPr/>
          </p:nvSpPr>
          <p:spPr>
            <a:xfrm rot="19784611">
              <a:off x="2553819" y="5331524"/>
              <a:ext cx="2372777" cy="618565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1BA7F07-B745-4E89-837E-B872C7B10A11}"/>
              </a:ext>
            </a:extLst>
          </p:cNvPr>
          <p:cNvSpPr txBox="1"/>
          <p:nvPr/>
        </p:nvSpPr>
        <p:spPr>
          <a:xfrm>
            <a:off x="567542" y="5648986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別席の人のサーバーに繋いだりもしてみましょう。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30790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781</TotalTime>
  <Words>300</Words>
  <Application>Microsoft Office PowerPoint</Application>
  <PresentationFormat>ワイド画面</PresentationFormat>
  <Paragraphs>45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57</cp:revision>
  <dcterms:created xsi:type="dcterms:W3CDTF">2024-08-27T02:15:54Z</dcterms:created>
  <dcterms:modified xsi:type="dcterms:W3CDTF">2025-10-10T02:32:24Z</dcterms:modified>
</cp:coreProperties>
</file>