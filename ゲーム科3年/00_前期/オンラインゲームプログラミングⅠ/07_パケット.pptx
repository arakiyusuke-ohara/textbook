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2025/10/30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パケット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オンラインゲームの通信にはいろいろな種類があります。</a:t>
            </a:r>
            <a:endParaRPr kumimoji="1" lang="en-US" altLang="ja-JP" sz="2400" dirty="0"/>
          </a:p>
          <a:p>
            <a:r>
              <a:rPr lang="ja-JP" altLang="en-US" sz="2400" dirty="0"/>
              <a:t>ゲームで起こる様々な事象を、サーバーを使って共有する必要があるからです。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■主な例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・ログイン</a:t>
            </a:r>
            <a:endParaRPr kumimoji="1" lang="en-US" altLang="ja-JP" sz="2400" dirty="0"/>
          </a:p>
          <a:p>
            <a:r>
              <a:rPr lang="ja-JP" altLang="en-US" sz="2400" dirty="0"/>
              <a:t>・ログアウト</a:t>
            </a:r>
            <a:endParaRPr lang="en-US" altLang="ja-JP" sz="2400" dirty="0"/>
          </a:p>
          <a:p>
            <a:r>
              <a:rPr kumimoji="1" lang="ja-JP" altLang="en-US" sz="2400" dirty="0"/>
              <a:t>・移動</a:t>
            </a:r>
            <a:endParaRPr kumimoji="1" lang="en-US" altLang="ja-JP" sz="2400" dirty="0"/>
          </a:p>
          <a:p>
            <a:r>
              <a:rPr lang="ja-JP" altLang="en-US" sz="2400" dirty="0"/>
              <a:t>・攻撃</a:t>
            </a:r>
            <a:endParaRPr lang="en-US" altLang="ja-JP" sz="2400" dirty="0"/>
          </a:p>
          <a:p>
            <a:r>
              <a:rPr kumimoji="1" lang="ja-JP" altLang="en-US" sz="2400" dirty="0"/>
              <a:t>・ダメージ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8F8807DB-B79A-4084-84FB-1070FB622E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408" y="2698805"/>
            <a:ext cx="9465459" cy="395991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パケット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データの送受信を思い返してみましょう。</a:t>
            </a:r>
            <a:endParaRPr kumimoji="1" lang="en-US" altLang="ja-JP" sz="2400" dirty="0"/>
          </a:p>
          <a:p>
            <a:r>
              <a:rPr lang="ja-JP" altLang="en-US" sz="2400" dirty="0"/>
              <a:t>データは「</a:t>
            </a:r>
            <a:r>
              <a:rPr lang="ja-JP" altLang="en-US" sz="2400" b="1" dirty="0">
                <a:solidFill>
                  <a:srgbClr val="FF0000"/>
                </a:solidFill>
              </a:rPr>
              <a:t>かたまり</a:t>
            </a:r>
            <a:r>
              <a:rPr lang="ja-JP" altLang="en-US" sz="2400" dirty="0"/>
              <a:t>」で送受信しなければいけません。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D7135E7-10DA-45B8-91FE-856E1D0373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2187126"/>
            <a:ext cx="7879080" cy="570948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47B2AC9-B3C5-4751-BB94-7EBF071EC782}"/>
              </a:ext>
            </a:extLst>
          </p:cNvPr>
          <p:cNvSpPr txBox="1"/>
          <p:nvPr/>
        </p:nvSpPr>
        <p:spPr>
          <a:xfrm>
            <a:off x="567542" y="3534645"/>
            <a:ext cx="88024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データに複数の種類がある場合は、</a:t>
            </a:r>
            <a:endParaRPr kumimoji="1"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受信したデータが何のデータかを判別しなければいけません。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68138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818</TotalTime>
  <Words>86</Words>
  <Application>Microsoft Office PowerPoint</Application>
  <PresentationFormat>ワイド画面</PresentationFormat>
  <Paragraphs>15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情報北九州校 倉掛</cp:lastModifiedBy>
  <cp:revision>63</cp:revision>
  <dcterms:created xsi:type="dcterms:W3CDTF">2024-08-27T02:15:54Z</dcterms:created>
  <dcterms:modified xsi:type="dcterms:W3CDTF">2025-10-30T03:25:57Z</dcterms:modified>
</cp:coreProperties>
</file>