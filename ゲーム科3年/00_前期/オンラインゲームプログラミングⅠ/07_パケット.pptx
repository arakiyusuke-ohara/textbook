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パケット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オンラインゲームの通信にはいろいろな種類があります。</a:t>
            </a:r>
            <a:endParaRPr kumimoji="1" lang="en-US" altLang="ja-JP" sz="2400" dirty="0"/>
          </a:p>
          <a:p>
            <a:r>
              <a:rPr lang="ja-JP" altLang="en-US" sz="2400" dirty="0"/>
              <a:t>ゲームで起こる様々な事象を、サーバーを使って共有する必要があるからです。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■主な例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・ログイン</a:t>
            </a:r>
            <a:endParaRPr kumimoji="1" lang="en-US" altLang="ja-JP" sz="2400" dirty="0"/>
          </a:p>
          <a:p>
            <a:r>
              <a:rPr lang="ja-JP" altLang="en-US" sz="2400" dirty="0"/>
              <a:t>・ログアウト</a:t>
            </a:r>
            <a:endParaRPr lang="en-US" altLang="ja-JP" sz="2400" dirty="0"/>
          </a:p>
          <a:p>
            <a:r>
              <a:rPr kumimoji="1" lang="ja-JP" altLang="en-US" sz="2400" dirty="0"/>
              <a:t>・移動</a:t>
            </a:r>
            <a:endParaRPr kumimoji="1" lang="en-US" altLang="ja-JP" sz="2400" dirty="0"/>
          </a:p>
          <a:p>
            <a:r>
              <a:rPr lang="ja-JP" altLang="en-US" sz="2400" dirty="0"/>
              <a:t>・攻撃</a:t>
            </a:r>
            <a:endParaRPr lang="en-US" altLang="ja-JP" sz="2400" dirty="0"/>
          </a:p>
          <a:p>
            <a:r>
              <a:rPr kumimoji="1" lang="ja-JP" altLang="en-US" sz="2400" dirty="0"/>
              <a:t>・ダメージ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8F8807DB-B79A-4084-84FB-1070FB622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08" y="2698805"/>
            <a:ext cx="9465459" cy="395991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パケット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データの送受信を思い返してみましょう。</a:t>
            </a:r>
            <a:endParaRPr kumimoji="1" lang="en-US" altLang="ja-JP" sz="2400" dirty="0"/>
          </a:p>
          <a:p>
            <a:r>
              <a:rPr lang="ja-JP" altLang="en-US" sz="2400" dirty="0"/>
              <a:t>データは「</a:t>
            </a:r>
            <a:r>
              <a:rPr lang="ja-JP" altLang="en-US" sz="2400" b="1" dirty="0">
                <a:solidFill>
                  <a:srgbClr val="FF0000"/>
                </a:solidFill>
              </a:rPr>
              <a:t>かたまり</a:t>
            </a:r>
            <a:r>
              <a:rPr lang="ja-JP" altLang="en-US" sz="2400" dirty="0"/>
              <a:t>」で送受信しなければいけません。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D7135E7-10DA-45B8-91FE-856E1D037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2187126"/>
            <a:ext cx="7879080" cy="570948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47B2AC9-B3C5-4751-BB94-7EBF071EC782}"/>
              </a:ext>
            </a:extLst>
          </p:cNvPr>
          <p:cNvSpPr txBox="1"/>
          <p:nvPr/>
        </p:nvSpPr>
        <p:spPr>
          <a:xfrm>
            <a:off x="567542" y="3534645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データに複数の種類がある場合は、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受信したデータが何のデータかを判別しなければいけません。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813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パケット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そのため、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データの頭に何のデータなのかをくっつけて送信</a:t>
            </a:r>
            <a:r>
              <a:rPr kumimoji="1" lang="ja-JP" altLang="en-US" sz="2400" dirty="0"/>
              <a:t>します。</a:t>
            </a:r>
            <a:endParaRPr kumimoji="1" lang="en-US" altLang="ja-JP" sz="2400" dirty="0"/>
          </a:p>
          <a:p>
            <a:r>
              <a:rPr lang="ja-JP" altLang="en-US" sz="2400" dirty="0"/>
              <a:t>このデータは</a:t>
            </a:r>
            <a:r>
              <a:rPr lang="ja-JP" altLang="en-US" sz="2400" b="1" dirty="0">
                <a:solidFill>
                  <a:srgbClr val="FF0000"/>
                </a:solidFill>
              </a:rPr>
              <a:t>パケットヘッダー</a:t>
            </a:r>
            <a:r>
              <a:rPr lang="ja-JP" altLang="en-US" sz="2400" dirty="0"/>
              <a:t>と呼ばれています。</a:t>
            </a:r>
            <a:endParaRPr kumimoji="1" lang="en-US" altLang="ja-JP" sz="2400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7501C0C7-CD97-4E01-B8A4-A39B76571FC2}"/>
              </a:ext>
            </a:extLst>
          </p:cNvPr>
          <p:cNvGrpSpPr/>
          <p:nvPr/>
        </p:nvGrpSpPr>
        <p:grpSpPr>
          <a:xfrm>
            <a:off x="761999" y="2675464"/>
            <a:ext cx="3166534" cy="3454403"/>
            <a:chOff x="1363133" y="3539064"/>
            <a:chExt cx="1759129" cy="1921935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4F224484-9179-4BAA-A872-3F785FA18CC9}"/>
                </a:ext>
              </a:extLst>
            </p:cNvPr>
            <p:cNvSpPr/>
            <p:nvPr/>
          </p:nvSpPr>
          <p:spPr>
            <a:xfrm>
              <a:off x="1363133" y="4258732"/>
              <a:ext cx="1126067" cy="120226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b="1" dirty="0"/>
                <a:t>X</a:t>
              </a:r>
              <a:r>
                <a:rPr kumimoji="1" lang="ja-JP" altLang="en-US" b="1" dirty="0"/>
                <a:t>座標</a:t>
              </a:r>
              <a:endParaRPr kumimoji="1" lang="en-US" altLang="ja-JP" b="1" dirty="0"/>
            </a:p>
            <a:p>
              <a:pPr algn="ctr"/>
              <a:r>
                <a:rPr lang="en-US" altLang="ja-JP" b="1" dirty="0"/>
                <a:t>Y</a:t>
              </a:r>
              <a:r>
                <a:rPr lang="ja-JP" altLang="en-US" b="1" dirty="0"/>
                <a:t>座標</a:t>
              </a:r>
              <a:endParaRPr lang="en-US" altLang="ja-JP" b="1" dirty="0"/>
            </a:p>
            <a:p>
              <a:pPr algn="ctr"/>
              <a:r>
                <a:rPr kumimoji="1" lang="en-US" altLang="ja-JP" b="1" dirty="0"/>
                <a:t>Z</a:t>
              </a:r>
              <a:r>
                <a:rPr kumimoji="1" lang="ja-JP" altLang="en-US" b="1" dirty="0"/>
                <a:t>座標</a:t>
              </a: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0C575F63-B744-4812-9441-473FB710B888}"/>
                </a:ext>
              </a:extLst>
            </p:cNvPr>
            <p:cNvSpPr/>
            <p:nvPr/>
          </p:nvSpPr>
          <p:spPr>
            <a:xfrm>
              <a:off x="1363133" y="3623733"/>
              <a:ext cx="1126067" cy="63499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座標だよ</a:t>
              </a:r>
            </a:p>
          </p:txBody>
        </p:sp>
        <p:sp>
          <p:nvSpPr>
            <p:cNvPr id="5" name="矢印: 右 4">
              <a:extLst>
                <a:ext uri="{FF2B5EF4-FFF2-40B4-BE49-F238E27FC236}">
                  <a16:creationId xmlns:a16="http://schemas.microsoft.com/office/drawing/2014/main" id="{3589965F-3EAA-4826-B023-D24C81179987}"/>
                </a:ext>
              </a:extLst>
            </p:cNvPr>
            <p:cNvSpPr/>
            <p:nvPr/>
          </p:nvSpPr>
          <p:spPr>
            <a:xfrm rot="10800000">
              <a:off x="2563462" y="3539064"/>
              <a:ext cx="558800" cy="440267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0C6C2BA-6B8D-4065-83D4-CBC9EF16402B}"/>
              </a:ext>
            </a:extLst>
          </p:cNvPr>
          <p:cNvSpPr txBox="1"/>
          <p:nvPr/>
        </p:nvSpPr>
        <p:spPr>
          <a:xfrm>
            <a:off x="3092545" y="5463718"/>
            <a:ext cx="6340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データそのもののことをパケットと呼びます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78403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パケット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6113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Client</a:t>
            </a:r>
            <a:r>
              <a:rPr kumimoji="1" lang="en-US" altLang="ja-JP" sz="2400" dirty="0"/>
              <a:t>, </a:t>
            </a:r>
            <a:r>
              <a:rPr kumimoji="1" lang="en-US" altLang="ja-JP" sz="2400" b="1" dirty="0">
                <a:solidFill>
                  <a:srgbClr val="00B050"/>
                </a:solidFill>
              </a:rPr>
              <a:t>Server</a:t>
            </a:r>
            <a:r>
              <a:rPr kumimoji="1" lang="ja-JP" altLang="en-US" sz="2400" dirty="0"/>
              <a:t>双方の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NetworkCommonParam.h</a:t>
            </a:r>
            <a:r>
              <a:rPr kumimoji="1" lang="ja-JP" altLang="en-US" sz="2400" dirty="0"/>
              <a:t>に、</a:t>
            </a:r>
            <a:endParaRPr kumimoji="1" lang="en-US" altLang="ja-JP" sz="2400" dirty="0"/>
          </a:p>
          <a:p>
            <a:r>
              <a:rPr kumimoji="1" lang="ja-JP" altLang="en-US" sz="2400" dirty="0"/>
              <a:t>パケットの種類を定義します。</a:t>
            </a:r>
            <a:endParaRPr kumimoji="1" lang="en-US" altLang="ja-JP" sz="2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DFF10D2-BF72-4F4E-B1DD-131D7C55F7F7}"/>
              </a:ext>
            </a:extLst>
          </p:cNvPr>
          <p:cNvSpPr txBox="1"/>
          <p:nvPr/>
        </p:nvSpPr>
        <p:spPr>
          <a:xfrm>
            <a:off x="567541" y="4708408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今後も増やしていきます</a:t>
            </a:r>
            <a:endParaRPr kumimoji="1" lang="en-US" altLang="ja-JP" sz="2400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5B56207B-13B2-4CEE-9A22-A458DD0ED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6494134" cy="237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74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パケット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通信用の構造体も合わせて用意します。</a:t>
            </a:r>
            <a:endParaRPr kumimoji="1" lang="en-US" altLang="ja-JP" sz="2400" dirty="0"/>
          </a:p>
          <a:p>
            <a:r>
              <a:rPr lang="ja-JP" altLang="en-US" sz="2400" dirty="0"/>
              <a:t>今後のために、データサイズも用意しておきます。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E209061-9D77-4D1E-B17A-7121C448B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7836916" cy="4100463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B049FE3-FF83-441D-A3F1-72173E18B558}"/>
              </a:ext>
            </a:extLst>
          </p:cNvPr>
          <p:cNvSpPr/>
          <p:nvPr/>
        </p:nvSpPr>
        <p:spPr>
          <a:xfrm>
            <a:off x="2246812" y="4544291"/>
            <a:ext cx="6157646" cy="15952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0058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パケット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次のスライドから、ネットワーク要素を実装していきます。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ネットワーク用に機能拡張したクラスを作り、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・ログイン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・ジョイン（途中参加）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・ログアウト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この３つから実装していきます。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また、クライアントをクラス化しています。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Client.cpp/.h</a:t>
            </a:r>
            <a:r>
              <a:rPr lang="ja-JP" altLang="en-US" sz="2400" dirty="0"/>
              <a:t>は一度確認しておきましょう。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02505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232</Words>
  <Application>Microsoft Office PowerPoint</Application>
  <PresentationFormat>ワイド画面</PresentationFormat>
  <Paragraphs>43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69</cp:revision>
  <dcterms:created xsi:type="dcterms:W3CDTF">2024-08-27T02:15:54Z</dcterms:created>
  <dcterms:modified xsi:type="dcterms:W3CDTF">2025-11-06T04:54:43Z</dcterms:modified>
</cp:coreProperties>
</file>