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オンラインゲームを開始する合図となる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ログイン処理</a:t>
            </a:r>
            <a:r>
              <a:rPr kumimoji="1" lang="ja-JP" altLang="en-US" sz="2400" dirty="0"/>
              <a:t>を実装します。</a:t>
            </a:r>
            <a:endParaRPr kumimoji="1" lang="en-US" altLang="ja-JP" sz="2400" dirty="0"/>
          </a:p>
          <a:p>
            <a:r>
              <a:rPr lang="ja-JP" altLang="en-US" sz="2400" dirty="0"/>
              <a:t>大まかな流れは以下の通りです。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C32E2B-08FB-4C85-9154-A673C707A66E}"/>
              </a:ext>
            </a:extLst>
          </p:cNvPr>
          <p:cNvSpPr txBox="1"/>
          <p:nvPr/>
        </p:nvSpPr>
        <p:spPr>
          <a:xfrm>
            <a:off x="1321075" y="218712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endParaRPr lang="en-US" altLang="ja-JP" sz="1600" b="1" dirty="0">
              <a:solidFill>
                <a:srgbClr val="0070C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9CE799-BA1F-420A-A338-12FBE6C15727}"/>
              </a:ext>
            </a:extLst>
          </p:cNvPr>
          <p:cNvSpPr/>
          <p:nvPr/>
        </p:nvSpPr>
        <p:spPr>
          <a:xfrm>
            <a:off x="1029894" y="2665380"/>
            <a:ext cx="1998133" cy="2346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8D068BB-7649-4787-A9A5-5BFEC622B502}"/>
              </a:ext>
            </a:extLst>
          </p:cNvPr>
          <p:cNvSpPr/>
          <p:nvPr/>
        </p:nvSpPr>
        <p:spPr>
          <a:xfrm>
            <a:off x="7092027" y="2665380"/>
            <a:ext cx="1998133" cy="23468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66A805-61B0-489C-97CB-56130C0754D1}"/>
              </a:ext>
            </a:extLst>
          </p:cNvPr>
          <p:cNvSpPr txBox="1"/>
          <p:nvPr/>
        </p:nvSpPr>
        <p:spPr>
          <a:xfrm>
            <a:off x="7588391" y="218712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B050"/>
                </a:solidFill>
              </a:rPr>
              <a:t>サーバー</a:t>
            </a:r>
            <a:endParaRPr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DB46D4-8A6C-4BB5-8134-ACEBA23380BB}"/>
              </a:ext>
            </a:extLst>
          </p:cNvPr>
          <p:cNvSpPr/>
          <p:nvPr/>
        </p:nvSpPr>
        <p:spPr>
          <a:xfrm>
            <a:off x="7501466" y="2944081"/>
            <a:ext cx="1422401" cy="17210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クライアント登録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ID</a:t>
            </a:r>
            <a:r>
              <a:rPr kumimoji="1" lang="ja-JP" altLang="en-US" sz="1200" b="1" dirty="0"/>
              <a:t>生成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96BB847F-CC54-4269-9516-EDD8B239294F}"/>
              </a:ext>
            </a:extLst>
          </p:cNvPr>
          <p:cNvSpPr/>
          <p:nvPr/>
        </p:nvSpPr>
        <p:spPr>
          <a:xfrm>
            <a:off x="3028026" y="2971800"/>
            <a:ext cx="4473439" cy="4572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接続</a:t>
            </a:r>
          </a:p>
        </p:txBody>
      </p:sp>
      <p:sp>
        <p:nvSpPr>
          <p:cNvPr id="13" name="矢印: 左 12">
            <a:extLst>
              <a:ext uri="{FF2B5EF4-FFF2-40B4-BE49-F238E27FC236}">
                <a16:creationId xmlns:a16="http://schemas.microsoft.com/office/drawing/2014/main" id="{4B1B2CF8-0C1D-4512-9BE8-36965416806C}"/>
              </a:ext>
            </a:extLst>
          </p:cNvPr>
          <p:cNvSpPr/>
          <p:nvPr/>
        </p:nvSpPr>
        <p:spPr>
          <a:xfrm>
            <a:off x="2575124" y="3881156"/>
            <a:ext cx="4926342" cy="524933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r>
              <a:rPr kumimoji="1" lang="ja-JP" altLang="en-US" b="1" dirty="0"/>
              <a:t>配布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68D8CD3-1398-42A5-B3E5-877D5B1943F4}"/>
              </a:ext>
            </a:extLst>
          </p:cNvPr>
          <p:cNvSpPr/>
          <p:nvPr/>
        </p:nvSpPr>
        <p:spPr>
          <a:xfrm>
            <a:off x="1321076" y="3881156"/>
            <a:ext cx="1251864" cy="6061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/>
              <a:t>ID</a:t>
            </a:r>
            <a:r>
              <a:rPr kumimoji="1" lang="ja-JP" altLang="en-US" sz="1100" b="1" dirty="0"/>
              <a:t>割り振り</a:t>
            </a:r>
            <a:endParaRPr kumimoji="1" lang="en-US" altLang="ja-JP" sz="1100" b="1" dirty="0"/>
          </a:p>
          <a:p>
            <a:pPr algn="ctr"/>
            <a:r>
              <a:rPr lang="ja-JP" altLang="en-US" sz="1100" b="1" dirty="0"/>
              <a:t>プレイヤー追加</a:t>
            </a:r>
            <a:endParaRPr kumimoji="1" lang="ja-JP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61194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Server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プロジェクト</a:t>
            </a:r>
            <a:r>
              <a:rPr kumimoji="1" lang="ja-JP" altLang="en-US" sz="2400" dirty="0"/>
              <a:t>を開きましょう</a:t>
            </a:r>
            <a:endParaRPr kumimoji="1" lang="en-US" altLang="ja-JP" sz="2400" dirty="0"/>
          </a:p>
          <a:p>
            <a:r>
              <a:rPr lang="ja-JP" altLang="en-US" sz="2400" dirty="0"/>
              <a:t>クライアントからの接続処理はすでにできているはずです。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BF5E8C-F5CC-46FC-BFD0-A2293862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99125" cy="42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8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40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kumimoji="1" lang="ja-JP" altLang="en-US" sz="2400" dirty="0"/>
              <a:t>にログイン関数を追加します。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3B290F-A3DE-4F5B-BD7A-403CC6D0B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87695" cy="413442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21A433-E769-4258-890A-C22AF5CAB9AC}"/>
              </a:ext>
            </a:extLst>
          </p:cNvPr>
          <p:cNvSpPr/>
          <p:nvPr/>
        </p:nvSpPr>
        <p:spPr>
          <a:xfrm>
            <a:off x="1769533" y="5173133"/>
            <a:ext cx="6036734" cy="468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86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26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Server.cpp</a:t>
            </a:r>
            <a:r>
              <a:rPr kumimoji="1" lang="ja-JP" altLang="en-US" sz="2400" dirty="0"/>
              <a:t>に</a:t>
            </a:r>
            <a:r>
              <a:rPr kumimoji="1" lang="en-US" altLang="ja-JP" sz="2400" dirty="0"/>
              <a:t>ID</a:t>
            </a:r>
            <a:r>
              <a:rPr kumimoji="1" lang="ja-JP" altLang="en-US" sz="2400" dirty="0"/>
              <a:t>を生成してクライアントに送る処理を書きます。（その１）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6A6543-678E-4884-81B8-728152A4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0964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2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26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Server.cpp</a:t>
            </a:r>
            <a:r>
              <a:rPr kumimoji="1" lang="ja-JP" altLang="en-US" sz="2400" dirty="0"/>
              <a:t>に</a:t>
            </a:r>
            <a:r>
              <a:rPr kumimoji="1" lang="en-US" altLang="ja-JP" sz="2400" dirty="0"/>
              <a:t>ID</a:t>
            </a:r>
            <a:r>
              <a:rPr kumimoji="1" lang="ja-JP" altLang="en-US" sz="2400" dirty="0"/>
              <a:t>を生成してクライアントに送る処理を書きます。（その２）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C42604E-0742-4965-BEF2-F1CA1DDB1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240010" cy="496321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E334CFD-603B-4208-B48B-FA4A15ED3346}"/>
              </a:ext>
            </a:extLst>
          </p:cNvPr>
          <p:cNvSpPr/>
          <p:nvPr/>
        </p:nvSpPr>
        <p:spPr>
          <a:xfrm>
            <a:off x="1938867" y="6366045"/>
            <a:ext cx="2980266" cy="234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085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26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Client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プロジェクト</a:t>
            </a:r>
            <a:r>
              <a:rPr kumimoji="1" lang="ja-JP" altLang="en-US" sz="2400" dirty="0"/>
              <a:t>を開き、受信処理を書きます。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47F096-3BA0-4A15-B6C8-02B405E8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35725" cy="46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0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46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NetworkPlayScene.h</a:t>
            </a:r>
            <a:r>
              <a:rPr lang="ja-JP" altLang="en-US" sz="2400" dirty="0"/>
              <a:t>を書きます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EC6834-F048-462E-9E4F-3E1F1375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15702" cy="46592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5B7E4D-310A-4C87-91E6-28339942176B}"/>
              </a:ext>
            </a:extLst>
          </p:cNvPr>
          <p:cNvSpPr/>
          <p:nvPr/>
        </p:nvSpPr>
        <p:spPr>
          <a:xfrm>
            <a:off x="2099733" y="5884333"/>
            <a:ext cx="2971800" cy="3725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97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03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lang="ja-JP" altLang="en-US" sz="2400" dirty="0"/>
              <a:t>を書きます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1D67207-8DAA-41F3-95A0-9C8CE712D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40328" cy="220058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53FA6A5-674A-4BA1-B8EB-EDFE4A36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64513"/>
            <a:ext cx="10150519" cy="146535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EA0E2E-D135-403D-A683-22481049B95A}"/>
              </a:ext>
            </a:extLst>
          </p:cNvPr>
          <p:cNvSpPr/>
          <p:nvPr/>
        </p:nvSpPr>
        <p:spPr>
          <a:xfrm>
            <a:off x="2937933" y="5113866"/>
            <a:ext cx="7780128" cy="3725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AA6EC17-7004-4AD4-AFF3-BAF5286BF6C6}"/>
              </a:ext>
            </a:extLst>
          </p:cNvPr>
          <p:cNvCxnSpPr/>
          <p:nvPr/>
        </p:nvCxnSpPr>
        <p:spPr>
          <a:xfrm>
            <a:off x="567542" y="4326466"/>
            <a:ext cx="10439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FDA8E62-2008-4F33-AB40-68F1B937E5D8}"/>
              </a:ext>
            </a:extLst>
          </p:cNvPr>
          <p:cNvSpPr txBox="1"/>
          <p:nvPr/>
        </p:nvSpPr>
        <p:spPr>
          <a:xfrm>
            <a:off x="567541" y="623708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動作確認してみましょう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00447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07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</a:t>
            </a:r>
            <a:r>
              <a:rPr kumimoji="1" lang="ja-JP" altLang="en-US" sz="2400" dirty="0"/>
              <a:t>人目、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人目とログインしてきた場合、プレイヤーを追加しなければいけません。</a:t>
            </a:r>
            <a:endParaRPr kumimoji="1" lang="en-US" altLang="ja-JP" sz="2400" dirty="0"/>
          </a:p>
          <a:p>
            <a:r>
              <a:rPr lang="ja-JP" altLang="en-US" sz="2400" dirty="0"/>
              <a:t>この場合、すでにログインしているクライアント全員に追加のプレイヤーデータを</a:t>
            </a:r>
            <a:endParaRPr lang="en-US" altLang="ja-JP" sz="2400" dirty="0"/>
          </a:p>
          <a:p>
            <a:r>
              <a:rPr kumimoji="1" lang="ja-JP" altLang="en-US" sz="2400" dirty="0"/>
              <a:t>共有する必要があります。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C32E2B-08FB-4C85-9154-A673C707A66E}"/>
              </a:ext>
            </a:extLst>
          </p:cNvPr>
          <p:cNvSpPr txBox="1"/>
          <p:nvPr/>
        </p:nvSpPr>
        <p:spPr>
          <a:xfrm>
            <a:off x="788190" y="292523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A</a:t>
            </a:r>
            <a:endParaRPr lang="en-US" altLang="ja-JP" sz="1600" b="1" dirty="0">
              <a:solidFill>
                <a:srgbClr val="0070C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9CE799-BA1F-420A-A338-12FBE6C15727}"/>
              </a:ext>
            </a:extLst>
          </p:cNvPr>
          <p:cNvSpPr/>
          <p:nvPr/>
        </p:nvSpPr>
        <p:spPr>
          <a:xfrm>
            <a:off x="567542" y="3429000"/>
            <a:ext cx="1998133" cy="2346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8D068BB-7649-4787-A9A5-5BFEC622B502}"/>
              </a:ext>
            </a:extLst>
          </p:cNvPr>
          <p:cNvSpPr/>
          <p:nvPr/>
        </p:nvSpPr>
        <p:spPr>
          <a:xfrm>
            <a:off x="6629675" y="3429000"/>
            <a:ext cx="1998133" cy="23468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66A805-61B0-489C-97CB-56130C0754D1}"/>
              </a:ext>
            </a:extLst>
          </p:cNvPr>
          <p:cNvSpPr txBox="1"/>
          <p:nvPr/>
        </p:nvSpPr>
        <p:spPr>
          <a:xfrm>
            <a:off x="7126039" y="29507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B050"/>
                </a:solidFill>
              </a:rPr>
              <a:t>サーバー</a:t>
            </a:r>
            <a:endParaRPr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DB46D4-8A6C-4BB5-8134-ACEBA23380BB}"/>
              </a:ext>
            </a:extLst>
          </p:cNvPr>
          <p:cNvSpPr/>
          <p:nvPr/>
        </p:nvSpPr>
        <p:spPr>
          <a:xfrm>
            <a:off x="7039114" y="3707701"/>
            <a:ext cx="1422401" cy="17210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ID</a:t>
            </a:r>
            <a:r>
              <a:rPr kumimoji="1" lang="ja-JP" altLang="en-US" sz="1200" b="1" dirty="0"/>
              <a:t>生成</a:t>
            </a:r>
            <a:endParaRPr kumimoji="1" lang="en-US" altLang="ja-JP" sz="1200" b="1" dirty="0"/>
          </a:p>
          <a:p>
            <a:pPr algn="ctr"/>
            <a:r>
              <a:rPr kumimoji="1" lang="ja-JP" altLang="en-US" sz="1200" b="1" dirty="0"/>
              <a:t>全員に</a:t>
            </a:r>
            <a:r>
              <a:rPr lang="ja-JP" altLang="en-US" sz="1200" b="1" dirty="0"/>
              <a:t>通達</a:t>
            </a:r>
            <a:endParaRPr kumimoji="1" lang="en-US" altLang="ja-JP" sz="1200" b="1" dirty="0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96BB847F-CC54-4269-9516-EDD8B239294F}"/>
              </a:ext>
            </a:extLst>
          </p:cNvPr>
          <p:cNvSpPr/>
          <p:nvPr/>
        </p:nvSpPr>
        <p:spPr>
          <a:xfrm rot="2008423">
            <a:off x="5630882" y="3511864"/>
            <a:ext cx="1553719" cy="4572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誰かが接続</a:t>
            </a:r>
          </a:p>
        </p:txBody>
      </p:sp>
      <p:sp>
        <p:nvSpPr>
          <p:cNvPr id="13" name="矢印: 左 12">
            <a:extLst>
              <a:ext uri="{FF2B5EF4-FFF2-40B4-BE49-F238E27FC236}">
                <a16:creationId xmlns:a16="http://schemas.microsoft.com/office/drawing/2014/main" id="{4B1B2CF8-0C1D-4512-9BE8-36965416806C}"/>
              </a:ext>
            </a:extLst>
          </p:cNvPr>
          <p:cNvSpPr/>
          <p:nvPr/>
        </p:nvSpPr>
        <p:spPr>
          <a:xfrm>
            <a:off x="2134504" y="4732684"/>
            <a:ext cx="4926342" cy="524933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参加してきたプレイヤー</a:t>
            </a:r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68D8CD3-1398-42A5-B3E5-877D5B1943F4}"/>
              </a:ext>
            </a:extLst>
          </p:cNvPr>
          <p:cNvSpPr/>
          <p:nvPr/>
        </p:nvSpPr>
        <p:spPr>
          <a:xfrm>
            <a:off x="858724" y="4644776"/>
            <a:ext cx="1251864" cy="6061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b="1" dirty="0"/>
              <a:t>プレイヤー追加</a:t>
            </a:r>
            <a:endParaRPr kumimoji="1" lang="ja-JP" altLang="en-US" sz="1100" b="1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B6CB4A6-511D-43AA-9BAC-3A5204951856}"/>
              </a:ext>
            </a:extLst>
          </p:cNvPr>
          <p:cNvSpPr/>
          <p:nvPr/>
        </p:nvSpPr>
        <p:spPr>
          <a:xfrm>
            <a:off x="9761923" y="2814900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DE3DFD3-A347-45FD-B14B-631E02C069EA}"/>
              </a:ext>
            </a:extLst>
          </p:cNvPr>
          <p:cNvSpPr txBox="1"/>
          <p:nvPr/>
        </p:nvSpPr>
        <p:spPr>
          <a:xfrm>
            <a:off x="9215655" y="2459096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24CD89E-1865-42A2-B8E4-81111E0C068C}"/>
              </a:ext>
            </a:extLst>
          </p:cNvPr>
          <p:cNvSpPr/>
          <p:nvPr/>
        </p:nvSpPr>
        <p:spPr>
          <a:xfrm>
            <a:off x="9748636" y="4180332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5A4EE89-4B86-4184-9727-6B26B7A91B2C}"/>
              </a:ext>
            </a:extLst>
          </p:cNvPr>
          <p:cNvSpPr txBox="1"/>
          <p:nvPr/>
        </p:nvSpPr>
        <p:spPr>
          <a:xfrm>
            <a:off x="9202368" y="3824528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53E7D7B-1304-45AC-8A9E-1F092F8E3686}"/>
              </a:ext>
            </a:extLst>
          </p:cNvPr>
          <p:cNvSpPr/>
          <p:nvPr/>
        </p:nvSpPr>
        <p:spPr>
          <a:xfrm>
            <a:off x="9798713" y="5619344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0EC8CE6-8DDB-4D41-BA72-D603110156A7}"/>
              </a:ext>
            </a:extLst>
          </p:cNvPr>
          <p:cNvSpPr txBox="1"/>
          <p:nvPr/>
        </p:nvSpPr>
        <p:spPr>
          <a:xfrm>
            <a:off x="9252445" y="5263540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63F62A76-7ED2-4B86-92B6-CFFFEC66F2F7}"/>
              </a:ext>
            </a:extLst>
          </p:cNvPr>
          <p:cNvSpPr/>
          <p:nvPr/>
        </p:nvSpPr>
        <p:spPr>
          <a:xfrm rot="20278838">
            <a:off x="8328858" y="3277600"/>
            <a:ext cx="1474899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0400CC8E-79FC-4286-9EBC-55F3A12F0537}"/>
              </a:ext>
            </a:extLst>
          </p:cNvPr>
          <p:cNvSpPr/>
          <p:nvPr/>
        </p:nvSpPr>
        <p:spPr>
          <a:xfrm>
            <a:off x="8464919" y="4351544"/>
            <a:ext cx="1283718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5DD5A8FA-2252-451B-AD48-C7F95B6CE991}"/>
              </a:ext>
            </a:extLst>
          </p:cNvPr>
          <p:cNvSpPr/>
          <p:nvPr/>
        </p:nvSpPr>
        <p:spPr>
          <a:xfrm rot="1521312">
            <a:off x="8417841" y="5350703"/>
            <a:ext cx="1420873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38D072F-E843-461A-95FE-D34D436F17ED}"/>
              </a:ext>
            </a:extLst>
          </p:cNvPr>
          <p:cNvSpPr/>
          <p:nvPr/>
        </p:nvSpPr>
        <p:spPr>
          <a:xfrm>
            <a:off x="9961522" y="2939078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プレイヤー追加</a:t>
            </a:r>
            <a:endParaRPr kumimoji="1" lang="en-US" altLang="ja-JP" sz="900" b="1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0AE4A2C-BEB4-4EB3-848F-2AB5F77DBFB9}"/>
              </a:ext>
            </a:extLst>
          </p:cNvPr>
          <p:cNvSpPr/>
          <p:nvPr/>
        </p:nvSpPr>
        <p:spPr>
          <a:xfrm>
            <a:off x="9961522" y="4304510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プレイヤー追加</a:t>
            </a:r>
            <a:endParaRPr kumimoji="1" lang="en-US" altLang="ja-JP" sz="900" b="1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D0F6962-EB6C-4BAA-9C64-62CB0D57EBFA}"/>
              </a:ext>
            </a:extLst>
          </p:cNvPr>
          <p:cNvSpPr/>
          <p:nvPr/>
        </p:nvSpPr>
        <p:spPr>
          <a:xfrm>
            <a:off x="9977056" y="5743522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プレイヤー追加</a:t>
            </a:r>
            <a:endParaRPr kumimoji="1" lang="en-US" altLang="ja-JP" sz="900" b="1" dirty="0"/>
          </a:p>
        </p:txBody>
      </p:sp>
    </p:spTree>
    <p:extLst>
      <p:ext uri="{BB962C8B-B14F-4D97-AF65-F5344CB8AC3E}">
        <p14:creationId xmlns:p14="http://schemas.microsoft.com/office/powerpoint/2010/main" val="376339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48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kumimoji="1" lang="ja-JP" altLang="en-US" sz="2400" dirty="0"/>
              <a:t>に途中参加通信処理を書きます。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048606-92B9-4DAB-8A55-92F753D3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44853" cy="435353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44D887C-90C3-45CF-8EBF-4F16B192871D}"/>
              </a:ext>
            </a:extLst>
          </p:cNvPr>
          <p:cNvSpPr/>
          <p:nvPr/>
        </p:nvSpPr>
        <p:spPr>
          <a:xfrm>
            <a:off x="1837267" y="5494866"/>
            <a:ext cx="5808133" cy="26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37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67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Server.cpp</a:t>
            </a:r>
            <a:r>
              <a:rPr kumimoji="1" lang="ja-JP" altLang="en-US" sz="2400" dirty="0"/>
              <a:t>を書きます（その１）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0EF882-F505-4A50-91B8-E1BE5B75A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70350" cy="464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5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67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Server.cpp</a:t>
            </a:r>
            <a:r>
              <a:rPr kumimoji="1" lang="ja-JP" altLang="en-US" sz="2400" dirty="0"/>
              <a:t>を書きます（その２）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3024E6-7912-40E0-94CA-2CA029DC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54790" cy="454825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3F65021-2915-4D9B-8410-EE6551BD08B5}"/>
              </a:ext>
            </a:extLst>
          </p:cNvPr>
          <p:cNvSpPr/>
          <p:nvPr/>
        </p:nvSpPr>
        <p:spPr>
          <a:xfrm>
            <a:off x="1557867" y="5969000"/>
            <a:ext cx="2125133" cy="26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391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8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Client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側の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NetworkPlayScene.h</a:t>
            </a:r>
            <a:r>
              <a:rPr kumimoji="1" lang="ja-JP" altLang="en-US" sz="2400" dirty="0"/>
              <a:t>を書きます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61C8568-6C37-48EF-8477-22EA1667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478288" cy="439673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31B988-8540-4BE3-A55A-6CEFCCD2E4B2}"/>
              </a:ext>
            </a:extLst>
          </p:cNvPr>
          <p:cNvSpPr/>
          <p:nvPr/>
        </p:nvSpPr>
        <p:spPr>
          <a:xfrm>
            <a:off x="1871135" y="5698065"/>
            <a:ext cx="3107266" cy="26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637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03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kumimoji="1" lang="ja-JP" altLang="en-US" sz="2400" dirty="0"/>
              <a:t>を書きます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0158515-6B6E-4C12-A5E8-4574B1F07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868189" cy="250867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AAD78F3-D597-4B31-8AB0-7453955D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851360"/>
            <a:ext cx="9702722" cy="162564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684C983-D7F1-43AD-8FD0-F86915C64292}"/>
              </a:ext>
            </a:extLst>
          </p:cNvPr>
          <p:cNvCxnSpPr/>
          <p:nvPr/>
        </p:nvCxnSpPr>
        <p:spPr>
          <a:xfrm flipV="1">
            <a:off x="402075" y="4402667"/>
            <a:ext cx="106130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FD02358-77E3-47C1-A6DF-3046BFFA586D}"/>
              </a:ext>
            </a:extLst>
          </p:cNvPr>
          <p:cNvSpPr/>
          <p:nvPr/>
        </p:nvSpPr>
        <p:spPr>
          <a:xfrm>
            <a:off x="2663944" y="5516012"/>
            <a:ext cx="7606319" cy="262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92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ログイン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これまでのプログラムを参考に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ログアウト処理</a:t>
            </a:r>
            <a:r>
              <a:rPr kumimoji="1" lang="ja-JP" altLang="en-US" sz="2400" dirty="0"/>
              <a:t>を作りましょう。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C32E2B-08FB-4C85-9154-A673C707A66E}"/>
              </a:ext>
            </a:extLst>
          </p:cNvPr>
          <p:cNvSpPr txBox="1"/>
          <p:nvPr/>
        </p:nvSpPr>
        <p:spPr>
          <a:xfrm>
            <a:off x="788190" y="292523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A</a:t>
            </a:r>
            <a:endParaRPr lang="en-US" altLang="ja-JP" sz="1600" b="1" dirty="0">
              <a:solidFill>
                <a:srgbClr val="0070C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9CE799-BA1F-420A-A338-12FBE6C15727}"/>
              </a:ext>
            </a:extLst>
          </p:cNvPr>
          <p:cNvSpPr/>
          <p:nvPr/>
        </p:nvSpPr>
        <p:spPr>
          <a:xfrm>
            <a:off x="567542" y="3429000"/>
            <a:ext cx="1998133" cy="2346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8D068BB-7649-4787-A9A5-5BFEC622B502}"/>
              </a:ext>
            </a:extLst>
          </p:cNvPr>
          <p:cNvSpPr/>
          <p:nvPr/>
        </p:nvSpPr>
        <p:spPr>
          <a:xfrm>
            <a:off x="6629675" y="3429000"/>
            <a:ext cx="1998133" cy="23468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66A805-61B0-489C-97CB-56130C0754D1}"/>
              </a:ext>
            </a:extLst>
          </p:cNvPr>
          <p:cNvSpPr txBox="1"/>
          <p:nvPr/>
        </p:nvSpPr>
        <p:spPr>
          <a:xfrm>
            <a:off x="7126039" y="29507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B050"/>
                </a:solidFill>
              </a:rPr>
              <a:t>サーバー</a:t>
            </a:r>
            <a:endParaRPr lang="en-US" altLang="ja-JP" sz="1600" b="1" dirty="0">
              <a:solidFill>
                <a:srgbClr val="00B05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DB46D4-8A6C-4BB5-8134-ACEBA23380BB}"/>
              </a:ext>
            </a:extLst>
          </p:cNvPr>
          <p:cNvSpPr/>
          <p:nvPr/>
        </p:nvSpPr>
        <p:spPr>
          <a:xfrm>
            <a:off x="7039114" y="3707701"/>
            <a:ext cx="1422401" cy="17210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全員に</a:t>
            </a:r>
            <a:r>
              <a:rPr lang="ja-JP" altLang="en-US" sz="1200" b="1" dirty="0"/>
              <a:t>通達</a:t>
            </a:r>
            <a:endParaRPr kumimoji="1" lang="en-US" altLang="ja-JP" sz="1200" b="1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B6CB4A6-511D-43AA-9BAC-3A5204951856}"/>
              </a:ext>
            </a:extLst>
          </p:cNvPr>
          <p:cNvSpPr/>
          <p:nvPr/>
        </p:nvSpPr>
        <p:spPr>
          <a:xfrm>
            <a:off x="9761923" y="2814900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DE3DFD3-A347-45FD-B14B-631E02C069EA}"/>
              </a:ext>
            </a:extLst>
          </p:cNvPr>
          <p:cNvSpPr txBox="1"/>
          <p:nvPr/>
        </p:nvSpPr>
        <p:spPr>
          <a:xfrm>
            <a:off x="9215655" y="2459096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24CD89E-1865-42A2-B8E4-81111E0C068C}"/>
              </a:ext>
            </a:extLst>
          </p:cNvPr>
          <p:cNvSpPr/>
          <p:nvPr/>
        </p:nvSpPr>
        <p:spPr>
          <a:xfrm>
            <a:off x="9748636" y="4180332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5A4EE89-4B86-4184-9727-6B26B7A91B2C}"/>
              </a:ext>
            </a:extLst>
          </p:cNvPr>
          <p:cNvSpPr txBox="1"/>
          <p:nvPr/>
        </p:nvSpPr>
        <p:spPr>
          <a:xfrm>
            <a:off x="9202368" y="3824528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53E7D7B-1304-45AC-8A9E-1F092F8E3686}"/>
              </a:ext>
            </a:extLst>
          </p:cNvPr>
          <p:cNvSpPr/>
          <p:nvPr/>
        </p:nvSpPr>
        <p:spPr>
          <a:xfrm>
            <a:off x="9798713" y="5619344"/>
            <a:ext cx="487885" cy="631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0EC8CE6-8DDB-4D41-BA72-D603110156A7}"/>
              </a:ext>
            </a:extLst>
          </p:cNvPr>
          <p:cNvSpPr txBox="1"/>
          <p:nvPr/>
        </p:nvSpPr>
        <p:spPr>
          <a:xfrm>
            <a:off x="9252445" y="5263540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>
                <a:solidFill>
                  <a:srgbClr val="0070C0"/>
                </a:solidFill>
              </a:rPr>
              <a:t>クライアント</a:t>
            </a:r>
            <a:r>
              <a:rPr kumimoji="1" lang="en-US" altLang="ja-JP" sz="1600" b="1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63F62A76-7ED2-4B86-92B6-CFFFEC66F2F7}"/>
              </a:ext>
            </a:extLst>
          </p:cNvPr>
          <p:cNvSpPr/>
          <p:nvPr/>
        </p:nvSpPr>
        <p:spPr>
          <a:xfrm rot="20278838">
            <a:off x="8328858" y="3277600"/>
            <a:ext cx="1474899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0400CC8E-79FC-4286-9EBC-55F3A12F0537}"/>
              </a:ext>
            </a:extLst>
          </p:cNvPr>
          <p:cNvSpPr/>
          <p:nvPr/>
        </p:nvSpPr>
        <p:spPr>
          <a:xfrm>
            <a:off x="8464919" y="4351544"/>
            <a:ext cx="1283718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5DD5A8FA-2252-451B-AD48-C7F95B6CE991}"/>
              </a:ext>
            </a:extLst>
          </p:cNvPr>
          <p:cNvSpPr/>
          <p:nvPr/>
        </p:nvSpPr>
        <p:spPr>
          <a:xfrm rot="1521312">
            <a:off x="8417841" y="5350703"/>
            <a:ext cx="1420873" cy="355804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</a:t>
            </a:r>
            <a:endParaRPr kumimoji="1" lang="ja-JP" altLang="en-US" b="1" dirty="0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6323AB7E-EAF1-4154-B21F-5C7B268EF060}"/>
              </a:ext>
            </a:extLst>
          </p:cNvPr>
          <p:cNvSpPr/>
          <p:nvPr/>
        </p:nvSpPr>
        <p:spPr>
          <a:xfrm>
            <a:off x="2565675" y="4339627"/>
            <a:ext cx="4473439" cy="4572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切断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9FC12E5-0FAA-4FDE-A72D-370003EF6F43}"/>
              </a:ext>
            </a:extLst>
          </p:cNvPr>
          <p:cNvSpPr/>
          <p:nvPr/>
        </p:nvSpPr>
        <p:spPr>
          <a:xfrm>
            <a:off x="9961522" y="2939078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切断したプレイヤーをログアウト</a:t>
            </a:r>
            <a:endParaRPr kumimoji="1" lang="en-US" altLang="ja-JP" sz="900" b="1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DADD459-95F3-4ADC-9171-4F79720C7700}"/>
              </a:ext>
            </a:extLst>
          </p:cNvPr>
          <p:cNvSpPr/>
          <p:nvPr/>
        </p:nvSpPr>
        <p:spPr>
          <a:xfrm>
            <a:off x="9934948" y="4283160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切断したプレイヤーをログアウト</a:t>
            </a:r>
            <a:endParaRPr kumimoji="1" lang="en-US" altLang="ja-JP" sz="900" b="1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0E9E798-597B-4147-9FED-9E099BA3AE30}"/>
              </a:ext>
            </a:extLst>
          </p:cNvPr>
          <p:cNvSpPr/>
          <p:nvPr/>
        </p:nvSpPr>
        <p:spPr>
          <a:xfrm>
            <a:off x="10033268" y="5772770"/>
            <a:ext cx="1422401" cy="3826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切断したプレイヤーをログアウト</a:t>
            </a:r>
            <a:endParaRPr kumimoji="1" lang="en-US" altLang="ja-JP" sz="900" b="1" dirty="0"/>
          </a:p>
        </p:txBody>
      </p:sp>
    </p:spTree>
    <p:extLst>
      <p:ext uri="{BB962C8B-B14F-4D97-AF65-F5344CB8AC3E}">
        <p14:creationId xmlns:p14="http://schemas.microsoft.com/office/powerpoint/2010/main" val="2773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298</Words>
  <Application>Microsoft Office PowerPoint</Application>
  <PresentationFormat>ワイド画面</PresentationFormat>
  <Paragraphs>72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78</cp:revision>
  <dcterms:created xsi:type="dcterms:W3CDTF">2024-08-27T02:15:54Z</dcterms:created>
  <dcterms:modified xsi:type="dcterms:W3CDTF">2026-01-16T02:06:19Z</dcterms:modified>
</cp:coreProperties>
</file>