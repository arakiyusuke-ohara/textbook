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接続することにより、</a:t>
            </a:r>
            <a:r>
              <a:rPr lang="ja-JP" altLang="en-US" sz="2400" b="1" dirty="0">
                <a:solidFill>
                  <a:srgbClr val="FF0000"/>
                </a:solidFill>
              </a:rPr>
              <a:t>データの送受信</a:t>
            </a:r>
            <a:r>
              <a:rPr lang="ja-JP" altLang="en-US" sz="2400" dirty="0"/>
              <a:t>が可能になります。</a:t>
            </a:r>
            <a:endParaRPr lang="en-US" altLang="ja-JP" sz="2400" dirty="0"/>
          </a:p>
          <a:p>
            <a:r>
              <a:rPr kumimoji="1" lang="ja-JP" altLang="en-US" sz="2400" dirty="0"/>
              <a:t>まずはクライアントからサーバーに文字を送信してみます。</a:t>
            </a:r>
            <a:endParaRPr kumimoji="1" lang="en-US" altLang="ja-JP" sz="2400" dirty="0"/>
          </a:p>
        </p:txBody>
      </p:sp>
      <p:sp>
        <p:nvSpPr>
          <p:cNvPr id="9" name="二等辺三角形 8">
            <a:extLst>
              <a:ext uri="{FF2B5EF4-FFF2-40B4-BE49-F238E27FC236}">
                <a16:creationId xmlns:a16="http://schemas.microsoft.com/office/drawing/2014/main" id="{03BC2195-854D-4C70-A7A0-644B2E11E634}"/>
              </a:ext>
            </a:extLst>
          </p:cNvPr>
          <p:cNvSpPr/>
          <p:nvPr/>
        </p:nvSpPr>
        <p:spPr>
          <a:xfrm>
            <a:off x="1060600" y="3811215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9A2A245-EEE3-41D6-BC95-F187B4A4EAAC}"/>
              </a:ext>
            </a:extLst>
          </p:cNvPr>
          <p:cNvSpPr/>
          <p:nvPr/>
        </p:nvSpPr>
        <p:spPr>
          <a:xfrm>
            <a:off x="540646" y="2717521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922E58E-B548-4055-8D1C-A359B344FED3}"/>
              </a:ext>
            </a:extLst>
          </p:cNvPr>
          <p:cNvSpPr txBox="1"/>
          <p:nvPr/>
        </p:nvSpPr>
        <p:spPr>
          <a:xfrm>
            <a:off x="625393" y="307970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クライアント</a:t>
            </a: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ED7388C6-2694-4ECF-B3EC-5D2EE42A8B53}"/>
              </a:ext>
            </a:extLst>
          </p:cNvPr>
          <p:cNvGrpSpPr/>
          <p:nvPr/>
        </p:nvGrpSpPr>
        <p:grpSpPr>
          <a:xfrm>
            <a:off x="5512796" y="2410694"/>
            <a:ext cx="2232212" cy="3356854"/>
            <a:chOff x="6096000" y="2814407"/>
            <a:chExt cx="2232212" cy="3356854"/>
          </a:xfrm>
        </p:grpSpPr>
        <p:sp>
          <p:nvSpPr>
            <p:cNvPr id="13" name="直方体 12">
              <a:extLst>
                <a:ext uri="{FF2B5EF4-FFF2-40B4-BE49-F238E27FC236}">
                  <a16:creationId xmlns:a16="http://schemas.microsoft.com/office/drawing/2014/main" id="{F7EC8F4F-90D6-4D93-B911-C1E5F9C0C32E}"/>
                </a:ext>
              </a:extLst>
            </p:cNvPr>
            <p:cNvSpPr/>
            <p:nvPr/>
          </p:nvSpPr>
          <p:spPr>
            <a:xfrm>
              <a:off x="6096000" y="2814407"/>
              <a:ext cx="2232212" cy="3356854"/>
            </a:xfrm>
            <a:prstGeom prst="cub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FBCA075C-94C3-4F0A-AC6F-8E9C6A65BD8C}"/>
                </a:ext>
              </a:extLst>
            </p:cNvPr>
            <p:cNvSpPr txBox="1"/>
            <p:nvPr/>
          </p:nvSpPr>
          <p:spPr>
            <a:xfrm>
              <a:off x="6233236" y="3554934"/>
              <a:ext cx="1415772" cy="461665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kumimoji="1" lang="ja-JP" altLang="en-US" sz="2400" b="1" dirty="0">
                  <a:solidFill>
                    <a:schemeClr val="bg1"/>
                  </a:solidFill>
                </a:rPr>
                <a:t>サーバー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" name="矢印: 右 14">
            <a:extLst>
              <a:ext uri="{FF2B5EF4-FFF2-40B4-BE49-F238E27FC236}">
                <a16:creationId xmlns:a16="http://schemas.microsoft.com/office/drawing/2014/main" id="{040C6878-DEBC-4F22-A0C7-26134E4AD747}"/>
              </a:ext>
            </a:extLst>
          </p:cNvPr>
          <p:cNvSpPr/>
          <p:nvPr/>
        </p:nvSpPr>
        <p:spPr>
          <a:xfrm>
            <a:off x="2573978" y="3063243"/>
            <a:ext cx="2845107" cy="7315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おはよう</a:t>
            </a: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379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7030A0"/>
                </a:solidFill>
              </a:rPr>
              <a:t>Client</a:t>
            </a:r>
            <a:r>
              <a:rPr lang="ja-JP" altLang="en-US" sz="2400" b="1" dirty="0">
                <a:solidFill>
                  <a:srgbClr val="7030A0"/>
                </a:solidFill>
              </a:rPr>
              <a:t>プロジェクト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FB8F080-F364-4BCB-B3DC-018BF4FB9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618791" cy="463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547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データ通信をする際は、通信するデータを構造体にまとめます。</a:t>
            </a:r>
            <a:endParaRPr kumimoji="1"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NetworkCommonParam.h</a:t>
            </a:r>
            <a:r>
              <a:rPr lang="ja-JP" altLang="en-US" sz="2400" dirty="0"/>
              <a:t>を確認してみましょう。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2FE3AA8-31BB-42AA-906E-503410FA26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8889251" cy="3240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432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Client.cpp</a:t>
            </a:r>
            <a:r>
              <a:rPr kumimoji="1" lang="ja-JP" altLang="en-US" sz="2400" dirty="0"/>
              <a:t>に送信処理を書きます。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名前入力、接続、メッセージ入力まではすでに完成しています。</a:t>
            </a:r>
            <a:endParaRPr kumimoji="1" lang="en-US" altLang="ja-JP" sz="2400" dirty="0"/>
          </a:p>
          <a:p>
            <a:r>
              <a:rPr lang="ja-JP" altLang="en-US" sz="2400" dirty="0"/>
              <a:t>流れを確認してみましょう。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607B163-FDE5-4DAA-A390-D5C370655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7297991" cy="3922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751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860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データの送信は</a:t>
            </a:r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の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NetWorkSend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を呼ぶだけです。</a:t>
            </a:r>
            <a:endParaRPr kumimoji="1" lang="en-US" altLang="ja-JP" sz="2400" dirty="0"/>
          </a:p>
          <a:p>
            <a:r>
              <a:rPr lang="ja-JP" altLang="en-US" sz="2400" dirty="0"/>
              <a:t>以下の部分に追記しましょう。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4249D99-D213-4FD3-90FF-9A22B027F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9921873" cy="3454445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D13C357-689F-46D0-8280-28D636095CDA}"/>
              </a:ext>
            </a:extLst>
          </p:cNvPr>
          <p:cNvSpPr/>
          <p:nvPr/>
        </p:nvSpPr>
        <p:spPr>
          <a:xfrm>
            <a:off x="3293533" y="4174067"/>
            <a:ext cx="7120467" cy="254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5280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サーバー側に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受信処理</a:t>
            </a:r>
            <a:r>
              <a:rPr kumimoji="1" lang="ja-JP" altLang="en-US" sz="2400" dirty="0"/>
              <a:t>を実装します。</a:t>
            </a:r>
            <a:endParaRPr kumimoji="1" lang="en-US" altLang="ja-JP" sz="2400" dirty="0"/>
          </a:p>
          <a:p>
            <a:r>
              <a:rPr lang="ja-JP" altLang="en-US" sz="2400" dirty="0"/>
              <a:t>サーバー側のプロジェクトを開きましょう。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AAF801C-DC2D-4431-BFE1-F764B7704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882191" cy="4236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006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970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Server.h</a:t>
            </a:r>
            <a:r>
              <a:rPr kumimoji="1" lang="ja-JP" altLang="en-US" sz="2400" dirty="0"/>
              <a:t>を書きます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A2F6B49-84A1-4381-9605-D437B1B54A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11151237" cy="161120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0F529A1-F0FD-4A12-B18A-F64572616388}"/>
              </a:ext>
            </a:extLst>
          </p:cNvPr>
          <p:cNvSpPr/>
          <p:nvPr/>
        </p:nvSpPr>
        <p:spPr>
          <a:xfrm>
            <a:off x="2827867" y="2768600"/>
            <a:ext cx="7408333" cy="3217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72012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3281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Server.cpp</a:t>
            </a:r>
            <a:r>
              <a:rPr kumimoji="1" lang="ja-JP" altLang="en-US" sz="2400" dirty="0"/>
              <a:t>を書きます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0D2D464-A396-4D39-BB72-646E5234D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9555205" cy="4244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99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944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ReceiveData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は毎フレーム呼び出します。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ED1D76A-F7B0-402C-B78F-0C7BE5FE1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868484" cy="464884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BC0A634-9BD9-4B8B-BD3C-BE6DA5C61D9B}"/>
              </a:ext>
            </a:extLst>
          </p:cNvPr>
          <p:cNvSpPr/>
          <p:nvPr/>
        </p:nvSpPr>
        <p:spPr>
          <a:xfrm>
            <a:off x="1972733" y="5514571"/>
            <a:ext cx="1989667" cy="6237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2983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164</Words>
  <Application>Microsoft Office PowerPoint</Application>
  <PresentationFormat>ワイド画面</PresentationFormat>
  <Paragraphs>27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34</cp:revision>
  <dcterms:created xsi:type="dcterms:W3CDTF">2024-08-27T02:15:54Z</dcterms:created>
  <dcterms:modified xsi:type="dcterms:W3CDTF">2025-08-28T07:25:10Z</dcterms:modified>
</cp:coreProperties>
</file>