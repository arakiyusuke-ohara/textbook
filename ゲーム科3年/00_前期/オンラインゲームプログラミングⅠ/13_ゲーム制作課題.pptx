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ゲーム制作課題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254730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オンライン要素のあるオリジナルゲームを制作しましょう。</a:t>
            </a:r>
            <a:endParaRPr lang="en-US" altLang="ja-JP" sz="2400" dirty="0"/>
          </a:p>
          <a:p>
            <a:r>
              <a:rPr lang="ja-JP" altLang="en-US" sz="2400" dirty="0"/>
              <a:t>実際にゲームを作るとなると非常に難しいですので、</a:t>
            </a:r>
            <a:endParaRPr lang="en-US" altLang="ja-JP" sz="2400" dirty="0"/>
          </a:p>
          <a:p>
            <a:r>
              <a:rPr lang="ja-JP" altLang="en-US" sz="2400" dirty="0"/>
              <a:t>次ページ以降の難易度別ゲームを参考に、作るものを決めましょう。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■成績参考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簡単・・・最大</a:t>
            </a:r>
            <a:r>
              <a:rPr lang="en-US" altLang="ja-JP" sz="2400" dirty="0"/>
              <a:t>80</a:t>
            </a:r>
            <a:r>
              <a:rPr lang="ja-JP" altLang="en-US" sz="2400" dirty="0"/>
              <a:t>点</a:t>
            </a:r>
            <a:endParaRPr lang="en-US" altLang="ja-JP" sz="2400" dirty="0"/>
          </a:p>
          <a:p>
            <a:r>
              <a:rPr lang="ja-JP" altLang="en-US" sz="2400" dirty="0"/>
              <a:t>普通・・・最大</a:t>
            </a:r>
            <a:r>
              <a:rPr lang="en-US" altLang="ja-JP" sz="2400" dirty="0"/>
              <a:t>90</a:t>
            </a:r>
            <a:r>
              <a:rPr lang="ja-JP" altLang="en-US" sz="2400" dirty="0"/>
              <a:t>点</a:t>
            </a:r>
            <a:endParaRPr lang="en-US" altLang="ja-JP" sz="2400" dirty="0"/>
          </a:p>
          <a:p>
            <a:r>
              <a:rPr lang="ja-JP" altLang="en-US" sz="2400" dirty="0"/>
              <a:t>難しい・・・最大</a:t>
            </a:r>
            <a:r>
              <a:rPr lang="en-US" altLang="ja-JP" sz="2400" dirty="0"/>
              <a:t>100</a:t>
            </a:r>
            <a:r>
              <a:rPr lang="ja-JP" altLang="en-US" sz="2400" dirty="0"/>
              <a:t>点</a:t>
            </a:r>
            <a:endParaRPr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オリジナル要素等で最大を超える可能性は十分にあります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■注意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・２</a:t>
            </a:r>
            <a:r>
              <a:rPr lang="en-US" altLang="ja-JP" sz="2400" dirty="0"/>
              <a:t>D/</a:t>
            </a:r>
            <a:r>
              <a:rPr lang="ja-JP" altLang="en-US" sz="2400" dirty="0"/>
              <a:t>３</a:t>
            </a:r>
            <a:r>
              <a:rPr lang="en-US" altLang="ja-JP" sz="2400" dirty="0"/>
              <a:t>D</a:t>
            </a:r>
            <a:r>
              <a:rPr lang="ja-JP" altLang="en-US" sz="2400" dirty="0"/>
              <a:t>は採点に含まれません。２</a:t>
            </a:r>
            <a:r>
              <a:rPr lang="en-US" altLang="ja-JP" sz="2400" dirty="0"/>
              <a:t>D</a:t>
            </a:r>
            <a:r>
              <a:rPr lang="ja-JP" altLang="en-US" sz="2400" dirty="0"/>
              <a:t>で制作することをお勧めします。</a:t>
            </a:r>
            <a:endParaRPr lang="en-US" altLang="ja-JP" sz="2400" dirty="0"/>
          </a:p>
          <a:p>
            <a:r>
              <a:rPr lang="ja-JP" altLang="en-US" sz="2400" dirty="0"/>
              <a:t>・基本的にはゲームのクオリティで採点します。</a:t>
            </a:r>
            <a:endParaRPr lang="en-US" altLang="ja-JP" sz="2400" dirty="0"/>
          </a:p>
          <a:p>
            <a:r>
              <a:rPr lang="ja-JP" altLang="en-US" sz="2400" dirty="0"/>
              <a:t>　</a:t>
            </a:r>
            <a:r>
              <a:rPr lang="ja-JP" altLang="en-US" sz="2400" b="1" dirty="0">
                <a:solidFill>
                  <a:srgbClr val="FF0000"/>
                </a:solidFill>
              </a:rPr>
              <a:t>参考：ぐちゃぐちゃなレースゲーム　＜　よくできたジャンケン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・オンラインマルチ要素を必ず入れましょう（対戦</a:t>
            </a:r>
            <a:r>
              <a:rPr lang="en-US" altLang="ja-JP" sz="2400" dirty="0"/>
              <a:t>/</a:t>
            </a:r>
            <a:r>
              <a:rPr lang="ja-JP" altLang="en-US" sz="2400" dirty="0"/>
              <a:t>協力など）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ゲーム制作課題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64622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ターン制のように、相手の入力を待ちながら進めるゲームは簡単につくれます。</a:t>
            </a:r>
            <a:endParaRPr lang="en-US" altLang="ja-JP" sz="2400" dirty="0"/>
          </a:p>
          <a:p>
            <a:r>
              <a:rPr lang="ja-JP" altLang="en-US" sz="2400" dirty="0"/>
              <a:t>ほとんどが、チャットの応用で作ることができます。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■難易度：簡単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・じゃんけん</a:t>
            </a:r>
            <a:endParaRPr lang="en-US" altLang="ja-JP" sz="2400" dirty="0"/>
          </a:p>
          <a:p>
            <a:r>
              <a:rPr lang="ja-JP" altLang="en-US" sz="2400" dirty="0"/>
              <a:t>・ポーカーなどトランプゲーム</a:t>
            </a:r>
            <a:endParaRPr lang="en-US" altLang="ja-JP" sz="2400" dirty="0"/>
          </a:p>
          <a:p>
            <a:r>
              <a:rPr lang="ja-JP" altLang="en-US" sz="2400" dirty="0"/>
              <a:t>・五目並べ</a:t>
            </a:r>
            <a:endParaRPr lang="en-US" altLang="ja-JP" sz="2400" dirty="0"/>
          </a:p>
          <a:p>
            <a:r>
              <a:rPr lang="ja-JP" altLang="en-US" sz="2400" dirty="0"/>
              <a:t>・○</a:t>
            </a:r>
            <a:r>
              <a:rPr lang="en-US" altLang="ja-JP" sz="2400" dirty="0"/>
              <a:t>×</a:t>
            </a:r>
            <a:r>
              <a:rPr lang="ja-JP" altLang="en-US" sz="2400" dirty="0"/>
              <a:t>ゲーム</a:t>
            </a:r>
            <a:endParaRPr lang="en-US" altLang="ja-JP" sz="2400" dirty="0"/>
          </a:p>
          <a:p>
            <a:r>
              <a:rPr lang="ja-JP" altLang="en-US" sz="2400" dirty="0"/>
              <a:t>など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15584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ゲーム制作課題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当たり判定のあるゲームは難しくなりますが、</a:t>
            </a:r>
            <a:endParaRPr lang="en-US" altLang="ja-JP" sz="2400" dirty="0"/>
          </a:p>
          <a:p>
            <a:r>
              <a:rPr lang="ja-JP" altLang="en-US" sz="2400" dirty="0"/>
              <a:t>当たったかどうかだけ判定するのみなら、</a:t>
            </a:r>
            <a:endParaRPr lang="en-US" altLang="ja-JP" sz="2400" dirty="0"/>
          </a:p>
          <a:p>
            <a:r>
              <a:rPr lang="ja-JP" altLang="en-US" sz="2400" dirty="0"/>
              <a:t>練習した通りなので、それほど苦労はしないかもです。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■難易度：普通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・インベーダー程度の簡単なシューティング</a:t>
            </a:r>
            <a:endParaRPr lang="en-US" altLang="ja-JP" sz="2400" dirty="0"/>
          </a:p>
          <a:p>
            <a:r>
              <a:rPr lang="ja-JP" altLang="en-US" sz="2400" dirty="0"/>
              <a:t>・アイテムを取って集めるようなゲーム</a:t>
            </a:r>
            <a:endParaRPr lang="en-US" altLang="ja-JP" sz="2400" dirty="0"/>
          </a:p>
          <a:p>
            <a:r>
              <a:rPr lang="ja-JP" altLang="en-US" sz="2400" dirty="0"/>
              <a:t>など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197641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ゲーム制作課題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厳密な当たり判定や、当たった後の押し出しなどがあるゲームは、</a:t>
            </a:r>
            <a:endParaRPr lang="en-US" altLang="ja-JP" sz="2400" dirty="0"/>
          </a:p>
          <a:p>
            <a:r>
              <a:rPr lang="ja-JP" altLang="en-US" sz="2400" dirty="0"/>
              <a:t>授業でやっていない技術が必要になります。（市販のゲームレベル）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7030A0"/>
                </a:solidFill>
              </a:rPr>
              <a:t>■必要な技術</a:t>
            </a:r>
            <a:endParaRPr lang="en-US" altLang="ja-JP" sz="2400" b="1" dirty="0">
              <a:solidFill>
                <a:srgbClr val="7030A0"/>
              </a:solidFill>
            </a:endParaRPr>
          </a:p>
          <a:p>
            <a:r>
              <a:rPr lang="ja-JP" altLang="en-US" sz="2400" dirty="0"/>
              <a:t>・サーバー側でのオブジェクト移動処理</a:t>
            </a:r>
            <a:r>
              <a:rPr lang="ja-JP" altLang="en-US" sz="2400" b="1" dirty="0">
                <a:solidFill>
                  <a:srgbClr val="0070C0"/>
                </a:solidFill>
              </a:rPr>
              <a:t>（簡単）</a:t>
            </a:r>
            <a:endParaRPr lang="en-US" altLang="ja-JP" sz="2400" b="1" dirty="0">
              <a:solidFill>
                <a:srgbClr val="0070C0"/>
              </a:solidFill>
            </a:endParaRPr>
          </a:p>
          <a:p>
            <a:r>
              <a:rPr lang="ja-JP" altLang="en-US" sz="2400" dirty="0"/>
              <a:t>・サーバー</a:t>
            </a:r>
            <a:r>
              <a:rPr lang="en-US" altLang="ja-JP" sz="2400" dirty="0"/>
              <a:t>/</a:t>
            </a:r>
            <a:r>
              <a:rPr lang="ja-JP" altLang="en-US" sz="2400" dirty="0"/>
              <a:t>クライアント両方で、同期ずれ補正処理</a:t>
            </a:r>
            <a:r>
              <a:rPr lang="ja-JP" altLang="en-US" sz="2400" b="1" dirty="0">
                <a:solidFill>
                  <a:srgbClr val="FF0000"/>
                </a:solidFill>
              </a:rPr>
              <a:t>（激ムズ）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■難易度：難しい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・市販レベルのシューティングゲーム</a:t>
            </a:r>
            <a:endParaRPr lang="en-US" altLang="ja-JP" sz="2400" dirty="0"/>
          </a:p>
          <a:p>
            <a:r>
              <a:rPr lang="ja-JP" altLang="en-US" sz="2400" dirty="0"/>
              <a:t>・レースゲーム</a:t>
            </a:r>
            <a:endParaRPr lang="en-US" altLang="ja-JP" sz="2400" dirty="0"/>
          </a:p>
          <a:p>
            <a:r>
              <a:rPr lang="ja-JP" altLang="en-US" sz="2400" dirty="0"/>
              <a:t>・格闘ゲーム</a:t>
            </a:r>
            <a:endParaRPr lang="en-US" altLang="ja-JP" sz="2400" dirty="0"/>
          </a:p>
          <a:p>
            <a:r>
              <a:rPr lang="ja-JP" altLang="en-US" sz="2400" dirty="0"/>
              <a:t>・ポンゲーム（テニスのようなやつ）</a:t>
            </a:r>
            <a:endParaRPr lang="en-US" altLang="ja-JP" sz="2400" dirty="0"/>
          </a:p>
          <a:p>
            <a:r>
              <a:rPr lang="ja-JP" altLang="en-US" sz="2400" dirty="0"/>
              <a:t>など、正確な当たり判定や当たった後に複雑な処理が必要なもの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必要な技術については、一度先生に相談することをお勧めします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826492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ゲーム制作課題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スマホゲームのほとんどがネットワーク技術を使っています。</a:t>
            </a:r>
            <a:endParaRPr lang="en-US" altLang="ja-JP" sz="2400" dirty="0"/>
          </a:p>
          <a:p>
            <a:r>
              <a:rPr lang="ja-JP" altLang="en-US" sz="2400" dirty="0"/>
              <a:t>もし興味がある方は、ガチャを作ってみても良いかもしれません。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■最低限のガチャの作り方（難易度：簡単）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１．クライアント側でガチャを回すリクエストをサーバーに送信</a:t>
            </a:r>
            <a:endParaRPr lang="en-US" altLang="ja-JP" sz="2400" dirty="0"/>
          </a:p>
          <a:p>
            <a:r>
              <a:rPr lang="ja-JP" altLang="en-US" sz="2400" dirty="0"/>
              <a:t>２．サーバー側は抽選し、結果をクライアントに返す</a:t>
            </a:r>
            <a:endParaRPr lang="en-US" altLang="ja-JP" sz="2400" dirty="0"/>
          </a:p>
          <a:p>
            <a:r>
              <a:rPr lang="ja-JP" altLang="en-US" sz="2400" dirty="0"/>
              <a:t>３．サーバーから帰ってきた結果を表示する。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■製品にやや近いガチャ（難易度：普通）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10</a:t>
            </a:r>
            <a:r>
              <a:rPr lang="ja-JP" altLang="en-US" sz="2400" dirty="0"/>
              <a:t>連ガチャや回数指定ガチャ</a:t>
            </a:r>
            <a:endParaRPr lang="en-US" altLang="ja-JP" sz="2400" dirty="0"/>
          </a:p>
          <a:p>
            <a:r>
              <a:rPr lang="ja-JP" altLang="en-US" sz="2400" dirty="0"/>
              <a:t>・天井を作る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■製品に近いガチャ（難易度：難しい）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・ガチャで引いたものをサーバー側でセーブする</a:t>
            </a:r>
            <a:endParaRPr lang="en-US" altLang="ja-JP" sz="2400" dirty="0"/>
          </a:p>
          <a:p>
            <a:r>
              <a:rPr lang="ja-JP" altLang="en-US" sz="2400" dirty="0"/>
              <a:t>・クライアント側でどのアイテムを何個持っているか表示する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573385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ゲーム制作課題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49069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これまでの授業から、ネットワークプログラミングがとても難しいことは、</a:t>
            </a:r>
            <a:endParaRPr lang="en-US" altLang="ja-JP" sz="2400" dirty="0"/>
          </a:p>
          <a:p>
            <a:r>
              <a:rPr lang="ja-JP" altLang="en-US" sz="2400" dirty="0"/>
              <a:t>うすうす感じているかと思います。</a:t>
            </a:r>
            <a:endParaRPr lang="en-US" altLang="ja-JP" sz="2400" dirty="0"/>
          </a:p>
          <a:p>
            <a:r>
              <a:rPr lang="ja-JP" altLang="en-US" sz="2400" dirty="0"/>
              <a:t>無理のないように自分の実力にあったものを作りましょう。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もちろん、難しいことに挑戦しても構いませんが、判断はお任せします。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また、</a:t>
            </a:r>
            <a:r>
              <a:rPr lang="ja-JP" altLang="en-US" sz="2400" b="1" dirty="0">
                <a:solidFill>
                  <a:srgbClr val="FF0000"/>
                </a:solidFill>
              </a:rPr>
              <a:t>作ろうとしているものに対して、どんな成績が付くか気になる方は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必ず先生に相談してください。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8043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1108</TotalTime>
  <Words>569</Words>
  <Application>Microsoft Office PowerPoint</Application>
  <PresentationFormat>ワイド画面</PresentationFormat>
  <Paragraphs>76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87</cp:revision>
  <dcterms:created xsi:type="dcterms:W3CDTF">2024-08-27T02:15:54Z</dcterms:created>
  <dcterms:modified xsi:type="dcterms:W3CDTF">2026-01-19T02:42:58Z</dcterms:modified>
</cp:coreProperties>
</file>