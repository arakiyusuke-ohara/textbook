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サーバー側は接続してきたクライアントを記録します。</a:t>
            </a:r>
            <a:endParaRPr lang="en-US" altLang="ja-JP" sz="2400" dirty="0"/>
          </a:p>
          <a:p>
            <a:r>
              <a:rPr lang="ja-JP" altLang="en-US" sz="2400" dirty="0"/>
              <a:t>そのプログラムを作成します。</a:t>
            </a:r>
            <a:endParaRPr kumimoji="1" lang="en-US" altLang="ja-JP" sz="2400" dirty="0"/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8809B770-2AEB-4C17-AB21-90619ADFA060}"/>
              </a:ext>
            </a:extLst>
          </p:cNvPr>
          <p:cNvSpPr/>
          <p:nvPr/>
        </p:nvSpPr>
        <p:spPr>
          <a:xfrm>
            <a:off x="1022887" y="4283658"/>
            <a:ext cx="660400" cy="406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D39CD94-687F-465E-B2A1-B9BC5E8BAA40}"/>
              </a:ext>
            </a:extLst>
          </p:cNvPr>
          <p:cNvSpPr/>
          <p:nvPr/>
        </p:nvSpPr>
        <p:spPr>
          <a:xfrm>
            <a:off x="567542" y="3513192"/>
            <a:ext cx="16171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クライアント</a:t>
            </a:r>
            <a:r>
              <a:rPr kumimoji="1" lang="en-US" altLang="ja-JP" sz="1600" b="1" dirty="0"/>
              <a:t>A</a:t>
            </a:r>
            <a:endParaRPr kumimoji="1" lang="ja-JP" altLang="en-US" sz="1600" b="1" dirty="0"/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715789F0-7F2D-40B1-84F2-5403F7374463}"/>
              </a:ext>
            </a:extLst>
          </p:cNvPr>
          <p:cNvSpPr/>
          <p:nvPr/>
        </p:nvSpPr>
        <p:spPr>
          <a:xfrm>
            <a:off x="4860142" y="2556458"/>
            <a:ext cx="1524000" cy="26839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サーバー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1E95D2A-BF41-4763-929E-6365C8181634}"/>
              </a:ext>
            </a:extLst>
          </p:cNvPr>
          <p:cNvSpPr/>
          <p:nvPr/>
        </p:nvSpPr>
        <p:spPr>
          <a:xfrm>
            <a:off x="2459421" y="3513192"/>
            <a:ext cx="2280745" cy="68043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接続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ADBF00-9192-4DD8-9F24-CAAA23D23E64}"/>
              </a:ext>
            </a:extLst>
          </p:cNvPr>
          <p:cNvSpPr/>
          <p:nvPr/>
        </p:nvSpPr>
        <p:spPr>
          <a:xfrm>
            <a:off x="4860142" y="3209365"/>
            <a:ext cx="1149646" cy="385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/>
              <a:t>クライアント</a:t>
            </a:r>
            <a:r>
              <a:rPr kumimoji="1" lang="en-US" altLang="ja-JP" sz="1100" b="1" dirty="0"/>
              <a:t>A</a:t>
            </a:r>
            <a:endParaRPr kumimoji="1" lang="ja-JP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初期化</a:t>
            </a:r>
            <a:r>
              <a:rPr lang="ja-JP" altLang="en-US" sz="2400" dirty="0"/>
              <a:t>段階で相手からの</a:t>
            </a:r>
            <a:r>
              <a:rPr lang="ja-JP" altLang="en-US" sz="2400" b="1" dirty="0">
                <a:solidFill>
                  <a:srgbClr val="FF0000"/>
                </a:solidFill>
              </a:rPr>
              <a:t>接続待ち状態</a:t>
            </a:r>
            <a:r>
              <a:rPr lang="ja-JP" altLang="en-US" sz="2400" dirty="0"/>
              <a:t>にします。</a:t>
            </a:r>
            <a:endParaRPr lang="en-US" altLang="ja-JP" sz="2400" dirty="0"/>
          </a:p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の関数を呼ぶだけです。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20D946F-3557-45EB-A618-3BD0F307F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11" y="2187126"/>
            <a:ext cx="9888320" cy="1587015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47B4BE3-835A-4C68-A315-1AA01254DCE3}"/>
              </a:ext>
            </a:extLst>
          </p:cNvPr>
          <p:cNvSpPr txBox="1"/>
          <p:nvPr/>
        </p:nvSpPr>
        <p:spPr>
          <a:xfrm>
            <a:off x="562811" y="3913841"/>
            <a:ext cx="10514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注意：</a:t>
            </a:r>
            <a:r>
              <a:rPr lang="en-US" altLang="ja-JP" sz="2400" b="1" dirty="0">
                <a:solidFill>
                  <a:srgbClr val="FF0000"/>
                </a:solidFill>
              </a:rPr>
              <a:t>PORT_NUMBER</a:t>
            </a:r>
            <a:r>
              <a:rPr lang="ja-JP" altLang="en-US" sz="2400" b="1" dirty="0">
                <a:solidFill>
                  <a:srgbClr val="FF0000"/>
                </a:solidFill>
              </a:rPr>
              <a:t>はクライアント側と同じ値にする必要があります。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18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5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Update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を書きましょう。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79D8A94-45BE-4CEB-ACF2-AE9F2A6B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13665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2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1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Update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ではクライアントから接続があったかを常にチェックします。</a:t>
            </a:r>
            <a:endParaRPr lang="en-US" altLang="ja-JP" sz="2400" dirty="0"/>
          </a:p>
          <a:p>
            <a:r>
              <a:rPr kumimoji="1" lang="ja-JP" altLang="en-US" sz="2400" dirty="0"/>
              <a:t>接続があれば、そのクライアントを記録します。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677E3F-D13B-4092-A1AC-E0DC6D9E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9040428" cy="27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2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同様に切断の対応も必要です。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8691BDB-F7EC-4F63-A87E-B0A9854F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665976" cy="258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8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ユーザーデータは構造体にしておくと良いでしょう。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79FDAAC-7768-4411-B746-9B6B2447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3382659" cy="130640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1CF956B-18B8-4C7C-85D4-D2FA4F835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3365500"/>
            <a:ext cx="7116168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8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削除は練習として最も簡単な方法で実装します。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37B6115-D61F-4664-B1E4-73846DE1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0217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9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前回のクライアントとサーバーどちらともで実行しましょう。</a:t>
            </a:r>
            <a:endParaRPr kumimoji="1" lang="en-US" altLang="ja-JP" sz="2400" dirty="0"/>
          </a:p>
          <a:p>
            <a:r>
              <a:rPr lang="ja-JP" altLang="en-US" sz="2400" dirty="0"/>
              <a:t>クライアントからサーバーへ接続、切断できるようになっています。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2CEB7A7-36D5-4BD5-B59B-3465B839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4803027" cy="345444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07C6225-A7AE-40A8-8853-63447895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675" y="2187125"/>
            <a:ext cx="5510936" cy="345444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621944-5B98-4ED4-91C2-6166EBC6EF82}"/>
              </a:ext>
            </a:extLst>
          </p:cNvPr>
          <p:cNvSpPr txBox="1"/>
          <p:nvPr/>
        </p:nvSpPr>
        <p:spPr>
          <a:xfrm>
            <a:off x="1799504" y="564157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クライアント側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2A6056-E3C7-418A-893B-933B1B21DDBC}"/>
              </a:ext>
            </a:extLst>
          </p:cNvPr>
          <p:cNvSpPr txBox="1"/>
          <p:nvPr/>
        </p:nvSpPr>
        <p:spPr>
          <a:xfrm>
            <a:off x="7761368" y="563187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サーバー側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42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接続（サーバー）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201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クライアント側の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の</a:t>
            </a:r>
            <a:r>
              <a:rPr lang="en-US" altLang="ja-JP" sz="2400" dirty="0"/>
              <a:t>IP</a:t>
            </a:r>
            <a:r>
              <a:rPr lang="ja-JP" altLang="en-US" sz="2400" dirty="0"/>
              <a:t>アドレスを書き換えて、</a:t>
            </a:r>
            <a:endParaRPr lang="en-US" altLang="ja-JP" sz="2400" dirty="0"/>
          </a:p>
          <a:p>
            <a:r>
              <a:rPr kumimoji="1" lang="ja-JP" altLang="en-US" sz="2400" dirty="0"/>
              <a:t>他の端末にも接続できるか試してみましょう。</a:t>
            </a:r>
            <a:endParaRPr kumimoji="1" lang="en-US" altLang="ja-JP" sz="2400" dirty="0"/>
          </a:p>
          <a:p>
            <a:r>
              <a:rPr lang="ja-JP" altLang="en-US" sz="2400" dirty="0"/>
              <a:t>教室内であればどの</a:t>
            </a:r>
            <a:r>
              <a:rPr lang="en-US" altLang="ja-JP" sz="2400" dirty="0"/>
              <a:t>PC</a:t>
            </a:r>
            <a:r>
              <a:rPr lang="ja-JP" altLang="en-US" sz="2400" dirty="0"/>
              <a:t>にも接続できます。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634D6D-0D6A-4716-9537-F2879129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023571" cy="252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9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216</Words>
  <Application>Microsoft Office PowerPoint</Application>
  <PresentationFormat>ワイド画面</PresentationFormat>
  <Paragraphs>31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2025-08-22T07:15:40Z</dcterms:modified>
</cp:coreProperties>
</file>