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2025/8/18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2025/8/18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2025/8/18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2025/8/18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2025/8/18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2025/8/18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2025/8/18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2025/8/18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2025/8/18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2025/8/18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2025/8/18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2025/8/18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接続（サーバー）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サーバー側は接続してきたクライアントを記録します。</a:t>
            </a:r>
            <a:endParaRPr lang="en-US" altLang="ja-JP" sz="2400" dirty="0"/>
          </a:p>
          <a:p>
            <a:r>
              <a:rPr lang="ja-JP" altLang="en-US" sz="2400" dirty="0"/>
              <a:t>そのプログラムを作成します。</a:t>
            </a:r>
            <a:endParaRPr kumimoji="1" lang="en-US" altLang="ja-JP" sz="2400" dirty="0"/>
          </a:p>
        </p:txBody>
      </p:sp>
      <p:sp>
        <p:nvSpPr>
          <p:cNvPr id="2" name="二等辺三角形 1">
            <a:extLst>
              <a:ext uri="{FF2B5EF4-FFF2-40B4-BE49-F238E27FC236}">
                <a16:creationId xmlns:a16="http://schemas.microsoft.com/office/drawing/2014/main" id="{8809B770-2AEB-4C17-AB21-90619ADFA060}"/>
              </a:ext>
            </a:extLst>
          </p:cNvPr>
          <p:cNvSpPr/>
          <p:nvPr/>
        </p:nvSpPr>
        <p:spPr>
          <a:xfrm>
            <a:off x="1022887" y="4283658"/>
            <a:ext cx="660400" cy="406400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D39CD94-687F-465E-B2A1-B9BC5E8BAA40}"/>
              </a:ext>
            </a:extLst>
          </p:cNvPr>
          <p:cNvSpPr/>
          <p:nvPr/>
        </p:nvSpPr>
        <p:spPr>
          <a:xfrm>
            <a:off x="567542" y="3513192"/>
            <a:ext cx="1617133" cy="77046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600" b="1" dirty="0"/>
              <a:t>クライアント</a:t>
            </a:r>
            <a:r>
              <a:rPr kumimoji="1" lang="en-US" altLang="ja-JP" sz="1600" b="1" dirty="0"/>
              <a:t>A</a:t>
            </a:r>
            <a:endParaRPr kumimoji="1" lang="ja-JP" altLang="en-US" sz="1600" b="1" dirty="0"/>
          </a:p>
        </p:txBody>
      </p:sp>
      <p:sp>
        <p:nvSpPr>
          <p:cNvPr id="5" name="直方体 4">
            <a:extLst>
              <a:ext uri="{FF2B5EF4-FFF2-40B4-BE49-F238E27FC236}">
                <a16:creationId xmlns:a16="http://schemas.microsoft.com/office/drawing/2014/main" id="{715789F0-7F2D-40B1-84F2-5403F7374463}"/>
              </a:ext>
            </a:extLst>
          </p:cNvPr>
          <p:cNvSpPr/>
          <p:nvPr/>
        </p:nvSpPr>
        <p:spPr>
          <a:xfrm>
            <a:off x="4860142" y="2556458"/>
            <a:ext cx="1524000" cy="2683933"/>
          </a:xfrm>
          <a:prstGeom prst="cube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サーバー</a:t>
            </a:r>
          </a:p>
        </p:txBody>
      </p:sp>
      <p:sp>
        <p:nvSpPr>
          <p:cNvPr id="8" name="矢印: 右 7">
            <a:extLst>
              <a:ext uri="{FF2B5EF4-FFF2-40B4-BE49-F238E27FC236}">
                <a16:creationId xmlns:a16="http://schemas.microsoft.com/office/drawing/2014/main" id="{E1E95D2A-BF41-4763-929E-6365C8181634}"/>
              </a:ext>
            </a:extLst>
          </p:cNvPr>
          <p:cNvSpPr/>
          <p:nvPr/>
        </p:nvSpPr>
        <p:spPr>
          <a:xfrm>
            <a:off x="2459421" y="3513192"/>
            <a:ext cx="2280745" cy="680436"/>
          </a:xfrm>
          <a:prstGeom prst="rightArrow">
            <a:avLst/>
          </a:prstGeom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/>
              <a:t>接続</a:t>
            </a: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FADBF00-9192-4DD8-9F24-CAAA23D23E64}"/>
              </a:ext>
            </a:extLst>
          </p:cNvPr>
          <p:cNvSpPr/>
          <p:nvPr/>
        </p:nvSpPr>
        <p:spPr>
          <a:xfrm>
            <a:off x="4860142" y="3209365"/>
            <a:ext cx="1149646" cy="38548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b="1" dirty="0"/>
              <a:t>クライアント</a:t>
            </a:r>
            <a:r>
              <a:rPr kumimoji="1" lang="en-US" altLang="ja-JP" sz="1100" b="1" dirty="0"/>
              <a:t>A</a:t>
            </a:r>
            <a:endParaRPr kumimoji="1" lang="ja-JP" altLang="en-US" sz="1100" b="1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接続（サーバー）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87908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まずは</a:t>
            </a:r>
            <a:r>
              <a:rPr lang="ja-JP" altLang="en-US" sz="2400" b="1" dirty="0">
                <a:solidFill>
                  <a:srgbClr val="FF0000"/>
                </a:solidFill>
              </a:rPr>
              <a:t>初期化</a:t>
            </a:r>
            <a:r>
              <a:rPr lang="ja-JP" altLang="en-US" sz="2400" dirty="0"/>
              <a:t>段階で相手からの</a:t>
            </a:r>
            <a:r>
              <a:rPr lang="ja-JP" altLang="en-US" sz="2400" b="1" dirty="0">
                <a:solidFill>
                  <a:srgbClr val="FF0000"/>
                </a:solidFill>
              </a:rPr>
              <a:t>接続待ち状態</a:t>
            </a:r>
            <a:r>
              <a:rPr lang="ja-JP" altLang="en-US" sz="2400" dirty="0"/>
              <a:t>にします。</a:t>
            </a:r>
            <a:endParaRPr lang="en-US" altLang="ja-JP" sz="2400" dirty="0"/>
          </a:p>
          <a:p>
            <a:r>
              <a:rPr kumimoji="1" lang="en-US" altLang="ja-JP" sz="2400" dirty="0" err="1"/>
              <a:t>DxLib</a:t>
            </a:r>
            <a:r>
              <a:rPr kumimoji="1" lang="ja-JP" altLang="en-US" sz="2400" dirty="0"/>
              <a:t>の関数を呼ぶだけです。</a:t>
            </a:r>
            <a:endParaRPr kumimoji="1" lang="en-US" altLang="ja-JP" sz="2400" dirty="0"/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520D946F-3557-45EB-A618-3BD0F307F5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811" y="2187126"/>
            <a:ext cx="9888320" cy="1587015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247B4BE3-835A-4C68-A315-1AA01254DCE3}"/>
              </a:ext>
            </a:extLst>
          </p:cNvPr>
          <p:cNvSpPr txBox="1"/>
          <p:nvPr/>
        </p:nvSpPr>
        <p:spPr>
          <a:xfrm>
            <a:off x="562811" y="3913841"/>
            <a:ext cx="1051441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注意：</a:t>
            </a:r>
            <a:r>
              <a:rPr lang="en-US" altLang="ja-JP" sz="2400" b="1" dirty="0">
                <a:solidFill>
                  <a:srgbClr val="FF0000"/>
                </a:solidFill>
              </a:rPr>
              <a:t>PORT_NUMBER</a:t>
            </a:r>
            <a:r>
              <a:rPr lang="ja-JP" altLang="en-US" sz="2400" b="1" dirty="0">
                <a:solidFill>
                  <a:srgbClr val="FF0000"/>
                </a:solidFill>
              </a:rPr>
              <a:t>はクライアント側と同じ値にする必要があります。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121884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接続（サーバー）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3556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70C0"/>
                </a:solidFill>
              </a:rPr>
              <a:t>Update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を書きましょう。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79D8A94-45BE-4CEB-ACF2-AE9F2A6B47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4"/>
            <a:ext cx="7813665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48265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接続（サーバー）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51121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b="1" dirty="0">
                <a:solidFill>
                  <a:srgbClr val="0070C0"/>
                </a:solidFill>
              </a:rPr>
              <a:t>Update</a:t>
            </a:r>
            <a:r>
              <a:rPr lang="ja-JP" altLang="en-US" sz="2400" b="1" dirty="0">
                <a:solidFill>
                  <a:srgbClr val="0070C0"/>
                </a:solidFill>
              </a:rPr>
              <a:t>関数</a:t>
            </a:r>
            <a:r>
              <a:rPr lang="ja-JP" altLang="en-US" sz="2400" dirty="0"/>
              <a:t>ではクライアントから接続があったかを常にチェックします。</a:t>
            </a:r>
            <a:endParaRPr lang="en-US" altLang="ja-JP" sz="2400" dirty="0"/>
          </a:p>
          <a:p>
            <a:r>
              <a:rPr kumimoji="1" lang="ja-JP" altLang="en-US" sz="2400" dirty="0"/>
              <a:t>接続があれば、そのクライアントを記録します。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1677E3F-D13B-4092-A1AC-E0DC6D9ED9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5"/>
            <a:ext cx="9040428" cy="27793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16229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46761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接続（サーバー）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4935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同様に切断の対応も必要です。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8691BDB-F7EC-4F63-A87E-B0A9854F0F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1817793"/>
            <a:ext cx="7665976" cy="2583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68851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253</TotalTime>
  <Words>119</Words>
  <Application>Microsoft Office PowerPoint</Application>
  <PresentationFormat>ワイド画面</PresentationFormat>
  <Paragraphs>18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北九州校　ゲーム</cp:lastModifiedBy>
  <cp:revision>26</cp:revision>
  <dcterms:created xsi:type="dcterms:W3CDTF">2024-08-27T02:15:54Z</dcterms:created>
  <dcterms:modified xsi:type="dcterms:W3CDTF">2025-08-18T07:54:05Z</dcterms:modified>
</cp:coreProperties>
</file>