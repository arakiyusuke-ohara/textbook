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2025/3/16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ネットワークプログラミングの基礎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ネットワークプログラミングは主に、</a:t>
            </a:r>
            <a:endParaRPr kumimoji="1" lang="en-US" altLang="ja-JP" sz="2400" dirty="0"/>
          </a:p>
          <a:p>
            <a:r>
              <a:rPr lang="ja-JP" altLang="en-US" sz="2400" dirty="0"/>
              <a:t>離れた複数の端末で同時にプレイするゲームで必要なテクニックになります。</a:t>
            </a:r>
            <a:endParaRPr kumimoji="1" lang="en-US" altLang="ja-JP" sz="2400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470BE67A-5202-4C33-8575-26E2CA580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42" y="2187126"/>
            <a:ext cx="2798379" cy="279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C68392FD-8A2A-42DE-8F59-844477F9B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870979" y="2187125"/>
            <a:ext cx="2730079" cy="2798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矢印: 左右 2">
            <a:extLst>
              <a:ext uri="{FF2B5EF4-FFF2-40B4-BE49-F238E27FC236}">
                <a16:creationId xmlns:a16="http://schemas.microsoft.com/office/drawing/2014/main" id="{885D0A0F-B69F-4A3F-8840-D43838AA1331}"/>
              </a:ext>
            </a:extLst>
          </p:cNvPr>
          <p:cNvSpPr/>
          <p:nvPr/>
        </p:nvSpPr>
        <p:spPr>
          <a:xfrm>
            <a:off x="3620223" y="3090041"/>
            <a:ext cx="3928154" cy="12192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同時プレイ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ネットワークプログラミングの基礎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別々の端末でゲームを同時にプレイする場合、</a:t>
            </a:r>
            <a:endParaRPr kumimoji="1" lang="en-US" altLang="ja-JP" sz="2400" dirty="0"/>
          </a:p>
          <a:p>
            <a:r>
              <a:rPr lang="ja-JP" altLang="en-US" sz="2400" dirty="0"/>
              <a:t>お互いのゲーム画面は同じでないとゲームは成立しません。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12657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56</Words>
  <Application>Microsoft Office PowerPoint</Application>
  <PresentationFormat>ワイド画面</PresentationFormat>
  <Paragraphs>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18</cp:revision>
  <dcterms:created xsi:type="dcterms:W3CDTF">2024-08-27T02:15:54Z</dcterms:created>
  <dcterms:modified xsi:type="dcterms:W3CDTF">2025-03-16T07:39:29Z</dcterms:modified>
</cp:coreProperties>
</file>