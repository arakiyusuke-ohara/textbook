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オンラインゲームのほとんどが、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ローカルプレイにも対応</a:t>
            </a:r>
            <a:r>
              <a:rPr kumimoji="1" lang="ja-JP" altLang="en-US" sz="2400" dirty="0"/>
              <a:t>しています。</a:t>
            </a:r>
            <a:endParaRPr kumimoji="1" lang="en-US" altLang="ja-JP" sz="2400" dirty="0"/>
          </a:p>
          <a:p>
            <a:r>
              <a:rPr lang="ja-JP" altLang="en-US" sz="2400" dirty="0"/>
              <a:t>つまり、オフラインでもオンラインでも遊べるようにしないといけません。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プログラムの設計を考えておかないと、</a:t>
            </a:r>
            <a:r>
              <a:rPr lang="ja-JP" altLang="en-US" sz="2400" dirty="0"/>
              <a:t>オフラインとオンラインで</a:t>
            </a:r>
            <a:endParaRPr lang="en-US" altLang="ja-JP" sz="2400" dirty="0"/>
          </a:p>
          <a:p>
            <a:r>
              <a:rPr lang="ja-JP" altLang="en-US" sz="2400" dirty="0"/>
              <a:t>全く別々のプログラムを作らなければならなくなります。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プログラムの量が増えるということは、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・不具合の出る箇所が増える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・不具合が探しにくくなる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・そもそも作業量も増える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となり、デバッグ期間で大炎上する可能性が出てきます。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実際、何も考えずに作って大炎上するプロジェクトもしばしば。。。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一般的にオンラインゲームを作る際は以下のように設計されます。</a:t>
            </a:r>
            <a:endParaRPr kumimoji="1" lang="en-US" altLang="ja-JP" sz="24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3B34397-2A9C-4E15-9306-B637BD78B189}"/>
              </a:ext>
            </a:extLst>
          </p:cNvPr>
          <p:cNvGrpSpPr/>
          <p:nvPr/>
        </p:nvGrpSpPr>
        <p:grpSpPr>
          <a:xfrm>
            <a:off x="567542" y="1812582"/>
            <a:ext cx="2751908" cy="4110445"/>
            <a:chOff x="567542" y="1812582"/>
            <a:chExt cx="2751908" cy="4110445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158C8DD-8888-4044-BA86-C2D71A08C88F}"/>
                </a:ext>
              </a:extLst>
            </p:cNvPr>
            <p:cNvSpPr/>
            <p:nvPr/>
          </p:nvSpPr>
          <p:spPr>
            <a:xfrm>
              <a:off x="567542" y="1812582"/>
              <a:ext cx="2751908" cy="4110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b="1" dirty="0"/>
                <a:t>Scene</a:t>
              </a:r>
            </a:p>
            <a:p>
              <a:pPr algn="ctr"/>
              <a:endParaRPr lang="en-US" altLang="ja-JP" dirty="0"/>
            </a:p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FE4F8CC-EDF9-4954-B449-0C63325B15FF}"/>
                </a:ext>
              </a:extLst>
            </p:cNvPr>
            <p:cNvSpPr/>
            <p:nvPr/>
          </p:nvSpPr>
          <p:spPr>
            <a:xfrm>
              <a:off x="754776" y="4542224"/>
              <a:ext cx="2377440" cy="105155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ローカル</a:t>
              </a:r>
              <a:r>
                <a:rPr kumimoji="1" lang="en-US" altLang="ja-JP" b="1" dirty="0" err="1"/>
                <a:t>PlayScene</a:t>
              </a:r>
              <a:endParaRPr lang="en-US" altLang="ja-JP" dirty="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A191DD4-5A3A-494A-8E96-92A317FBF71B}"/>
                </a:ext>
              </a:extLst>
            </p:cNvPr>
            <p:cNvSpPr/>
            <p:nvPr/>
          </p:nvSpPr>
          <p:spPr>
            <a:xfrm>
              <a:off x="754776" y="2329653"/>
              <a:ext cx="2377440" cy="10515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b="1" dirty="0"/>
                <a:t>オンライン</a:t>
              </a:r>
              <a:r>
                <a:rPr kumimoji="1" lang="en-US" altLang="ja-JP" sz="1600" b="1" dirty="0" err="1"/>
                <a:t>PlayScene</a:t>
              </a:r>
              <a:endParaRPr lang="en-US" altLang="ja-JP" sz="1600" dirty="0"/>
            </a:p>
          </p:txBody>
        </p:sp>
        <p:sp>
          <p:nvSpPr>
            <p:cNvPr id="3" name="矢印: 上 2">
              <a:extLst>
                <a:ext uri="{FF2B5EF4-FFF2-40B4-BE49-F238E27FC236}">
                  <a16:creationId xmlns:a16="http://schemas.microsoft.com/office/drawing/2014/main" id="{C851F04E-FD7B-42C0-B45C-D8438771A817}"/>
                </a:ext>
              </a:extLst>
            </p:cNvPr>
            <p:cNvSpPr/>
            <p:nvPr/>
          </p:nvSpPr>
          <p:spPr>
            <a:xfrm>
              <a:off x="1629987" y="3493336"/>
              <a:ext cx="679269" cy="914400"/>
            </a:xfrm>
            <a:prstGeom prst="up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継承</a:t>
              </a: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FB48482-1386-45A1-AE24-C7B2EE74153D}"/>
              </a:ext>
            </a:extLst>
          </p:cNvPr>
          <p:cNvGrpSpPr/>
          <p:nvPr/>
        </p:nvGrpSpPr>
        <p:grpSpPr>
          <a:xfrm>
            <a:off x="3767942" y="1812581"/>
            <a:ext cx="2751908" cy="4110445"/>
            <a:chOff x="567542" y="1812582"/>
            <a:chExt cx="2751908" cy="4110445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041A27B-17EE-42D7-AB4F-EE6EC51E3992}"/>
                </a:ext>
              </a:extLst>
            </p:cNvPr>
            <p:cNvSpPr/>
            <p:nvPr/>
          </p:nvSpPr>
          <p:spPr>
            <a:xfrm>
              <a:off x="567542" y="1812582"/>
              <a:ext cx="2751908" cy="4110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ja-JP" b="1" dirty="0"/>
                <a:t>Player</a:t>
              </a:r>
              <a:endParaRPr kumimoji="1" lang="en-US" altLang="ja-JP" b="1" dirty="0"/>
            </a:p>
            <a:p>
              <a:pPr algn="ctr"/>
              <a:endParaRPr lang="en-US" altLang="ja-JP" dirty="0"/>
            </a:p>
            <a:p>
              <a:pPr algn="ctr"/>
              <a:endParaRPr kumimoji="1" lang="ja-JP" altLang="en-US" dirty="0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F83F748B-F830-4C57-8F5D-CCB81CC9044B}"/>
                </a:ext>
              </a:extLst>
            </p:cNvPr>
            <p:cNvSpPr/>
            <p:nvPr/>
          </p:nvSpPr>
          <p:spPr>
            <a:xfrm>
              <a:off x="754776" y="4542224"/>
              <a:ext cx="2377440" cy="105155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ローカル</a:t>
              </a:r>
              <a:r>
                <a:rPr kumimoji="1" lang="en-US" altLang="ja-JP" b="1" dirty="0"/>
                <a:t>Player</a:t>
              </a:r>
              <a:endParaRPr lang="en-US" altLang="ja-JP" dirty="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C5E0B143-2A9C-4EDB-BB5E-D49EE586C288}"/>
                </a:ext>
              </a:extLst>
            </p:cNvPr>
            <p:cNvSpPr/>
            <p:nvPr/>
          </p:nvSpPr>
          <p:spPr>
            <a:xfrm>
              <a:off x="754776" y="2329653"/>
              <a:ext cx="2377440" cy="10515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b="1" dirty="0"/>
                <a:t>オンライン</a:t>
              </a:r>
              <a:r>
                <a:rPr kumimoji="1" lang="en-US" altLang="ja-JP" sz="1600" b="1" dirty="0"/>
                <a:t>Player</a:t>
              </a:r>
              <a:endParaRPr lang="en-US" altLang="ja-JP" sz="1600" dirty="0"/>
            </a:p>
          </p:txBody>
        </p:sp>
        <p:sp>
          <p:nvSpPr>
            <p:cNvPr id="13" name="矢印: 上 12">
              <a:extLst>
                <a:ext uri="{FF2B5EF4-FFF2-40B4-BE49-F238E27FC236}">
                  <a16:creationId xmlns:a16="http://schemas.microsoft.com/office/drawing/2014/main" id="{A75364E8-6F50-478F-BE3F-AA8383081628}"/>
                </a:ext>
              </a:extLst>
            </p:cNvPr>
            <p:cNvSpPr/>
            <p:nvPr/>
          </p:nvSpPr>
          <p:spPr>
            <a:xfrm>
              <a:off x="1629987" y="3493336"/>
              <a:ext cx="679269" cy="914400"/>
            </a:xfrm>
            <a:prstGeom prst="up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継承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2CA622-3349-41D0-B780-8D84F502E0E1}"/>
              </a:ext>
            </a:extLst>
          </p:cNvPr>
          <p:cNvSpPr txBox="1"/>
          <p:nvPr/>
        </p:nvSpPr>
        <p:spPr>
          <a:xfrm>
            <a:off x="6707084" y="490736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000" dirty="0"/>
              <a:t>ローカルのプログラムをベースに、</a:t>
            </a:r>
            <a:endParaRPr lang="en-US" altLang="ja-JP" sz="2000" dirty="0"/>
          </a:p>
          <a:p>
            <a:r>
              <a:rPr kumimoji="1" lang="ja-JP" altLang="en-US" sz="2000" dirty="0"/>
              <a:t>ネットワーク要素だけを追加するイメージ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412483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オンライン専用の要素</a:t>
            </a:r>
            <a:r>
              <a:rPr lang="ja-JP" altLang="en-US" sz="2400" dirty="0"/>
              <a:t>は以下のようなものがあります。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PlayScene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・自分が参加する際のログイン</a:t>
            </a:r>
            <a:endParaRPr kumimoji="1" lang="en-US" altLang="ja-JP" sz="2400" dirty="0"/>
          </a:p>
          <a:p>
            <a:r>
              <a:rPr lang="ja-JP" altLang="en-US" sz="2400" dirty="0"/>
              <a:t>・参加してきたプレイヤーを追加</a:t>
            </a:r>
            <a:endParaRPr lang="en-US" altLang="ja-JP" sz="2400" dirty="0"/>
          </a:p>
          <a:p>
            <a:r>
              <a:rPr lang="ja-JP" altLang="en-US" sz="2400" dirty="0"/>
              <a:t>・終了した際のログアウト</a:t>
            </a:r>
            <a:endParaRPr lang="en-US" altLang="ja-JP" sz="2400" dirty="0"/>
          </a:p>
          <a:p>
            <a:r>
              <a:rPr kumimoji="1" lang="ja-JP" altLang="en-US" sz="2400" dirty="0"/>
              <a:t>・サーバーから来たデータを反映（座標とか）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</a:p>
          <a:p>
            <a:r>
              <a:rPr lang="ja-JP" altLang="en-US" sz="2400" dirty="0"/>
              <a:t>・移動したらサーバーに座標を送る</a:t>
            </a:r>
            <a:endParaRPr lang="en-US" altLang="ja-JP" sz="2400" dirty="0"/>
          </a:p>
          <a:p>
            <a:r>
              <a:rPr kumimoji="1" lang="ja-JP" altLang="en-US" sz="2400" dirty="0"/>
              <a:t>・回転したらサーバーに回転値を送る</a:t>
            </a:r>
            <a:endParaRPr kumimoji="1" lang="en-US" altLang="ja-JP" sz="2400" dirty="0"/>
          </a:p>
          <a:p>
            <a:r>
              <a:rPr lang="ja-JP" altLang="en-US" sz="2400" dirty="0"/>
              <a:t>・拡縮したらサーバーに回転値を送る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あとは実際に書きながら把握していきましょう。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6519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配布したプロジェクトはローカルプレイのみ実装されています。</a:t>
            </a:r>
            <a:endParaRPr lang="en-US" altLang="ja-JP" sz="2400" dirty="0"/>
          </a:p>
          <a:p>
            <a:r>
              <a:rPr lang="ja-JP" altLang="en-US" sz="2400" dirty="0"/>
              <a:t>ここからオンライン用のクラスを継承して作成し、</a:t>
            </a:r>
            <a:endParaRPr lang="en-US" altLang="ja-JP" sz="2400" dirty="0"/>
          </a:p>
          <a:p>
            <a:r>
              <a:rPr lang="ja-JP" altLang="en-US" sz="2400" dirty="0"/>
              <a:t>ネットワーク要素を実装していきます。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C827D8-BD08-4694-AD29-7AA87F8D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95369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7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256</Words>
  <Application>Microsoft Office PowerPoint</Application>
  <PresentationFormat>ワイド画面</PresentationFormat>
  <Paragraphs>46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62</cp:revision>
  <dcterms:created xsi:type="dcterms:W3CDTF">2024-08-27T02:15:54Z</dcterms:created>
  <dcterms:modified xsi:type="dcterms:W3CDTF">2025-10-30T03:27:59Z</dcterms:modified>
</cp:coreProperties>
</file>