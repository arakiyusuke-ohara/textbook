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他の端末同士でデータをやり取りするには、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オンライン上で端末同士を接続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  <a:p>
            <a:r>
              <a:rPr kumimoji="1" lang="ja-JP" altLang="en-US" sz="2400" dirty="0"/>
              <a:t>まずはその接続処理を作ります。</a:t>
            </a:r>
            <a:endParaRPr kumimoji="1" lang="en-US" altLang="ja-JP" sz="2400" dirty="0"/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8809B770-2AEB-4C17-AB21-90619ADFA060}"/>
              </a:ext>
            </a:extLst>
          </p:cNvPr>
          <p:cNvSpPr/>
          <p:nvPr/>
        </p:nvSpPr>
        <p:spPr>
          <a:xfrm>
            <a:off x="1022887" y="4283658"/>
            <a:ext cx="660400" cy="406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D39CD94-687F-465E-B2A1-B9BC5E8BAA40}"/>
              </a:ext>
            </a:extLst>
          </p:cNvPr>
          <p:cNvSpPr/>
          <p:nvPr/>
        </p:nvSpPr>
        <p:spPr>
          <a:xfrm>
            <a:off x="567542" y="3513192"/>
            <a:ext cx="16171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直方体 4">
            <a:extLst>
              <a:ext uri="{FF2B5EF4-FFF2-40B4-BE49-F238E27FC236}">
                <a16:creationId xmlns:a16="http://schemas.microsoft.com/office/drawing/2014/main" id="{715789F0-7F2D-40B1-84F2-5403F7374463}"/>
              </a:ext>
            </a:extLst>
          </p:cNvPr>
          <p:cNvSpPr/>
          <p:nvPr/>
        </p:nvSpPr>
        <p:spPr>
          <a:xfrm>
            <a:off x="4860142" y="2556458"/>
            <a:ext cx="1524000" cy="26839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左右 6">
            <a:extLst>
              <a:ext uri="{FF2B5EF4-FFF2-40B4-BE49-F238E27FC236}">
                <a16:creationId xmlns:a16="http://schemas.microsoft.com/office/drawing/2014/main" id="{21E81084-22AB-45CA-8FDC-FAB0F60E4E93}"/>
              </a:ext>
            </a:extLst>
          </p:cNvPr>
          <p:cNvSpPr/>
          <p:nvPr/>
        </p:nvSpPr>
        <p:spPr>
          <a:xfrm>
            <a:off x="2370942" y="3513192"/>
            <a:ext cx="2302933" cy="77046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接続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45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NetworkManager.h</a:t>
            </a:r>
            <a:r>
              <a:rPr kumimoji="1" lang="ja-JP" altLang="en-US" sz="2400" dirty="0"/>
              <a:t>を作ります。（その１）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C79C99C-C791-4EF5-B4C2-8ED2F6C6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279075" cy="421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45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NetworkManager.h</a:t>
            </a:r>
            <a:r>
              <a:rPr kumimoji="1" lang="ja-JP" altLang="en-US" sz="2400" dirty="0"/>
              <a:t>を作ります。（その２）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8F71263-D9D1-4CD8-8331-F5D59B824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02646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9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45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NetworkManager.h</a:t>
            </a:r>
            <a:r>
              <a:rPr kumimoji="1" lang="ja-JP" altLang="en-US" sz="2400" dirty="0"/>
              <a:t>を作ります。（その３）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01554DE-3434-43FA-B439-783281B16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844845" cy="358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34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03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NetworkManager.cpp</a:t>
            </a:r>
            <a:r>
              <a:rPr kumimoji="1" lang="ja-JP" altLang="en-US" sz="2400" dirty="0"/>
              <a:t>を作ります。（その１）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F01A905-966B-4341-A1CC-1F09C0890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124546" cy="468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03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NetworkManager.cpp</a:t>
            </a:r>
            <a:r>
              <a:rPr kumimoji="1" lang="ja-JP" altLang="en-US" sz="2400" dirty="0"/>
              <a:t>を作ります。（その２）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D63ABBC-CEB2-4B1D-A3EB-3F6B59DBB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288700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5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03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NetworkManager.cpp</a:t>
            </a:r>
            <a:r>
              <a:rPr kumimoji="1" lang="ja-JP" altLang="en-US" sz="2400" dirty="0"/>
              <a:t>を作ります。（その３）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04B1E1-FE59-4BA7-8035-0F2F5C9B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834191" cy="463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9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99</Words>
  <Application>Microsoft Office PowerPoint</Application>
  <PresentationFormat>ワイド画面</PresentationFormat>
  <Paragraphs>17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17</cp:revision>
  <dcterms:created xsi:type="dcterms:W3CDTF">2024-08-27T02:15:54Z</dcterms:created>
  <dcterms:modified xsi:type="dcterms:W3CDTF">2025-01-20T08:05:53Z</dcterms:modified>
</cp:coreProperties>
</file>