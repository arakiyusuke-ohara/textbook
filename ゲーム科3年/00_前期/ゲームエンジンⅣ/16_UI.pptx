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0" r:id="rId15"/>
    <p:sldId id="269" r:id="rId16"/>
    <p:sldId id="271" r:id="rId17"/>
    <p:sldId id="272" r:id="rId18"/>
    <p:sldId id="273" r:id="rId19"/>
    <p:sldId id="274" r:id="rId20"/>
    <p:sldId id="275" r:id="rId21"/>
    <p:sldId id="276" r:id="rId22"/>
    <p:sldId id="277" r:id="rId23"/>
    <p:sldId id="280" r:id="rId24"/>
    <p:sldId id="278" r:id="rId25"/>
    <p:sldId id="279" r:id="rId26"/>
    <p:sldId id="281" r:id="rId27"/>
    <p:sldId id="282" r:id="rId28"/>
    <p:sldId id="283" r:id="rId29"/>
    <p:sldId id="284" r:id="rId30"/>
    <p:sldId id="285" r:id="rId31"/>
    <p:sldId id="286" r:id="rId32"/>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07" d="100"/>
          <a:sy n="107" d="100"/>
        </p:scale>
        <p:origin x="696"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A950417-98BD-4172-A454-C76A49B97717}"/>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9F83E9AE-84BC-4452-8901-A17B27CC419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1B320892-0B52-41F1-BED3-1F36AE1E3B03}"/>
              </a:ext>
            </a:extLst>
          </p:cNvPr>
          <p:cNvSpPr>
            <a:spLocks noGrp="1"/>
          </p:cNvSpPr>
          <p:nvPr>
            <p:ph type="dt" sz="half" idx="10"/>
          </p:nvPr>
        </p:nvSpPr>
        <p:spPr/>
        <p:txBody>
          <a:bodyPr/>
          <a:lstStyle/>
          <a:p>
            <a:fld id="{E9CC885B-4903-4D54-9A93-00025F12DED9}" type="datetimeFigureOut">
              <a:rPr kumimoji="1" lang="ja-JP" altLang="en-US" smtClean="0"/>
              <a:t>2025/2/19</a:t>
            </a:fld>
            <a:endParaRPr kumimoji="1" lang="ja-JP" altLang="en-US"/>
          </a:p>
        </p:txBody>
      </p:sp>
      <p:sp>
        <p:nvSpPr>
          <p:cNvPr id="5" name="フッター プレースホルダー 4">
            <a:extLst>
              <a:ext uri="{FF2B5EF4-FFF2-40B4-BE49-F238E27FC236}">
                <a16:creationId xmlns:a16="http://schemas.microsoft.com/office/drawing/2014/main" id="{B4114070-C582-4B06-9805-0DFEFB583FE4}"/>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E8014BC-198B-4E5B-89B4-FDBFD423BF52}"/>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7455607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42C298B-DDF7-4BBD-B08C-16E40ED109E3}"/>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F284FECC-C823-4D42-8CAA-49FC9A8C5B3E}"/>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8B26879-4594-4C3F-BFFA-F4CB8674F4A9}"/>
              </a:ext>
            </a:extLst>
          </p:cNvPr>
          <p:cNvSpPr>
            <a:spLocks noGrp="1"/>
          </p:cNvSpPr>
          <p:nvPr>
            <p:ph type="dt" sz="half" idx="10"/>
          </p:nvPr>
        </p:nvSpPr>
        <p:spPr/>
        <p:txBody>
          <a:bodyPr/>
          <a:lstStyle/>
          <a:p>
            <a:fld id="{E9CC885B-4903-4D54-9A93-00025F12DED9}" type="datetimeFigureOut">
              <a:rPr kumimoji="1" lang="ja-JP" altLang="en-US" smtClean="0"/>
              <a:t>2025/2/19</a:t>
            </a:fld>
            <a:endParaRPr kumimoji="1" lang="ja-JP" altLang="en-US"/>
          </a:p>
        </p:txBody>
      </p:sp>
      <p:sp>
        <p:nvSpPr>
          <p:cNvPr id="5" name="フッター プレースホルダー 4">
            <a:extLst>
              <a:ext uri="{FF2B5EF4-FFF2-40B4-BE49-F238E27FC236}">
                <a16:creationId xmlns:a16="http://schemas.microsoft.com/office/drawing/2014/main" id="{F5FC6BE6-BB12-4008-B4BA-62D249C4990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6B8CAC6-4A91-4F74-9267-5C30714BF978}"/>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8024735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078AD04-3137-4B16-97B1-DC1252F678A1}"/>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9BF8FC57-7A4A-4196-89B9-B1A6197D422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5CB80319-F15F-4C62-95BA-15B326F988A2}"/>
              </a:ext>
            </a:extLst>
          </p:cNvPr>
          <p:cNvSpPr>
            <a:spLocks noGrp="1"/>
          </p:cNvSpPr>
          <p:nvPr>
            <p:ph type="dt" sz="half" idx="10"/>
          </p:nvPr>
        </p:nvSpPr>
        <p:spPr/>
        <p:txBody>
          <a:bodyPr/>
          <a:lstStyle/>
          <a:p>
            <a:fld id="{E9CC885B-4903-4D54-9A93-00025F12DED9}" type="datetimeFigureOut">
              <a:rPr kumimoji="1" lang="ja-JP" altLang="en-US" smtClean="0"/>
              <a:t>2025/2/19</a:t>
            </a:fld>
            <a:endParaRPr kumimoji="1" lang="ja-JP" altLang="en-US"/>
          </a:p>
        </p:txBody>
      </p:sp>
      <p:sp>
        <p:nvSpPr>
          <p:cNvPr id="5" name="フッター プレースホルダー 4">
            <a:extLst>
              <a:ext uri="{FF2B5EF4-FFF2-40B4-BE49-F238E27FC236}">
                <a16:creationId xmlns:a16="http://schemas.microsoft.com/office/drawing/2014/main" id="{C89F0141-2F76-4B73-AAE0-1EDFEEA42E3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1F3A285-8438-4738-B4CE-18FC566351C3}"/>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20814076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539AAF0-C896-4BE5-8FCC-343208524824}"/>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96C332E-2DEA-4D46-8FEF-31D60DD975BC}"/>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F9D3FC79-3A15-47E8-8DC1-B5A928FF7FF2}"/>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E6AC8BB6-CC26-4AE8-B477-9A47780715C5}"/>
              </a:ext>
            </a:extLst>
          </p:cNvPr>
          <p:cNvSpPr>
            <a:spLocks noGrp="1"/>
          </p:cNvSpPr>
          <p:nvPr>
            <p:ph type="dt" sz="half" idx="10"/>
          </p:nvPr>
        </p:nvSpPr>
        <p:spPr/>
        <p:txBody>
          <a:bodyPr/>
          <a:lstStyle/>
          <a:p>
            <a:fld id="{E9CC885B-4903-4D54-9A93-00025F12DED9}" type="datetimeFigureOut">
              <a:rPr kumimoji="1" lang="ja-JP" altLang="en-US" smtClean="0"/>
              <a:t>2025/2/19</a:t>
            </a:fld>
            <a:endParaRPr kumimoji="1" lang="ja-JP" altLang="en-US"/>
          </a:p>
        </p:txBody>
      </p:sp>
      <p:sp>
        <p:nvSpPr>
          <p:cNvPr id="6" name="フッター プレースホルダー 5">
            <a:extLst>
              <a:ext uri="{FF2B5EF4-FFF2-40B4-BE49-F238E27FC236}">
                <a16:creationId xmlns:a16="http://schemas.microsoft.com/office/drawing/2014/main" id="{0D813CBF-5D01-4CF4-BD63-C8FC321B2429}"/>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4123F9A7-54F5-421C-9A71-CC8C4BC92376}"/>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1520282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E9A2E9A-2DDB-4057-9711-D792B04FFD0C}"/>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32E5496D-7437-4ADF-BF05-1B99ACC0910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48A11600-06C5-424A-B2EA-FFEF7E75EAA5}"/>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43408E51-ED83-4218-8378-F0B44E296EC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3D26C0C0-145F-4A52-BA72-D19A2971D5E1}"/>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F649033F-9C86-42B4-AB90-0FE47F39E39A}"/>
              </a:ext>
            </a:extLst>
          </p:cNvPr>
          <p:cNvSpPr>
            <a:spLocks noGrp="1"/>
          </p:cNvSpPr>
          <p:nvPr>
            <p:ph type="dt" sz="half" idx="10"/>
          </p:nvPr>
        </p:nvSpPr>
        <p:spPr/>
        <p:txBody>
          <a:bodyPr/>
          <a:lstStyle/>
          <a:p>
            <a:fld id="{E9CC885B-4903-4D54-9A93-00025F12DED9}" type="datetimeFigureOut">
              <a:rPr kumimoji="1" lang="ja-JP" altLang="en-US" smtClean="0"/>
              <a:t>2025/2/19</a:t>
            </a:fld>
            <a:endParaRPr kumimoji="1" lang="ja-JP" altLang="en-US"/>
          </a:p>
        </p:txBody>
      </p:sp>
      <p:sp>
        <p:nvSpPr>
          <p:cNvPr id="8" name="フッター プレースホルダー 7">
            <a:extLst>
              <a:ext uri="{FF2B5EF4-FFF2-40B4-BE49-F238E27FC236}">
                <a16:creationId xmlns:a16="http://schemas.microsoft.com/office/drawing/2014/main" id="{F73F9DE8-EAB7-4A80-BF64-725C6DF460D7}"/>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71D0069B-43F7-430A-8C9D-C2BA7B92ECD2}"/>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2546531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CD48D3C-20F1-4E20-8FBC-734E9D946A78}"/>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B2E416B3-4C21-4278-9B88-62D41335DC9D}"/>
              </a:ext>
            </a:extLst>
          </p:cNvPr>
          <p:cNvSpPr>
            <a:spLocks noGrp="1"/>
          </p:cNvSpPr>
          <p:nvPr>
            <p:ph type="dt" sz="half" idx="10"/>
          </p:nvPr>
        </p:nvSpPr>
        <p:spPr/>
        <p:txBody>
          <a:bodyPr/>
          <a:lstStyle/>
          <a:p>
            <a:fld id="{E9CC885B-4903-4D54-9A93-00025F12DED9}" type="datetimeFigureOut">
              <a:rPr kumimoji="1" lang="ja-JP" altLang="en-US" smtClean="0"/>
              <a:t>2025/2/19</a:t>
            </a:fld>
            <a:endParaRPr kumimoji="1" lang="ja-JP" altLang="en-US"/>
          </a:p>
        </p:txBody>
      </p:sp>
      <p:sp>
        <p:nvSpPr>
          <p:cNvPr id="4" name="フッター プレースホルダー 3">
            <a:extLst>
              <a:ext uri="{FF2B5EF4-FFF2-40B4-BE49-F238E27FC236}">
                <a16:creationId xmlns:a16="http://schemas.microsoft.com/office/drawing/2014/main" id="{3EBA727E-E9E7-4EA2-B6ED-8CF036F2B5DA}"/>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8DC1C47C-5B0A-471B-BB77-77BE62B99175}"/>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65308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E55C2DD0-D598-4A5F-B542-7C6806B2F749}"/>
              </a:ext>
            </a:extLst>
          </p:cNvPr>
          <p:cNvSpPr>
            <a:spLocks noGrp="1"/>
          </p:cNvSpPr>
          <p:nvPr>
            <p:ph type="dt" sz="half" idx="10"/>
          </p:nvPr>
        </p:nvSpPr>
        <p:spPr/>
        <p:txBody>
          <a:bodyPr/>
          <a:lstStyle/>
          <a:p>
            <a:fld id="{E9CC885B-4903-4D54-9A93-00025F12DED9}" type="datetimeFigureOut">
              <a:rPr kumimoji="1" lang="ja-JP" altLang="en-US" smtClean="0"/>
              <a:t>2025/2/19</a:t>
            </a:fld>
            <a:endParaRPr kumimoji="1" lang="ja-JP" altLang="en-US"/>
          </a:p>
        </p:txBody>
      </p:sp>
      <p:sp>
        <p:nvSpPr>
          <p:cNvPr id="3" name="フッター プレースホルダー 2">
            <a:extLst>
              <a:ext uri="{FF2B5EF4-FFF2-40B4-BE49-F238E27FC236}">
                <a16:creationId xmlns:a16="http://schemas.microsoft.com/office/drawing/2014/main" id="{2260FD2A-DF3F-46FE-B2F8-14D9A2069736}"/>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52EF1C2C-6093-4ADD-9BFE-41DB125AD370}"/>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24204145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A35797B-0171-40BC-BCA2-0C1BA0D4C304}"/>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579CB0DB-618C-450C-BE67-5FD277B25D6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42CC888D-BF8F-439D-9FC7-2DD4A8D750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A4C2FA2E-4305-4946-8BDE-7AE113CDE687}"/>
              </a:ext>
            </a:extLst>
          </p:cNvPr>
          <p:cNvSpPr>
            <a:spLocks noGrp="1"/>
          </p:cNvSpPr>
          <p:nvPr>
            <p:ph type="dt" sz="half" idx="10"/>
          </p:nvPr>
        </p:nvSpPr>
        <p:spPr/>
        <p:txBody>
          <a:bodyPr/>
          <a:lstStyle/>
          <a:p>
            <a:fld id="{E9CC885B-4903-4D54-9A93-00025F12DED9}" type="datetimeFigureOut">
              <a:rPr kumimoji="1" lang="ja-JP" altLang="en-US" smtClean="0"/>
              <a:t>2025/2/19</a:t>
            </a:fld>
            <a:endParaRPr kumimoji="1" lang="ja-JP" altLang="en-US"/>
          </a:p>
        </p:txBody>
      </p:sp>
      <p:sp>
        <p:nvSpPr>
          <p:cNvPr id="6" name="フッター プレースホルダー 5">
            <a:extLst>
              <a:ext uri="{FF2B5EF4-FFF2-40B4-BE49-F238E27FC236}">
                <a16:creationId xmlns:a16="http://schemas.microsoft.com/office/drawing/2014/main" id="{BBA070CF-301C-4595-8007-2A2C19DFE06A}"/>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E3E21C8C-DA9E-4E6B-B45C-C2C4D38971B1}"/>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0669295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00F7326-6BA4-4DC0-9519-87D04747ED89}"/>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3A1C2397-9613-4B24-A7D0-9EEE44E01C8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05462283-8239-49BE-9D96-00B24831B7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0F53455D-91B5-4938-AC24-CAFF77A6CD44}"/>
              </a:ext>
            </a:extLst>
          </p:cNvPr>
          <p:cNvSpPr>
            <a:spLocks noGrp="1"/>
          </p:cNvSpPr>
          <p:nvPr>
            <p:ph type="dt" sz="half" idx="10"/>
          </p:nvPr>
        </p:nvSpPr>
        <p:spPr/>
        <p:txBody>
          <a:bodyPr/>
          <a:lstStyle/>
          <a:p>
            <a:fld id="{E9CC885B-4903-4D54-9A93-00025F12DED9}" type="datetimeFigureOut">
              <a:rPr kumimoji="1" lang="ja-JP" altLang="en-US" smtClean="0"/>
              <a:t>2025/2/19</a:t>
            </a:fld>
            <a:endParaRPr kumimoji="1" lang="ja-JP" altLang="en-US"/>
          </a:p>
        </p:txBody>
      </p:sp>
      <p:sp>
        <p:nvSpPr>
          <p:cNvPr id="6" name="フッター プレースホルダー 5">
            <a:extLst>
              <a:ext uri="{FF2B5EF4-FFF2-40B4-BE49-F238E27FC236}">
                <a16:creationId xmlns:a16="http://schemas.microsoft.com/office/drawing/2014/main" id="{A7F23C7B-CEBC-48FC-81DC-98AFE68C2DE2}"/>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A7E65B5D-4A4C-4A6E-8AEB-3D88DC582730}"/>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151402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2AE957E-488D-43B9-8182-2A1DEEF0F7DD}"/>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0E67B1EC-AFC1-41D0-BBB1-9A2E85E1399D}"/>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31B76048-AF91-4C32-A054-6305C2928E9F}"/>
              </a:ext>
            </a:extLst>
          </p:cNvPr>
          <p:cNvSpPr>
            <a:spLocks noGrp="1"/>
          </p:cNvSpPr>
          <p:nvPr>
            <p:ph type="dt" sz="half" idx="10"/>
          </p:nvPr>
        </p:nvSpPr>
        <p:spPr/>
        <p:txBody>
          <a:bodyPr/>
          <a:lstStyle/>
          <a:p>
            <a:fld id="{E9CC885B-4903-4D54-9A93-00025F12DED9}" type="datetimeFigureOut">
              <a:rPr kumimoji="1" lang="ja-JP" altLang="en-US" smtClean="0"/>
              <a:t>2025/2/19</a:t>
            </a:fld>
            <a:endParaRPr kumimoji="1" lang="ja-JP" altLang="en-US"/>
          </a:p>
        </p:txBody>
      </p:sp>
      <p:sp>
        <p:nvSpPr>
          <p:cNvPr id="5" name="フッター プレースホルダー 4">
            <a:extLst>
              <a:ext uri="{FF2B5EF4-FFF2-40B4-BE49-F238E27FC236}">
                <a16:creationId xmlns:a16="http://schemas.microsoft.com/office/drawing/2014/main" id="{98C66A49-F960-4196-B16B-31B98B34013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D7A86F7-B140-4439-A33B-63EA8498DCAB}"/>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4856319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B4FA5DEF-DC74-4F38-9DA0-1EE9752F5F36}"/>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23C9EE93-ED20-4B3B-93FB-5A088C436B26}"/>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8370666-1A4C-42B1-8748-A0D1453943A4}"/>
              </a:ext>
            </a:extLst>
          </p:cNvPr>
          <p:cNvSpPr>
            <a:spLocks noGrp="1"/>
          </p:cNvSpPr>
          <p:nvPr>
            <p:ph type="dt" sz="half" idx="10"/>
          </p:nvPr>
        </p:nvSpPr>
        <p:spPr/>
        <p:txBody>
          <a:bodyPr/>
          <a:lstStyle/>
          <a:p>
            <a:fld id="{E9CC885B-4903-4D54-9A93-00025F12DED9}" type="datetimeFigureOut">
              <a:rPr kumimoji="1" lang="ja-JP" altLang="en-US" smtClean="0"/>
              <a:t>2025/2/19</a:t>
            </a:fld>
            <a:endParaRPr kumimoji="1" lang="ja-JP" altLang="en-US"/>
          </a:p>
        </p:txBody>
      </p:sp>
      <p:sp>
        <p:nvSpPr>
          <p:cNvPr id="5" name="フッター プレースホルダー 4">
            <a:extLst>
              <a:ext uri="{FF2B5EF4-FFF2-40B4-BE49-F238E27FC236}">
                <a16:creationId xmlns:a16="http://schemas.microsoft.com/office/drawing/2014/main" id="{E26EC7E2-E7E6-45F2-BF6D-CDF318CECC0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CDE4F59-4276-46E3-AE2A-D255BC7BB35C}"/>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6428509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F527E70E-5441-439A-8EA3-0826A036FC7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2A7C9CE9-5A22-43DB-862A-3B24B2BF151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845D76C-CB70-434A-A116-22531EEB417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CC885B-4903-4D54-9A93-00025F12DED9}" type="datetimeFigureOut">
              <a:rPr kumimoji="1" lang="ja-JP" altLang="en-US" smtClean="0"/>
              <a:t>2025/2/19</a:t>
            </a:fld>
            <a:endParaRPr kumimoji="1" lang="ja-JP" altLang="en-US"/>
          </a:p>
        </p:txBody>
      </p:sp>
      <p:sp>
        <p:nvSpPr>
          <p:cNvPr id="5" name="フッター プレースホルダー 4">
            <a:extLst>
              <a:ext uri="{FF2B5EF4-FFF2-40B4-BE49-F238E27FC236}">
                <a16:creationId xmlns:a16="http://schemas.microsoft.com/office/drawing/2014/main" id="{2505E6D4-441B-4864-8545-0FDE04F664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8FFD1810-F6DD-4BB4-8465-A3A3F3BF335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6517845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631904" cy="584775"/>
          </a:xfrm>
          <a:prstGeom prst="rect">
            <a:avLst/>
          </a:prstGeom>
          <a:noFill/>
        </p:spPr>
        <p:txBody>
          <a:bodyPr wrap="none" rtlCol="0">
            <a:spAutoFit/>
          </a:bodyPr>
          <a:lstStyle/>
          <a:p>
            <a:r>
              <a:rPr kumimoji="1" lang="en-US" altLang="ja-JP" sz="3200" b="1" u="sng" dirty="0"/>
              <a:t>UI</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7075976" cy="830997"/>
          </a:xfrm>
          <a:prstGeom prst="rect">
            <a:avLst/>
          </a:prstGeom>
          <a:noFill/>
        </p:spPr>
        <p:txBody>
          <a:bodyPr wrap="none" rtlCol="0">
            <a:spAutoFit/>
          </a:bodyPr>
          <a:lstStyle/>
          <a:p>
            <a:r>
              <a:rPr lang="en-US" altLang="ja-JP" sz="2400" dirty="0"/>
              <a:t>UE</a:t>
            </a:r>
            <a:r>
              <a:rPr lang="ja-JP" altLang="en-US" sz="2400" dirty="0"/>
              <a:t>で</a:t>
            </a:r>
            <a:r>
              <a:rPr lang="en-US" altLang="ja-JP" sz="2400" dirty="0"/>
              <a:t>UI</a:t>
            </a:r>
            <a:r>
              <a:rPr lang="ja-JP" altLang="en-US" sz="2400" dirty="0"/>
              <a:t>を実装する際は</a:t>
            </a:r>
            <a:r>
              <a:rPr lang="ja-JP" altLang="en-US" sz="2400" b="1" dirty="0">
                <a:solidFill>
                  <a:srgbClr val="FF0000"/>
                </a:solidFill>
              </a:rPr>
              <a:t>ウィジェット</a:t>
            </a:r>
            <a:r>
              <a:rPr lang="ja-JP" altLang="en-US" sz="2400" dirty="0"/>
              <a:t>を使います。</a:t>
            </a:r>
            <a:endParaRPr lang="en-US" altLang="ja-JP" sz="2400" dirty="0"/>
          </a:p>
          <a:p>
            <a:r>
              <a:rPr kumimoji="1" lang="ja-JP" altLang="en-US" sz="2400" dirty="0"/>
              <a:t>直感的に簡単に</a:t>
            </a:r>
            <a:r>
              <a:rPr kumimoji="1" lang="en-US" altLang="ja-JP" sz="2400" dirty="0"/>
              <a:t>UI</a:t>
            </a:r>
            <a:r>
              <a:rPr kumimoji="1" lang="ja-JP" altLang="en-US" sz="2400" dirty="0"/>
              <a:t>を実装することができます。</a:t>
            </a:r>
            <a:endParaRPr kumimoji="1" lang="en-US" altLang="ja-JP" sz="2400" dirty="0"/>
          </a:p>
        </p:txBody>
      </p:sp>
      <p:pic>
        <p:nvPicPr>
          <p:cNvPr id="3" name="図 2">
            <a:extLst>
              <a:ext uri="{FF2B5EF4-FFF2-40B4-BE49-F238E27FC236}">
                <a16:creationId xmlns:a16="http://schemas.microsoft.com/office/drawing/2014/main" id="{EE9ECEDD-9D59-4C79-8FC5-F297F5A527B2}"/>
              </a:ext>
            </a:extLst>
          </p:cNvPr>
          <p:cNvPicPr>
            <a:picLocks noChangeAspect="1"/>
          </p:cNvPicPr>
          <p:nvPr/>
        </p:nvPicPr>
        <p:blipFill>
          <a:blip r:embed="rId2"/>
          <a:stretch>
            <a:fillRect/>
          </a:stretch>
        </p:blipFill>
        <p:spPr>
          <a:xfrm>
            <a:off x="567542" y="2187126"/>
            <a:ext cx="7778222" cy="4178920"/>
          </a:xfrm>
          <a:prstGeom prst="rect">
            <a:avLst/>
          </a:prstGeom>
        </p:spPr>
      </p:pic>
    </p:spTree>
    <p:extLst>
      <p:ext uri="{BB962C8B-B14F-4D97-AF65-F5344CB8AC3E}">
        <p14:creationId xmlns:p14="http://schemas.microsoft.com/office/powerpoint/2010/main" val="4100289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1569660" cy="584775"/>
          </a:xfrm>
          <a:prstGeom prst="rect">
            <a:avLst/>
          </a:prstGeom>
          <a:noFill/>
        </p:spPr>
        <p:txBody>
          <a:bodyPr wrap="none" rtlCol="0">
            <a:spAutoFit/>
          </a:bodyPr>
          <a:lstStyle/>
          <a:p>
            <a:r>
              <a:rPr kumimoji="1" lang="en-US" altLang="ja-JP" sz="3200" b="1" u="sng" dirty="0"/>
              <a:t>UI </a:t>
            </a:r>
            <a:r>
              <a:rPr kumimoji="1" lang="ja-JP" altLang="en-US" sz="3200" b="1" u="sng" dirty="0"/>
              <a:t>準備</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0033516" cy="461665"/>
          </a:xfrm>
          <a:prstGeom prst="rect">
            <a:avLst/>
          </a:prstGeom>
          <a:noFill/>
        </p:spPr>
        <p:txBody>
          <a:bodyPr wrap="none" rtlCol="0">
            <a:spAutoFit/>
          </a:bodyPr>
          <a:lstStyle/>
          <a:p>
            <a:r>
              <a:rPr lang="ja-JP" altLang="en-US" sz="2400" dirty="0"/>
              <a:t>前回のナイアガラエフェクトを作成したプロジェクトを開きましょう。</a:t>
            </a:r>
            <a:endParaRPr kumimoji="1" lang="en-US" altLang="ja-JP" sz="2400" dirty="0"/>
          </a:p>
        </p:txBody>
      </p:sp>
      <p:pic>
        <p:nvPicPr>
          <p:cNvPr id="5" name="図 4">
            <a:extLst>
              <a:ext uri="{FF2B5EF4-FFF2-40B4-BE49-F238E27FC236}">
                <a16:creationId xmlns:a16="http://schemas.microsoft.com/office/drawing/2014/main" id="{6A41AA30-5BE4-4F66-8A12-11B91A28FAC8}"/>
              </a:ext>
            </a:extLst>
          </p:cNvPr>
          <p:cNvPicPr>
            <a:picLocks noChangeAspect="1"/>
          </p:cNvPicPr>
          <p:nvPr/>
        </p:nvPicPr>
        <p:blipFill>
          <a:blip r:embed="rId2"/>
          <a:stretch>
            <a:fillRect/>
          </a:stretch>
        </p:blipFill>
        <p:spPr>
          <a:xfrm>
            <a:off x="567542" y="1817794"/>
            <a:ext cx="10033516" cy="4481243"/>
          </a:xfrm>
          <a:prstGeom prst="rect">
            <a:avLst/>
          </a:prstGeom>
        </p:spPr>
      </p:pic>
    </p:spTree>
    <p:extLst>
      <p:ext uri="{BB962C8B-B14F-4D97-AF65-F5344CB8AC3E}">
        <p14:creationId xmlns:p14="http://schemas.microsoft.com/office/powerpoint/2010/main" val="25379880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1569660" cy="584775"/>
          </a:xfrm>
          <a:prstGeom prst="rect">
            <a:avLst/>
          </a:prstGeom>
          <a:noFill/>
        </p:spPr>
        <p:txBody>
          <a:bodyPr wrap="none" rtlCol="0">
            <a:spAutoFit/>
          </a:bodyPr>
          <a:lstStyle/>
          <a:p>
            <a:r>
              <a:rPr kumimoji="1" lang="en-US" altLang="ja-JP" sz="3200" b="1" u="sng" dirty="0"/>
              <a:t>UI </a:t>
            </a:r>
            <a:r>
              <a:rPr kumimoji="1" lang="ja-JP" altLang="en-US" sz="3200" b="1" u="sng" dirty="0"/>
              <a:t>準備</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0649069" cy="830997"/>
          </a:xfrm>
          <a:prstGeom prst="rect">
            <a:avLst/>
          </a:prstGeom>
          <a:noFill/>
        </p:spPr>
        <p:txBody>
          <a:bodyPr wrap="none" rtlCol="0">
            <a:spAutoFit/>
          </a:bodyPr>
          <a:lstStyle/>
          <a:p>
            <a:r>
              <a:rPr lang="ja-JP" altLang="en-US" sz="2400" b="1" dirty="0">
                <a:solidFill>
                  <a:srgbClr val="FF0000"/>
                </a:solidFill>
              </a:rPr>
              <a:t>タイトル画面</a:t>
            </a:r>
            <a:r>
              <a:rPr lang="ja-JP" altLang="en-US" sz="2400" dirty="0"/>
              <a:t>用の新しいレベルを作成します。</a:t>
            </a:r>
            <a:endParaRPr lang="en-US" altLang="ja-JP" sz="2400" dirty="0"/>
          </a:p>
          <a:p>
            <a:r>
              <a:rPr kumimoji="1" lang="ja-JP" altLang="en-US" sz="2400" dirty="0"/>
              <a:t>コンテンツブラウザから追加すると、何もない空のレベルが作成できます。</a:t>
            </a:r>
            <a:endParaRPr kumimoji="1" lang="en-US" altLang="ja-JP" sz="2400" dirty="0"/>
          </a:p>
        </p:txBody>
      </p:sp>
      <p:pic>
        <p:nvPicPr>
          <p:cNvPr id="3" name="図 2">
            <a:extLst>
              <a:ext uri="{FF2B5EF4-FFF2-40B4-BE49-F238E27FC236}">
                <a16:creationId xmlns:a16="http://schemas.microsoft.com/office/drawing/2014/main" id="{0BC0BB4D-BCD3-472B-A954-FEF1F6D4F9C3}"/>
              </a:ext>
            </a:extLst>
          </p:cNvPr>
          <p:cNvPicPr>
            <a:picLocks noChangeAspect="1"/>
          </p:cNvPicPr>
          <p:nvPr/>
        </p:nvPicPr>
        <p:blipFill>
          <a:blip r:embed="rId2"/>
          <a:stretch>
            <a:fillRect/>
          </a:stretch>
        </p:blipFill>
        <p:spPr>
          <a:xfrm>
            <a:off x="567542" y="2187126"/>
            <a:ext cx="3672764" cy="4177982"/>
          </a:xfrm>
          <a:prstGeom prst="rect">
            <a:avLst/>
          </a:prstGeom>
        </p:spPr>
      </p:pic>
    </p:spTree>
    <p:extLst>
      <p:ext uri="{BB962C8B-B14F-4D97-AF65-F5344CB8AC3E}">
        <p14:creationId xmlns:p14="http://schemas.microsoft.com/office/powerpoint/2010/main" val="38953580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631904" cy="584775"/>
          </a:xfrm>
          <a:prstGeom prst="rect">
            <a:avLst/>
          </a:prstGeom>
          <a:noFill/>
        </p:spPr>
        <p:txBody>
          <a:bodyPr wrap="none" rtlCol="0">
            <a:spAutoFit/>
          </a:bodyPr>
          <a:lstStyle/>
          <a:p>
            <a:r>
              <a:rPr kumimoji="1" lang="en-US" altLang="ja-JP" sz="3200" b="1" u="sng" dirty="0"/>
              <a:t>UI</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7879080" cy="830997"/>
          </a:xfrm>
          <a:prstGeom prst="rect">
            <a:avLst/>
          </a:prstGeom>
          <a:noFill/>
        </p:spPr>
        <p:txBody>
          <a:bodyPr wrap="none" rtlCol="0">
            <a:spAutoFit/>
          </a:bodyPr>
          <a:lstStyle/>
          <a:p>
            <a:r>
              <a:rPr kumimoji="1" lang="ja-JP" altLang="en-US" sz="2400" dirty="0"/>
              <a:t>ウィジェットもコンテンツブラウザから追加できます。</a:t>
            </a:r>
            <a:endParaRPr kumimoji="1" lang="en-US" altLang="ja-JP" sz="2400" dirty="0"/>
          </a:p>
          <a:p>
            <a:r>
              <a:rPr lang="ja-JP" altLang="en-US" sz="2400" dirty="0"/>
              <a:t>右クリックメニューから追加しましょう。</a:t>
            </a:r>
            <a:endParaRPr kumimoji="1" lang="en-US" altLang="ja-JP" sz="2400" dirty="0"/>
          </a:p>
        </p:txBody>
      </p:sp>
      <p:pic>
        <p:nvPicPr>
          <p:cNvPr id="5" name="図 4">
            <a:extLst>
              <a:ext uri="{FF2B5EF4-FFF2-40B4-BE49-F238E27FC236}">
                <a16:creationId xmlns:a16="http://schemas.microsoft.com/office/drawing/2014/main" id="{2B375F81-2DDD-4BE4-B0EB-FC3F7C9B687B}"/>
              </a:ext>
            </a:extLst>
          </p:cNvPr>
          <p:cNvPicPr>
            <a:picLocks noChangeAspect="1"/>
          </p:cNvPicPr>
          <p:nvPr/>
        </p:nvPicPr>
        <p:blipFill>
          <a:blip r:embed="rId2"/>
          <a:stretch>
            <a:fillRect/>
          </a:stretch>
        </p:blipFill>
        <p:spPr>
          <a:xfrm>
            <a:off x="567542" y="2187126"/>
            <a:ext cx="9401428" cy="3711650"/>
          </a:xfrm>
          <a:prstGeom prst="rect">
            <a:avLst/>
          </a:prstGeom>
        </p:spPr>
      </p:pic>
    </p:spTree>
    <p:extLst>
      <p:ext uri="{BB962C8B-B14F-4D97-AF65-F5344CB8AC3E}">
        <p14:creationId xmlns:p14="http://schemas.microsoft.com/office/powerpoint/2010/main" val="20943767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631904" cy="584775"/>
          </a:xfrm>
          <a:prstGeom prst="rect">
            <a:avLst/>
          </a:prstGeom>
          <a:noFill/>
        </p:spPr>
        <p:txBody>
          <a:bodyPr wrap="none" rtlCol="0">
            <a:spAutoFit/>
          </a:bodyPr>
          <a:lstStyle/>
          <a:p>
            <a:r>
              <a:rPr kumimoji="1" lang="en-US" altLang="ja-JP" sz="3200" b="1" u="sng" dirty="0"/>
              <a:t>UI</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8475397" cy="461665"/>
          </a:xfrm>
          <a:prstGeom prst="rect">
            <a:avLst/>
          </a:prstGeom>
          <a:noFill/>
        </p:spPr>
        <p:txBody>
          <a:bodyPr wrap="none" rtlCol="0">
            <a:spAutoFit/>
          </a:bodyPr>
          <a:lstStyle/>
          <a:p>
            <a:r>
              <a:rPr kumimoji="1" lang="ja-JP" altLang="en-US" sz="2400" dirty="0"/>
              <a:t>親クラスはほとんどの場合「</a:t>
            </a:r>
            <a:r>
              <a:rPr kumimoji="1" lang="en-US" altLang="ja-JP" sz="2400" b="1" dirty="0">
                <a:solidFill>
                  <a:srgbClr val="FF0000"/>
                </a:solidFill>
              </a:rPr>
              <a:t>User Widget</a:t>
            </a:r>
            <a:r>
              <a:rPr kumimoji="1" lang="ja-JP" altLang="en-US" sz="2400" dirty="0"/>
              <a:t>」で大丈夫です。</a:t>
            </a:r>
            <a:endParaRPr kumimoji="1" lang="en-US" altLang="ja-JP" sz="2400" dirty="0"/>
          </a:p>
        </p:txBody>
      </p:sp>
      <p:pic>
        <p:nvPicPr>
          <p:cNvPr id="3" name="図 2">
            <a:extLst>
              <a:ext uri="{FF2B5EF4-FFF2-40B4-BE49-F238E27FC236}">
                <a16:creationId xmlns:a16="http://schemas.microsoft.com/office/drawing/2014/main" id="{BA004DEF-2357-4E2D-8236-F3989ECF69E3}"/>
              </a:ext>
            </a:extLst>
          </p:cNvPr>
          <p:cNvPicPr>
            <a:picLocks noChangeAspect="1"/>
          </p:cNvPicPr>
          <p:nvPr/>
        </p:nvPicPr>
        <p:blipFill>
          <a:blip r:embed="rId2"/>
          <a:stretch>
            <a:fillRect/>
          </a:stretch>
        </p:blipFill>
        <p:spPr>
          <a:xfrm>
            <a:off x="567542" y="1817794"/>
            <a:ext cx="6005268" cy="4548252"/>
          </a:xfrm>
          <a:prstGeom prst="rect">
            <a:avLst/>
          </a:prstGeom>
        </p:spPr>
      </p:pic>
    </p:spTree>
    <p:extLst>
      <p:ext uri="{BB962C8B-B14F-4D97-AF65-F5344CB8AC3E}">
        <p14:creationId xmlns:p14="http://schemas.microsoft.com/office/powerpoint/2010/main" val="35700565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631904" cy="584775"/>
          </a:xfrm>
          <a:prstGeom prst="rect">
            <a:avLst/>
          </a:prstGeom>
          <a:noFill/>
        </p:spPr>
        <p:txBody>
          <a:bodyPr wrap="none" rtlCol="0">
            <a:spAutoFit/>
          </a:bodyPr>
          <a:lstStyle/>
          <a:p>
            <a:r>
              <a:rPr kumimoji="1" lang="en-US" altLang="ja-JP" sz="3200" b="1" u="sng" dirty="0"/>
              <a:t>UI</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4493538" cy="461665"/>
          </a:xfrm>
          <a:prstGeom prst="rect">
            <a:avLst/>
          </a:prstGeom>
          <a:noFill/>
        </p:spPr>
        <p:txBody>
          <a:bodyPr wrap="none" rtlCol="0">
            <a:spAutoFit/>
          </a:bodyPr>
          <a:lstStyle/>
          <a:p>
            <a:r>
              <a:rPr kumimoji="1" lang="ja-JP" altLang="en-US" sz="2400" dirty="0"/>
              <a:t>開くと専用の画面が開きます。</a:t>
            </a:r>
            <a:endParaRPr kumimoji="1" lang="en-US" altLang="ja-JP" sz="2400" dirty="0"/>
          </a:p>
        </p:txBody>
      </p:sp>
      <p:pic>
        <p:nvPicPr>
          <p:cNvPr id="5" name="図 4">
            <a:extLst>
              <a:ext uri="{FF2B5EF4-FFF2-40B4-BE49-F238E27FC236}">
                <a16:creationId xmlns:a16="http://schemas.microsoft.com/office/drawing/2014/main" id="{E76E2B9B-3C46-4677-B333-363AB0958BE5}"/>
              </a:ext>
            </a:extLst>
          </p:cNvPr>
          <p:cNvPicPr>
            <a:picLocks noChangeAspect="1"/>
          </p:cNvPicPr>
          <p:nvPr/>
        </p:nvPicPr>
        <p:blipFill>
          <a:blip r:embed="rId2"/>
          <a:stretch>
            <a:fillRect/>
          </a:stretch>
        </p:blipFill>
        <p:spPr>
          <a:xfrm>
            <a:off x="567542" y="1817794"/>
            <a:ext cx="8449270" cy="4548252"/>
          </a:xfrm>
          <a:prstGeom prst="rect">
            <a:avLst/>
          </a:prstGeom>
        </p:spPr>
      </p:pic>
    </p:spTree>
    <p:extLst>
      <p:ext uri="{BB962C8B-B14F-4D97-AF65-F5344CB8AC3E}">
        <p14:creationId xmlns:p14="http://schemas.microsoft.com/office/powerpoint/2010/main" val="16249487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631904" cy="584775"/>
          </a:xfrm>
          <a:prstGeom prst="rect">
            <a:avLst/>
          </a:prstGeom>
          <a:noFill/>
        </p:spPr>
        <p:txBody>
          <a:bodyPr wrap="none" rtlCol="0">
            <a:spAutoFit/>
          </a:bodyPr>
          <a:lstStyle/>
          <a:p>
            <a:r>
              <a:rPr kumimoji="1" lang="en-US" altLang="ja-JP" sz="3200" b="1" u="sng" dirty="0"/>
              <a:t>UI</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8812028" cy="830997"/>
          </a:xfrm>
          <a:prstGeom prst="rect">
            <a:avLst/>
          </a:prstGeom>
          <a:noFill/>
        </p:spPr>
        <p:txBody>
          <a:bodyPr wrap="none" rtlCol="0">
            <a:spAutoFit/>
          </a:bodyPr>
          <a:lstStyle/>
          <a:p>
            <a:r>
              <a:rPr kumimoji="1" lang="en-US" altLang="ja-JP" sz="2400" dirty="0"/>
              <a:t>UI</a:t>
            </a:r>
            <a:r>
              <a:rPr kumimoji="1" lang="ja-JP" altLang="en-US" sz="2400" dirty="0"/>
              <a:t>を配置するにはベースとなる</a:t>
            </a:r>
            <a:r>
              <a:rPr kumimoji="1" lang="ja-JP" altLang="en-US" sz="2400" b="1" dirty="0">
                <a:solidFill>
                  <a:srgbClr val="FF0000"/>
                </a:solidFill>
              </a:rPr>
              <a:t>キャンバス</a:t>
            </a:r>
            <a:r>
              <a:rPr kumimoji="1" lang="ja-JP" altLang="en-US" sz="2400" dirty="0"/>
              <a:t>が必要になります。</a:t>
            </a:r>
            <a:endParaRPr kumimoji="1" lang="en-US" altLang="ja-JP" sz="2400" dirty="0"/>
          </a:p>
          <a:p>
            <a:r>
              <a:rPr lang="ja-JP" altLang="en-US" sz="2400" dirty="0"/>
              <a:t>パレットから「</a:t>
            </a:r>
            <a:r>
              <a:rPr lang="ja-JP" altLang="en-US" sz="2400" b="1" dirty="0">
                <a:solidFill>
                  <a:srgbClr val="FF0000"/>
                </a:solidFill>
              </a:rPr>
              <a:t>キャンバスパネル</a:t>
            </a:r>
            <a:r>
              <a:rPr lang="ja-JP" altLang="en-US" sz="2400" dirty="0"/>
              <a:t>」を探して配置しましょう。</a:t>
            </a:r>
            <a:endParaRPr kumimoji="1" lang="en-US" altLang="ja-JP" sz="2400" dirty="0"/>
          </a:p>
        </p:txBody>
      </p:sp>
      <p:pic>
        <p:nvPicPr>
          <p:cNvPr id="3" name="図 2">
            <a:extLst>
              <a:ext uri="{FF2B5EF4-FFF2-40B4-BE49-F238E27FC236}">
                <a16:creationId xmlns:a16="http://schemas.microsoft.com/office/drawing/2014/main" id="{0D444207-B296-4E38-ACD6-F23FAA120981}"/>
              </a:ext>
            </a:extLst>
          </p:cNvPr>
          <p:cNvPicPr>
            <a:picLocks noChangeAspect="1"/>
          </p:cNvPicPr>
          <p:nvPr/>
        </p:nvPicPr>
        <p:blipFill>
          <a:blip r:embed="rId2"/>
          <a:stretch>
            <a:fillRect/>
          </a:stretch>
        </p:blipFill>
        <p:spPr>
          <a:xfrm>
            <a:off x="567542" y="2187126"/>
            <a:ext cx="9141889" cy="3613039"/>
          </a:xfrm>
          <a:prstGeom prst="rect">
            <a:avLst/>
          </a:prstGeom>
        </p:spPr>
      </p:pic>
      <p:sp>
        <p:nvSpPr>
          <p:cNvPr id="7" name="テキスト ボックス 6">
            <a:extLst>
              <a:ext uri="{FF2B5EF4-FFF2-40B4-BE49-F238E27FC236}">
                <a16:creationId xmlns:a16="http://schemas.microsoft.com/office/drawing/2014/main" id="{F1A5F85A-E113-4A2F-B66F-D253FB0EE9C8}"/>
              </a:ext>
            </a:extLst>
          </p:cNvPr>
          <p:cNvSpPr txBox="1"/>
          <p:nvPr/>
        </p:nvSpPr>
        <p:spPr>
          <a:xfrm>
            <a:off x="567542" y="5939865"/>
            <a:ext cx="6647974" cy="461665"/>
          </a:xfrm>
          <a:prstGeom prst="rect">
            <a:avLst/>
          </a:prstGeom>
          <a:noFill/>
        </p:spPr>
        <p:txBody>
          <a:bodyPr wrap="none" rtlCol="0">
            <a:spAutoFit/>
          </a:bodyPr>
          <a:lstStyle/>
          <a:p>
            <a:r>
              <a:rPr kumimoji="1" lang="en-US" altLang="ja-JP" sz="2400" dirty="0"/>
              <a:t>※</a:t>
            </a:r>
            <a:r>
              <a:rPr kumimoji="1" lang="ja-JP" altLang="en-US" sz="2400" dirty="0"/>
              <a:t>キャンバスを画面と見立てると良いでしょう</a:t>
            </a:r>
            <a:endParaRPr kumimoji="1" lang="en-US" altLang="ja-JP" sz="2400" dirty="0"/>
          </a:p>
        </p:txBody>
      </p:sp>
    </p:spTree>
    <p:extLst>
      <p:ext uri="{BB962C8B-B14F-4D97-AF65-F5344CB8AC3E}">
        <p14:creationId xmlns:p14="http://schemas.microsoft.com/office/powerpoint/2010/main" val="33399925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631904" cy="584775"/>
          </a:xfrm>
          <a:prstGeom prst="rect">
            <a:avLst/>
          </a:prstGeom>
          <a:noFill/>
        </p:spPr>
        <p:txBody>
          <a:bodyPr wrap="none" rtlCol="0">
            <a:spAutoFit/>
          </a:bodyPr>
          <a:lstStyle/>
          <a:p>
            <a:r>
              <a:rPr kumimoji="1" lang="en-US" altLang="ja-JP" sz="3200" b="1" u="sng" dirty="0"/>
              <a:t>UI</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6647974" cy="830997"/>
          </a:xfrm>
          <a:prstGeom prst="rect">
            <a:avLst/>
          </a:prstGeom>
          <a:noFill/>
        </p:spPr>
        <p:txBody>
          <a:bodyPr wrap="none" rtlCol="0">
            <a:spAutoFit/>
          </a:bodyPr>
          <a:lstStyle/>
          <a:p>
            <a:r>
              <a:rPr kumimoji="1" lang="ja-JP" altLang="en-US" sz="2400" b="1" dirty="0">
                <a:solidFill>
                  <a:srgbClr val="FF0000"/>
                </a:solidFill>
              </a:rPr>
              <a:t>文字の配置</a:t>
            </a:r>
            <a:r>
              <a:rPr kumimoji="1" lang="ja-JP" altLang="en-US" sz="2400" dirty="0"/>
              <a:t>は「</a:t>
            </a:r>
            <a:r>
              <a:rPr kumimoji="1" lang="ja-JP" altLang="en-US" sz="2400" b="1" dirty="0">
                <a:solidFill>
                  <a:srgbClr val="FF0000"/>
                </a:solidFill>
              </a:rPr>
              <a:t>テキスト</a:t>
            </a:r>
            <a:r>
              <a:rPr kumimoji="1" lang="ja-JP" altLang="en-US" sz="2400" dirty="0"/>
              <a:t>」から配置できます。</a:t>
            </a:r>
            <a:endParaRPr kumimoji="1" lang="en-US" altLang="ja-JP" sz="2400" dirty="0"/>
          </a:p>
          <a:p>
            <a:r>
              <a:rPr lang="ja-JP" altLang="en-US" sz="2400" dirty="0"/>
              <a:t>ドラッグ＆ドロップで適当に配置しましょう。</a:t>
            </a:r>
            <a:endParaRPr kumimoji="1" lang="en-US" altLang="ja-JP" sz="2400" dirty="0"/>
          </a:p>
        </p:txBody>
      </p:sp>
      <p:pic>
        <p:nvPicPr>
          <p:cNvPr id="5" name="図 4">
            <a:extLst>
              <a:ext uri="{FF2B5EF4-FFF2-40B4-BE49-F238E27FC236}">
                <a16:creationId xmlns:a16="http://schemas.microsoft.com/office/drawing/2014/main" id="{0DA798ED-3C19-4FCD-BE85-1DA6A48F1D74}"/>
              </a:ext>
            </a:extLst>
          </p:cNvPr>
          <p:cNvPicPr>
            <a:picLocks noChangeAspect="1"/>
          </p:cNvPicPr>
          <p:nvPr/>
        </p:nvPicPr>
        <p:blipFill>
          <a:blip r:embed="rId2"/>
          <a:stretch>
            <a:fillRect/>
          </a:stretch>
        </p:blipFill>
        <p:spPr>
          <a:xfrm>
            <a:off x="567542" y="2187126"/>
            <a:ext cx="6647974" cy="4163303"/>
          </a:xfrm>
          <a:prstGeom prst="rect">
            <a:avLst/>
          </a:prstGeom>
        </p:spPr>
      </p:pic>
    </p:spTree>
    <p:extLst>
      <p:ext uri="{BB962C8B-B14F-4D97-AF65-F5344CB8AC3E}">
        <p14:creationId xmlns:p14="http://schemas.microsoft.com/office/powerpoint/2010/main" val="4462787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631904" cy="584775"/>
          </a:xfrm>
          <a:prstGeom prst="rect">
            <a:avLst/>
          </a:prstGeom>
          <a:noFill/>
        </p:spPr>
        <p:txBody>
          <a:bodyPr wrap="none" rtlCol="0">
            <a:spAutoFit/>
          </a:bodyPr>
          <a:lstStyle/>
          <a:p>
            <a:r>
              <a:rPr kumimoji="1" lang="en-US" altLang="ja-JP" sz="3200" b="1" u="sng" dirty="0"/>
              <a:t>UI</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7879080" cy="830997"/>
          </a:xfrm>
          <a:prstGeom prst="rect">
            <a:avLst/>
          </a:prstGeom>
          <a:noFill/>
        </p:spPr>
        <p:txBody>
          <a:bodyPr wrap="none" rtlCol="0">
            <a:spAutoFit/>
          </a:bodyPr>
          <a:lstStyle/>
          <a:p>
            <a:r>
              <a:rPr kumimoji="1" lang="ja-JP" altLang="en-US" sz="2400" dirty="0"/>
              <a:t>配置したオブジェクトは右側の詳細から設定できます。</a:t>
            </a:r>
            <a:endParaRPr kumimoji="1" lang="en-US" altLang="ja-JP" sz="2400" dirty="0"/>
          </a:p>
          <a:p>
            <a:r>
              <a:rPr lang="ja-JP" altLang="en-US" sz="2400" dirty="0"/>
              <a:t>以下のように設定してみましょう。</a:t>
            </a:r>
            <a:endParaRPr kumimoji="1" lang="en-US" altLang="ja-JP" sz="2400" dirty="0"/>
          </a:p>
        </p:txBody>
      </p:sp>
      <p:pic>
        <p:nvPicPr>
          <p:cNvPr id="11" name="図 10">
            <a:extLst>
              <a:ext uri="{FF2B5EF4-FFF2-40B4-BE49-F238E27FC236}">
                <a16:creationId xmlns:a16="http://schemas.microsoft.com/office/drawing/2014/main" id="{ABFCA1E1-974D-4717-8ED6-01228E6E8066}"/>
              </a:ext>
            </a:extLst>
          </p:cNvPr>
          <p:cNvPicPr>
            <a:picLocks noChangeAspect="1"/>
          </p:cNvPicPr>
          <p:nvPr/>
        </p:nvPicPr>
        <p:blipFill>
          <a:blip r:embed="rId2"/>
          <a:stretch>
            <a:fillRect/>
          </a:stretch>
        </p:blipFill>
        <p:spPr>
          <a:xfrm>
            <a:off x="567543" y="2187126"/>
            <a:ext cx="3466576" cy="4587086"/>
          </a:xfrm>
          <a:prstGeom prst="rect">
            <a:avLst/>
          </a:prstGeom>
        </p:spPr>
      </p:pic>
      <p:sp>
        <p:nvSpPr>
          <p:cNvPr id="12" name="正方形/長方形 11">
            <a:extLst>
              <a:ext uri="{FF2B5EF4-FFF2-40B4-BE49-F238E27FC236}">
                <a16:creationId xmlns:a16="http://schemas.microsoft.com/office/drawing/2014/main" id="{8892FC8B-C499-4FF7-A80E-BD6415C55C86}"/>
              </a:ext>
            </a:extLst>
          </p:cNvPr>
          <p:cNvSpPr/>
          <p:nvPr/>
        </p:nvSpPr>
        <p:spPr>
          <a:xfrm>
            <a:off x="567542" y="2356358"/>
            <a:ext cx="3466576" cy="225478"/>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a:extLst>
              <a:ext uri="{FF2B5EF4-FFF2-40B4-BE49-F238E27FC236}">
                <a16:creationId xmlns:a16="http://schemas.microsoft.com/office/drawing/2014/main" id="{57084089-6E44-4A69-AB6A-CE07AC945E1D}"/>
              </a:ext>
            </a:extLst>
          </p:cNvPr>
          <p:cNvSpPr/>
          <p:nvPr/>
        </p:nvSpPr>
        <p:spPr>
          <a:xfrm>
            <a:off x="567542" y="2751069"/>
            <a:ext cx="3466576" cy="421848"/>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正方形/長方形 13">
            <a:extLst>
              <a:ext uri="{FF2B5EF4-FFF2-40B4-BE49-F238E27FC236}">
                <a16:creationId xmlns:a16="http://schemas.microsoft.com/office/drawing/2014/main" id="{8EEE814E-CCDB-4902-A4B1-872F267568BD}"/>
              </a:ext>
            </a:extLst>
          </p:cNvPr>
          <p:cNvSpPr/>
          <p:nvPr/>
        </p:nvSpPr>
        <p:spPr>
          <a:xfrm>
            <a:off x="567542" y="4978183"/>
            <a:ext cx="3466576" cy="295835"/>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正方形/長方形 14">
            <a:extLst>
              <a:ext uri="{FF2B5EF4-FFF2-40B4-BE49-F238E27FC236}">
                <a16:creationId xmlns:a16="http://schemas.microsoft.com/office/drawing/2014/main" id="{59874EBA-92C4-41E3-A61F-2FF30071BE18}"/>
              </a:ext>
            </a:extLst>
          </p:cNvPr>
          <p:cNvSpPr/>
          <p:nvPr/>
        </p:nvSpPr>
        <p:spPr>
          <a:xfrm>
            <a:off x="567542" y="6366047"/>
            <a:ext cx="3466576" cy="410642"/>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7" name="図 16">
            <a:extLst>
              <a:ext uri="{FF2B5EF4-FFF2-40B4-BE49-F238E27FC236}">
                <a16:creationId xmlns:a16="http://schemas.microsoft.com/office/drawing/2014/main" id="{A652ABE8-6DCB-46BE-AE1C-818ED41DA0BB}"/>
              </a:ext>
            </a:extLst>
          </p:cNvPr>
          <p:cNvPicPr>
            <a:picLocks noChangeAspect="1"/>
          </p:cNvPicPr>
          <p:nvPr/>
        </p:nvPicPr>
        <p:blipFill>
          <a:blip r:embed="rId3"/>
          <a:stretch>
            <a:fillRect/>
          </a:stretch>
        </p:blipFill>
        <p:spPr>
          <a:xfrm>
            <a:off x="4507082" y="2187126"/>
            <a:ext cx="4201111" cy="1562318"/>
          </a:xfrm>
          <a:prstGeom prst="rect">
            <a:avLst/>
          </a:prstGeom>
        </p:spPr>
      </p:pic>
      <p:sp>
        <p:nvSpPr>
          <p:cNvPr id="18" name="テキスト ボックス 17">
            <a:extLst>
              <a:ext uri="{FF2B5EF4-FFF2-40B4-BE49-F238E27FC236}">
                <a16:creationId xmlns:a16="http://schemas.microsoft.com/office/drawing/2014/main" id="{09BA7419-13FE-4011-B85A-53B675F42E36}"/>
              </a:ext>
            </a:extLst>
          </p:cNvPr>
          <p:cNvSpPr txBox="1"/>
          <p:nvPr/>
        </p:nvSpPr>
        <p:spPr>
          <a:xfrm>
            <a:off x="4507082" y="4071911"/>
            <a:ext cx="5724644" cy="1569660"/>
          </a:xfrm>
          <a:prstGeom prst="rect">
            <a:avLst/>
          </a:prstGeom>
          <a:noFill/>
        </p:spPr>
        <p:txBody>
          <a:bodyPr wrap="none" rtlCol="0">
            <a:spAutoFit/>
          </a:bodyPr>
          <a:lstStyle/>
          <a:p>
            <a:r>
              <a:rPr kumimoji="1" lang="en-US" altLang="ja-JP" sz="2400" b="1" dirty="0">
                <a:solidFill>
                  <a:srgbClr val="00B050"/>
                </a:solidFill>
              </a:rPr>
              <a:t>MEMO</a:t>
            </a:r>
          </a:p>
          <a:p>
            <a:r>
              <a:rPr lang="en-US" altLang="ja-JP" sz="2400" b="1" dirty="0">
                <a:solidFill>
                  <a:srgbClr val="FF0000"/>
                </a:solidFill>
              </a:rPr>
              <a:t>Size To Content</a:t>
            </a:r>
            <a:r>
              <a:rPr lang="ja-JP" altLang="en-US" sz="2400" dirty="0"/>
              <a:t>は</a:t>
            </a:r>
            <a:endParaRPr lang="en-US" altLang="ja-JP" sz="2400" dirty="0"/>
          </a:p>
          <a:p>
            <a:r>
              <a:rPr kumimoji="1" lang="ja-JP" altLang="en-US" sz="2400" dirty="0"/>
              <a:t>内容に応じたサイズに自動で調整される</a:t>
            </a:r>
            <a:endParaRPr kumimoji="1" lang="en-US" altLang="ja-JP" sz="2400" dirty="0"/>
          </a:p>
          <a:p>
            <a:r>
              <a:rPr lang="ja-JP" altLang="en-US" sz="2400" dirty="0"/>
              <a:t>便利な機能です。</a:t>
            </a:r>
            <a:endParaRPr kumimoji="1" lang="en-US" altLang="ja-JP" sz="2400" dirty="0"/>
          </a:p>
        </p:txBody>
      </p:sp>
    </p:spTree>
    <p:extLst>
      <p:ext uri="{BB962C8B-B14F-4D97-AF65-F5344CB8AC3E}">
        <p14:creationId xmlns:p14="http://schemas.microsoft.com/office/powerpoint/2010/main" val="9232663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631904" cy="584775"/>
          </a:xfrm>
          <a:prstGeom prst="rect">
            <a:avLst/>
          </a:prstGeom>
          <a:noFill/>
        </p:spPr>
        <p:txBody>
          <a:bodyPr wrap="none" rtlCol="0">
            <a:spAutoFit/>
          </a:bodyPr>
          <a:lstStyle/>
          <a:p>
            <a:r>
              <a:rPr kumimoji="1" lang="en-US" altLang="ja-JP" sz="3200" b="1" u="sng" dirty="0"/>
              <a:t>UI</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7571303" cy="830997"/>
          </a:xfrm>
          <a:prstGeom prst="rect">
            <a:avLst/>
          </a:prstGeom>
          <a:noFill/>
        </p:spPr>
        <p:txBody>
          <a:bodyPr wrap="none" rtlCol="0">
            <a:spAutoFit/>
          </a:bodyPr>
          <a:lstStyle/>
          <a:p>
            <a:r>
              <a:rPr kumimoji="1" lang="en-US" altLang="ja-JP" sz="2400" dirty="0"/>
              <a:t>UI</a:t>
            </a:r>
            <a:r>
              <a:rPr kumimoji="1" lang="ja-JP" altLang="en-US" sz="2400" dirty="0"/>
              <a:t>で最も大事なのは</a:t>
            </a:r>
            <a:r>
              <a:rPr kumimoji="1" lang="ja-JP" altLang="en-US" sz="2400" b="1" dirty="0">
                <a:solidFill>
                  <a:srgbClr val="FF0000"/>
                </a:solidFill>
              </a:rPr>
              <a:t>アンカー</a:t>
            </a:r>
            <a:r>
              <a:rPr kumimoji="1" lang="ja-JP" altLang="en-US" sz="2400" dirty="0"/>
              <a:t>になります。</a:t>
            </a:r>
            <a:endParaRPr kumimoji="1" lang="en-US" altLang="ja-JP" sz="2400" dirty="0"/>
          </a:p>
          <a:p>
            <a:r>
              <a:rPr lang="ja-JP" altLang="en-US" sz="2400" dirty="0"/>
              <a:t>画面のどの部分を基準に表示するかというものです。</a:t>
            </a:r>
            <a:endParaRPr kumimoji="1" lang="en-US" altLang="ja-JP" sz="2400" dirty="0"/>
          </a:p>
        </p:txBody>
      </p:sp>
      <p:pic>
        <p:nvPicPr>
          <p:cNvPr id="3" name="図 2">
            <a:extLst>
              <a:ext uri="{FF2B5EF4-FFF2-40B4-BE49-F238E27FC236}">
                <a16:creationId xmlns:a16="http://schemas.microsoft.com/office/drawing/2014/main" id="{0A1FDE6A-AE94-4289-A186-DDF5DA69FB11}"/>
              </a:ext>
            </a:extLst>
          </p:cNvPr>
          <p:cNvPicPr>
            <a:picLocks noChangeAspect="1"/>
          </p:cNvPicPr>
          <p:nvPr/>
        </p:nvPicPr>
        <p:blipFill>
          <a:blip r:embed="rId2"/>
          <a:stretch>
            <a:fillRect/>
          </a:stretch>
        </p:blipFill>
        <p:spPr>
          <a:xfrm>
            <a:off x="567543" y="2187126"/>
            <a:ext cx="6311344" cy="3828192"/>
          </a:xfrm>
          <a:prstGeom prst="rect">
            <a:avLst/>
          </a:prstGeom>
        </p:spPr>
      </p:pic>
      <p:sp>
        <p:nvSpPr>
          <p:cNvPr id="16" name="テキスト ボックス 15">
            <a:extLst>
              <a:ext uri="{FF2B5EF4-FFF2-40B4-BE49-F238E27FC236}">
                <a16:creationId xmlns:a16="http://schemas.microsoft.com/office/drawing/2014/main" id="{467B949F-2B4D-4B20-BB23-78B5E85DCB90}"/>
              </a:ext>
            </a:extLst>
          </p:cNvPr>
          <p:cNvSpPr txBox="1"/>
          <p:nvPr/>
        </p:nvSpPr>
        <p:spPr>
          <a:xfrm>
            <a:off x="567541" y="6155018"/>
            <a:ext cx="7571303" cy="461665"/>
          </a:xfrm>
          <a:prstGeom prst="rect">
            <a:avLst/>
          </a:prstGeom>
          <a:noFill/>
        </p:spPr>
        <p:txBody>
          <a:bodyPr wrap="none" rtlCol="0">
            <a:spAutoFit/>
          </a:bodyPr>
          <a:lstStyle/>
          <a:p>
            <a:r>
              <a:rPr kumimoji="1" lang="en-US" altLang="ja-JP" sz="2400" dirty="0"/>
              <a:t>※</a:t>
            </a:r>
            <a:r>
              <a:rPr kumimoji="1" lang="ja-JP" altLang="en-US" sz="2400" dirty="0"/>
              <a:t>タイトルロゴだったら真ん中を基準に配置したい。</a:t>
            </a:r>
            <a:endParaRPr kumimoji="1" lang="en-US" altLang="ja-JP" sz="2400" dirty="0"/>
          </a:p>
        </p:txBody>
      </p:sp>
    </p:spTree>
    <p:extLst>
      <p:ext uri="{BB962C8B-B14F-4D97-AF65-F5344CB8AC3E}">
        <p14:creationId xmlns:p14="http://schemas.microsoft.com/office/powerpoint/2010/main" val="15442605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631904" cy="584775"/>
          </a:xfrm>
          <a:prstGeom prst="rect">
            <a:avLst/>
          </a:prstGeom>
          <a:noFill/>
        </p:spPr>
        <p:txBody>
          <a:bodyPr wrap="none" rtlCol="0">
            <a:spAutoFit/>
          </a:bodyPr>
          <a:lstStyle/>
          <a:p>
            <a:r>
              <a:rPr kumimoji="1" lang="en-US" altLang="ja-JP" sz="3200" b="1" u="sng" dirty="0"/>
              <a:t>UI</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9313768" cy="830997"/>
          </a:xfrm>
          <a:prstGeom prst="rect">
            <a:avLst/>
          </a:prstGeom>
          <a:noFill/>
        </p:spPr>
        <p:txBody>
          <a:bodyPr wrap="none" rtlCol="0">
            <a:spAutoFit/>
          </a:bodyPr>
          <a:lstStyle/>
          <a:p>
            <a:r>
              <a:rPr kumimoji="1" lang="ja-JP" altLang="en-US" sz="2400" dirty="0"/>
              <a:t>テキストを中央上部基準に配置します。</a:t>
            </a:r>
            <a:endParaRPr kumimoji="1" lang="en-US" altLang="ja-JP" sz="2400" dirty="0"/>
          </a:p>
          <a:p>
            <a:r>
              <a:rPr kumimoji="1" lang="ja-JP" altLang="en-US" sz="2400" dirty="0"/>
              <a:t>アンカーの設定で中央上を選択し、座標を（</a:t>
            </a:r>
            <a:r>
              <a:rPr kumimoji="1" lang="en-US" altLang="ja-JP" sz="2400" dirty="0"/>
              <a:t>0, 0</a:t>
            </a:r>
            <a:r>
              <a:rPr kumimoji="1" lang="ja-JP" altLang="en-US" sz="2400" dirty="0"/>
              <a:t>）にしましょう。</a:t>
            </a:r>
            <a:endParaRPr kumimoji="1" lang="en-US" altLang="ja-JP" sz="2400" dirty="0"/>
          </a:p>
        </p:txBody>
      </p:sp>
      <p:pic>
        <p:nvPicPr>
          <p:cNvPr id="5" name="図 4">
            <a:extLst>
              <a:ext uri="{FF2B5EF4-FFF2-40B4-BE49-F238E27FC236}">
                <a16:creationId xmlns:a16="http://schemas.microsoft.com/office/drawing/2014/main" id="{A4DC3CE1-E1C6-4D83-9FD3-EBB079DD5003}"/>
              </a:ext>
            </a:extLst>
          </p:cNvPr>
          <p:cNvPicPr>
            <a:picLocks noChangeAspect="1"/>
          </p:cNvPicPr>
          <p:nvPr/>
        </p:nvPicPr>
        <p:blipFill>
          <a:blip r:embed="rId2"/>
          <a:stretch>
            <a:fillRect/>
          </a:stretch>
        </p:blipFill>
        <p:spPr>
          <a:xfrm>
            <a:off x="567542" y="2187127"/>
            <a:ext cx="4362513" cy="4178920"/>
          </a:xfrm>
          <a:prstGeom prst="rect">
            <a:avLst/>
          </a:prstGeom>
        </p:spPr>
      </p:pic>
      <p:sp>
        <p:nvSpPr>
          <p:cNvPr id="7" name="矢印: 右 6">
            <a:extLst>
              <a:ext uri="{FF2B5EF4-FFF2-40B4-BE49-F238E27FC236}">
                <a16:creationId xmlns:a16="http://schemas.microsoft.com/office/drawing/2014/main" id="{4D6D80E4-C2B4-45D5-890C-0ACB75B6AC77}"/>
              </a:ext>
            </a:extLst>
          </p:cNvPr>
          <p:cNvSpPr/>
          <p:nvPr/>
        </p:nvSpPr>
        <p:spPr>
          <a:xfrm rot="13629010">
            <a:off x="2958352" y="3917576"/>
            <a:ext cx="591671" cy="466165"/>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9" name="図 8">
            <a:extLst>
              <a:ext uri="{FF2B5EF4-FFF2-40B4-BE49-F238E27FC236}">
                <a16:creationId xmlns:a16="http://schemas.microsoft.com/office/drawing/2014/main" id="{D4E7274A-35AC-422C-A0F6-EE482CD0F41B}"/>
              </a:ext>
            </a:extLst>
          </p:cNvPr>
          <p:cNvPicPr>
            <a:picLocks noChangeAspect="1"/>
          </p:cNvPicPr>
          <p:nvPr/>
        </p:nvPicPr>
        <p:blipFill>
          <a:blip r:embed="rId3"/>
          <a:stretch>
            <a:fillRect/>
          </a:stretch>
        </p:blipFill>
        <p:spPr>
          <a:xfrm>
            <a:off x="5297529" y="2187126"/>
            <a:ext cx="6002669" cy="4178920"/>
          </a:xfrm>
          <a:prstGeom prst="rect">
            <a:avLst/>
          </a:prstGeom>
        </p:spPr>
      </p:pic>
      <p:sp>
        <p:nvSpPr>
          <p:cNvPr id="11" name="正方形/長方形 10">
            <a:extLst>
              <a:ext uri="{FF2B5EF4-FFF2-40B4-BE49-F238E27FC236}">
                <a16:creationId xmlns:a16="http://schemas.microsoft.com/office/drawing/2014/main" id="{B5970DD1-6523-4FD6-8B14-C3B52BC9EC8F}"/>
              </a:ext>
            </a:extLst>
          </p:cNvPr>
          <p:cNvSpPr/>
          <p:nvPr/>
        </p:nvSpPr>
        <p:spPr>
          <a:xfrm>
            <a:off x="5297528" y="4002740"/>
            <a:ext cx="6002669" cy="739589"/>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6407907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631904" cy="584775"/>
          </a:xfrm>
          <a:prstGeom prst="rect">
            <a:avLst/>
          </a:prstGeom>
          <a:noFill/>
        </p:spPr>
        <p:txBody>
          <a:bodyPr wrap="none" rtlCol="0">
            <a:spAutoFit/>
          </a:bodyPr>
          <a:lstStyle/>
          <a:p>
            <a:r>
              <a:rPr kumimoji="1" lang="en-US" altLang="ja-JP" sz="3200" b="1" u="sng" dirty="0"/>
              <a:t>UI</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8494633" cy="830997"/>
          </a:xfrm>
          <a:prstGeom prst="rect">
            <a:avLst/>
          </a:prstGeom>
          <a:noFill/>
        </p:spPr>
        <p:txBody>
          <a:bodyPr wrap="none" rtlCol="0">
            <a:spAutoFit/>
          </a:bodyPr>
          <a:lstStyle/>
          <a:p>
            <a:r>
              <a:rPr kumimoji="1" lang="ja-JP" altLang="en-US" sz="2400" dirty="0"/>
              <a:t>キャンバスのサイズ（画面サイズ）を変更しても、</a:t>
            </a:r>
            <a:endParaRPr kumimoji="1" lang="en-US" altLang="ja-JP" sz="2400" dirty="0"/>
          </a:p>
          <a:p>
            <a:r>
              <a:rPr lang="ja-JP" altLang="en-US" sz="2400" b="1" dirty="0">
                <a:solidFill>
                  <a:srgbClr val="FF0000"/>
                </a:solidFill>
              </a:rPr>
              <a:t>必ずテキストの左上が中央上に配置</a:t>
            </a:r>
            <a:r>
              <a:rPr lang="ja-JP" altLang="en-US" sz="2400" dirty="0"/>
              <a:t>されるようになります。</a:t>
            </a:r>
            <a:endParaRPr kumimoji="1" lang="en-US" altLang="ja-JP" sz="2400" dirty="0"/>
          </a:p>
        </p:txBody>
      </p:sp>
      <p:pic>
        <p:nvPicPr>
          <p:cNvPr id="3" name="図 2">
            <a:extLst>
              <a:ext uri="{FF2B5EF4-FFF2-40B4-BE49-F238E27FC236}">
                <a16:creationId xmlns:a16="http://schemas.microsoft.com/office/drawing/2014/main" id="{9FA3B75A-22FD-46DD-B018-36DC97463EB4}"/>
              </a:ext>
            </a:extLst>
          </p:cNvPr>
          <p:cNvPicPr>
            <a:picLocks noChangeAspect="1"/>
          </p:cNvPicPr>
          <p:nvPr/>
        </p:nvPicPr>
        <p:blipFill>
          <a:blip r:embed="rId2"/>
          <a:stretch>
            <a:fillRect/>
          </a:stretch>
        </p:blipFill>
        <p:spPr>
          <a:xfrm>
            <a:off x="567542" y="2187126"/>
            <a:ext cx="6036218" cy="4178920"/>
          </a:xfrm>
          <a:prstGeom prst="rect">
            <a:avLst/>
          </a:prstGeom>
        </p:spPr>
      </p:pic>
    </p:spTree>
    <p:extLst>
      <p:ext uri="{BB962C8B-B14F-4D97-AF65-F5344CB8AC3E}">
        <p14:creationId xmlns:p14="http://schemas.microsoft.com/office/powerpoint/2010/main" val="35830200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631904" cy="584775"/>
          </a:xfrm>
          <a:prstGeom prst="rect">
            <a:avLst/>
          </a:prstGeom>
          <a:noFill/>
        </p:spPr>
        <p:txBody>
          <a:bodyPr wrap="none" rtlCol="0">
            <a:spAutoFit/>
          </a:bodyPr>
          <a:lstStyle/>
          <a:p>
            <a:r>
              <a:rPr kumimoji="1" lang="en-US" altLang="ja-JP" sz="3200" b="1" u="sng" dirty="0"/>
              <a:t>UI</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8802410" cy="830997"/>
          </a:xfrm>
          <a:prstGeom prst="rect">
            <a:avLst/>
          </a:prstGeom>
          <a:noFill/>
        </p:spPr>
        <p:txBody>
          <a:bodyPr wrap="none" rtlCol="0">
            <a:spAutoFit/>
          </a:bodyPr>
          <a:lstStyle/>
          <a:p>
            <a:r>
              <a:rPr lang="ja-JP" altLang="en-US" sz="2400" dirty="0"/>
              <a:t>現状、オブジェクト自体の基点は左上に設定されています。</a:t>
            </a:r>
            <a:endParaRPr lang="en-US" altLang="ja-JP" sz="2400" dirty="0"/>
          </a:p>
          <a:p>
            <a:r>
              <a:rPr kumimoji="1" lang="ja-JP" altLang="en-US" sz="2400" dirty="0"/>
              <a:t>オブジェクト自体の基点</a:t>
            </a:r>
            <a:r>
              <a:rPr kumimoji="1" lang="en-US" altLang="ja-JP" sz="2400" b="1" dirty="0">
                <a:solidFill>
                  <a:srgbClr val="FF0000"/>
                </a:solidFill>
              </a:rPr>
              <a:t>Alignment</a:t>
            </a:r>
            <a:r>
              <a:rPr kumimoji="1" lang="ja-JP" altLang="en-US" sz="2400" dirty="0"/>
              <a:t>で設定できます。</a:t>
            </a:r>
            <a:endParaRPr kumimoji="1" lang="en-US" altLang="ja-JP" sz="2400" dirty="0"/>
          </a:p>
        </p:txBody>
      </p:sp>
      <p:pic>
        <p:nvPicPr>
          <p:cNvPr id="5" name="図 4">
            <a:extLst>
              <a:ext uri="{FF2B5EF4-FFF2-40B4-BE49-F238E27FC236}">
                <a16:creationId xmlns:a16="http://schemas.microsoft.com/office/drawing/2014/main" id="{D05BB114-2231-432E-AF32-3797D413CAED}"/>
              </a:ext>
            </a:extLst>
          </p:cNvPr>
          <p:cNvPicPr>
            <a:picLocks noChangeAspect="1"/>
          </p:cNvPicPr>
          <p:nvPr/>
        </p:nvPicPr>
        <p:blipFill>
          <a:blip r:embed="rId2"/>
          <a:stretch>
            <a:fillRect/>
          </a:stretch>
        </p:blipFill>
        <p:spPr>
          <a:xfrm>
            <a:off x="567542" y="2187126"/>
            <a:ext cx="4725059" cy="3305636"/>
          </a:xfrm>
          <a:prstGeom prst="rect">
            <a:avLst/>
          </a:prstGeom>
        </p:spPr>
      </p:pic>
      <p:sp>
        <p:nvSpPr>
          <p:cNvPr id="8" name="正方形/長方形 7">
            <a:extLst>
              <a:ext uri="{FF2B5EF4-FFF2-40B4-BE49-F238E27FC236}">
                <a16:creationId xmlns:a16="http://schemas.microsoft.com/office/drawing/2014/main" id="{9427DF6C-FD58-4CFF-AAB7-8F3AF547B8B2}"/>
              </a:ext>
            </a:extLst>
          </p:cNvPr>
          <p:cNvSpPr/>
          <p:nvPr/>
        </p:nvSpPr>
        <p:spPr>
          <a:xfrm>
            <a:off x="567542" y="4661765"/>
            <a:ext cx="4725059" cy="830997"/>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テキスト ボックス 8">
            <a:extLst>
              <a:ext uri="{FF2B5EF4-FFF2-40B4-BE49-F238E27FC236}">
                <a16:creationId xmlns:a16="http://schemas.microsoft.com/office/drawing/2014/main" id="{C98154F4-972C-450B-894B-00B7B63AF11E}"/>
              </a:ext>
            </a:extLst>
          </p:cNvPr>
          <p:cNvSpPr txBox="1"/>
          <p:nvPr/>
        </p:nvSpPr>
        <p:spPr>
          <a:xfrm>
            <a:off x="567542" y="5632462"/>
            <a:ext cx="8186857" cy="461665"/>
          </a:xfrm>
          <a:prstGeom prst="rect">
            <a:avLst/>
          </a:prstGeom>
          <a:noFill/>
        </p:spPr>
        <p:txBody>
          <a:bodyPr wrap="none" rtlCol="0">
            <a:spAutoFit/>
          </a:bodyPr>
          <a:lstStyle/>
          <a:p>
            <a:r>
              <a:rPr lang="ja-JP" altLang="en-US" sz="2400" dirty="0"/>
              <a:t>これで</a:t>
            </a:r>
            <a:r>
              <a:rPr lang="ja-JP" altLang="en-US" sz="2400" b="1" dirty="0">
                <a:solidFill>
                  <a:srgbClr val="FF0000"/>
                </a:solidFill>
              </a:rPr>
              <a:t>どの画面サイズでも</a:t>
            </a:r>
            <a:r>
              <a:rPr lang="ja-JP" altLang="en-US" sz="2400" dirty="0"/>
              <a:t>中央上部固定で配置できます。</a:t>
            </a:r>
            <a:endParaRPr kumimoji="1" lang="en-US" altLang="ja-JP" sz="2400" dirty="0"/>
          </a:p>
        </p:txBody>
      </p:sp>
    </p:spTree>
    <p:extLst>
      <p:ext uri="{BB962C8B-B14F-4D97-AF65-F5344CB8AC3E}">
        <p14:creationId xmlns:p14="http://schemas.microsoft.com/office/powerpoint/2010/main" val="29322220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631904" cy="584775"/>
          </a:xfrm>
          <a:prstGeom prst="rect">
            <a:avLst/>
          </a:prstGeom>
          <a:noFill/>
        </p:spPr>
        <p:txBody>
          <a:bodyPr wrap="none" rtlCol="0">
            <a:spAutoFit/>
          </a:bodyPr>
          <a:lstStyle/>
          <a:p>
            <a:r>
              <a:rPr kumimoji="1" lang="en-US" altLang="ja-JP" sz="3200" b="1" u="sng" dirty="0"/>
              <a:t>UI</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5416868" cy="461665"/>
          </a:xfrm>
          <a:prstGeom prst="rect">
            <a:avLst/>
          </a:prstGeom>
          <a:noFill/>
        </p:spPr>
        <p:txBody>
          <a:bodyPr wrap="none" rtlCol="0">
            <a:spAutoFit/>
          </a:bodyPr>
          <a:lstStyle/>
          <a:p>
            <a:r>
              <a:rPr lang="ja-JP" altLang="en-US" sz="2400" dirty="0"/>
              <a:t>この状態から位置調整をしましょう。</a:t>
            </a:r>
            <a:endParaRPr kumimoji="1" lang="en-US" altLang="ja-JP" sz="2400" dirty="0"/>
          </a:p>
        </p:txBody>
      </p:sp>
      <p:pic>
        <p:nvPicPr>
          <p:cNvPr id="3" name="図 2">
            <a:extLst>
              <a:ext uri="{FF2B5EF4-FFF2-40B4-BE49-F238E27FC236}">
                <a16:creationId xmlns:a16="http://schemas.microsoft.com/office/drawing/2014/main" id="{05A4AE49-F2D1-4A57-9EB8-59503CEF747C}"/>
              </a:ext>
            </a:extLst>
          </p:cNvPr>
          <p:cNvPicPr>
            <a:picLocks noChangeAspect="1"/>
          </p:cNvPicPr>
          <p:nvPr/>
        </p:nvPicPr>
        <p:blipFill>
          <a:blip r:embed="rId2"/>
          <a:stretch>
            <a:fillRect/>
          </a:stretch>
        </p:blipFill>
        <p:spPr>
          <a:xfrm>
            <a:off x="567542" y="1817794"/>
            <a:ext cx="4734586" cy="2010056"/>
          </a:xfrm>
          <a:prstGeom prst="rect">
            <a:avLst/>
          </a:prstGeom>
        </p:spPr>
      </p:pic>
      <p:sp>
        <p:nvSpPr>
          <p:cNvPr id="10" name="正方形/長方形 9">
            <a:extLst>
              <a:ext uri="{FF2B5EF4-FFF2-40B4-BE49-F238E27FC236}">
                <a16:creationId xmlns:a16="http://schemas.microsoft.com/office/drawing/2014/main" id="{B2314D9C-6858-4A71-B046-2EA0A199DE1B}"/>
              </a:ext>
            </a:extLst>
          </p:cNvPr>
          <p:cNvSpPr/>
          <p:nvPr/>
        </p:nvSpPr>
        <p:spPr>
          <a:xfrm>
            <a:off x="577069" y="2822822"/>
            <a:ext cx="4725059" cy="1005028"/>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1" name="図 10">
            <a:extLst>
              <a:ext uri="{FF2B5EF4-FFF2-40B4-BE49-F238E27FC236}">
                <a16:creationId xmlns:a16="http://schemas.microsoft.com/office/drawing/2014/main" id="{A48B080D-A1F5-408B-8E60-DAC002EE0F7D}"/>
              </a:ext>
            </a:extLst>
          </p:cNvPr>
          <p:cNvPicPr>
            <a:picLocks noChangeAspect="1"/>
          </p:cNvPicPr>
          <p:nvPr/>
        </p:nvPicPr>
        <p:blipFill>
          <a:blip r:embed="rId3"/>
          <a:stretch>
            <a:fillRect/>
          </a:stretch>
        </p:blipFill>
        <p:spPr>
          <a:xfrm>
            <a:off x="567542" y="3967550"/>
            <a:ext cx="4425799" cy="2667605"/>
          </a:xfrm>
          <a:prstGeom prst="rect">
            <a:avLst/>
          </a:prstGeom>
        </p:spPr>
      </p:pic>
    </p:spTree>
    <p:extLst>
      <p:ext uri="{BB962C8B-B14F-4D97-AF65-F5344CB8AC3E}">
        <p14:creationId xmlns:p14="http://schemas.microsoft.com/office/powerpoint/2010/main" val="23332788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1569660" cy="584775"/>
          </a:xfrm>
          <a:prstGeom prst="rect">
            <a:avLst/>
          </a:prstGeom>
          <a:noFill/>
        </p:spPr>
        <p:txBody>
          <a:bodyPr wrap="none" rtlCol="0">
            <a:spAutoFit/>
          </a:bodyPr>
          <a:lstStyle/>
          <a:p>
            <a:r>
              <a:rPr kumimoji="1" lang="en-US" altLang="ja-JP" sz="3200" b="1" u="sng" dirty="0"/>
              <a:t>UI </a:t>
            </a:r>
            <a:r>
              <a:rPr lang="ja-JP" altLang="en-US" sz="3200" b="1" u="sng" dirty="0"/>
              <a:t>練習</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7738016" cy="830997"/>
          </a:xfrm>
          <a:prstGeom prst="rect">
            <a:avLst/>
          </a:prstGeom>
          <a:noFill/>
        </p:spPr>
        <p:txBody>
          <a:bodyPr wrap="none" rtlCol="0">
            <a:spAutoFit/>
          </a:bodyPr>
          <a:lstStyle/>
          <a:p>
            <a:r>
              <a:rPr lang="ja-JP" altLang="en-US" sz="2400" dirty="0"/>
              <a:t>同じ方法で「</a:t>
            </a:r>
            <a:r>
              <a:rPr lang="en-US" altLang="ja-JP" sz="2400" dirty="0"/>
              <a:t>Press Z Key</a:t>
            </a:r>
            <a:r>
              <a:rPr lang="ja-JP" altLang="en-US" sz="2400" dirty="0"/>
              <a:t>」の文字も配置しましょう。</a:t>
            </a:r>
            <a:endParaRPr lang="en-US" altLang="ja-JP" sz="2400" dirty="0"/>
          </a:p>
          <a:p>
            <a:r>
              <a:rPr kumimoji="1" lang="ja-JP" altLang="en-US" sz="2400" dirty="0"/>
              <a:t>アンカーは中央下部が良いでしょう。</a:t>
            </a:r>
            <a:endParaRPr kumimoji="1" lang="en-US" altLang="ja-JP" sz="2400" dirty="0"/>
          </a:p>
        </p:txBody>
      </p:sp>
      <p:pic>
        <p:nvPicPr>
          <p:cNvPr id="3" name="図 2">
            <a:extLst>
              <a:ext uri="{FF2B5EF4-FFF2-40B4-BE49-F238E27FC236}">
                <a16:creationId xmlns:a16="http://schemas.microsoft.com/office/drawing/2014/main" id="{7678962D-FA3A-49AF-9D2F-3C3B79000D52}"/>
              </a:ext>
            </a:extLst>
          </p:cNvPr>
          <p:cNvPicPr>
            <a:picLocks noChangeAspect="1"/>
          </p:cNvPicPr>
          <p:nvPr/>
        </p:nvPicPr>
        <p:blipFill>
          <a:blip r:embed="rId2"/>
          <a:stretch>
            <a:fillRect/>
          </a:stretch>
        </p:blipFill>
        <p:spPr>
          <a:xfrm>
            <a:off x="567542" y="2333885"/>
            <a:ext cx="7335274" cy="4305901"/>
          </a:xfrm>
          <a:prstGeom prst="rect">
            <a:avLst/>
          </a:prstGeom>
        </p:spPr>
      </p:pic>
    </p:spTree>
    <p:extLst>
      <p:ext uri="{BB962C8B-B14F-4D97-AF65-F5344CB8AC3E}">
        <p14:creationId xmlns:p14="http://schemas.microsoft.com/office/powerpoint/2010/main" val="36128755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631904" cy="584775"/>
          </a:xfrm>
          <a:prstGeom prst="rect">
            <a:avLst/>
          </a:prstGeom>
          <a:noFill/>
        </p:spPr>
        <p:txBody>
          <a:bodyPr wrap="none" rtlCol="0">
            <a:spAutoFit/>
          </a:bodyPr>
          <a:lstStyle/>
          <a:p>
            <a:r>
              <a:rPr kumimoji="1" lang="en-US" altLang="ja-JP" sz="3200" b="1" u="sng" dirty="0"/>
              <a:t>UI</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7571303" cy="830997"/>
          </a:xfrm>
          <a:prstGeom prst="rect">
            <a:avLst/>
          </a:prstGeom>
          <a:noFill/>
        </p:spPr>
        <p:txBody>
          <a:bodyPr wrap="none" rtlCol="0">
            <a:spAutoFit/>
          </a:bodyPr>
          <a:lstStyle/>
          <a:p>
            <a:r>
              <a:rPr lang="ja-JP" altLang="en-US" sz="2400" dirty="0"/>
              <a:t>ウィジェットは</a:t>
            </a:r>
            <a:r>
              <a:rPr lang="ja-JP" altLang="en-US" sz="2400" b="1" dirty="0">
                <a:solidFill>
                  <a:srgbClr val="FF0000"/>
                </a:solidFill>
              </a:rPr>
              <a:t>アニメーション</a:t>
            </a:r>
            <a:r>
              <a:rPr lang="ja-JP" altLang="en-US" sz="2400" dirty="0"/>
              <a:t>にも対応しています。</a:t>
            </a:r>
            <a:endParaRPr lang="en-US" altLang="ja-JP" sz="2400" dirty="0"/>
          </a:p>
          <a:p>
            <a:r>
              <a:rPr kumimoji="1" lang="ja-JP" altLang="en-US" sz="2400" dirty="0"/>
              <a:t>画面左下のアニメーションをクリックしましょう。</a:t>
            </a:r>
            <a:endParaRPr kumimoji="1" lang="en-US" altLang="ja-JP" sz="2400" dirty="0"/>
          </a:p>
        </p:txBody>
      </p:sp>
      <p:pic>
        <p:nvPicPr>
          <p:cNvPr id="5" name="図 4">
            <a:extLst>
              <a:ext uri="{FF2B5EF4-FFF2-40B4-BE49-F238E27FC236}">
                <a16:creationId xmlns:a16="http://schemas.microsoft.com/office/drawing/2014/main" id="{AE198798-D302-4880-AF7B-83C66C83C62A}"/>
              </a:ext>
            </a:extLst>
          </p:cNvPr>
          <p:cNvPicPr>
            <a:picLocks noChangeAspect="1"/>
          </p:cNvPicPr>
          <p:nvPr/>
        </p:nvPicPr>
        <p:blipFill>
          <a:blip r:embed="rId2"/>
          <a:stretch>
            <a:fillRect/>
          </a:stretch>
        </p:blipFill>
        <p:spPr>
          <a:xfrm>
            <a:off x="567542" y="2187125"/>
            <a:ext cx="7083312" cy="2623449"/>
          </a:xfrm>
          <a:prstGeom prst="rect">
            <a:avLst/>
          </a:prstGeom>
        </p:spPr>
      </p:pic>
      <p:sp>
        <p:nvSpPr>
          <p:cNvPr id="7" name="矢印: 右 6">
            <a:extLst>
              <a:ext uri="{FF2B5EF4-FFF2-40B4-BE49-F238E27FC236}">
                <a16:creationId xmlns:a16="http://schemas.microsoft.com/office/drawing/2014/main" id="{0C28607B-6146-4193-8696-10B184FDD311}"/>
              </a:ext>
            </a:extLst>
          </p:cNvPr>
          <p:cNvSpPr/>
          <p:nvPr/>
        </p:nvSpPr>
        <p:spPr>
          <a:xfrm rot="13807606">
            <a:off x="4141565" y="4784426"/>
            <a:ext cx="528917" cy="331695"/>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2491631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631904" cy="584775"/>
          </a:xfrm>
          <a:prstGeom prst="rect">
            <a:avLst/>
          </a:prstGeom>
          <a:noFill/>
        </p:spPr>
        <p:txBody>
          <a:bodyPr wrap="none" rtlCol="0">
            <a:spAutoFit/>
          </a:bodyPr>
          <a:lstStyle/>
          <a:p>
            <a:r>
              <a:rPr kumimoji="1" lang="en-US" altLang="ja-JP" sz="3200" b="1" u="sng" dirty="0"/>
              <a:t>UI</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8186857" cy="461665"/>
          </a:xfrm>
          <a:prstGeom prst="rect">
            <a:avLst/>
          </a:prstGeom>
          <a:noFill/>
        </p:spPr>
        <p:txBody>
          <a:bodyPr wrap="none" rtlCol="0">
            <a:spAutoFit/>
          </a:bodyPr>
          <a:lstStyle/>
          <a:p>
            <a:r>
              <a:rPr kumimoji="1" lang="ja-JP" altLang="en-US" sz="2400" dirty="0"/>
              <a:t>プラスボタンからアニメーションデータを追加できます。</a:t>
            </a:r>
            <a:endParaRPr kumimoji="1" lang="en-US" altLang="ja-JP" sz="2400" dirty="0"/>
          </a:p>
        </p:txBody>
      </p:sp>
      <p:pic>
        <p:nvPicPr>
          <p:cNvPr id="3" name="図 2">
            <a:extLst>
              <a:ext uri="{FF2B5EF4-FFF2-40B4-BE49-F238E27FC236}">
                <a16:creationId xmlns:a16="http://schemas.microsoft.com/office/drawing/2014/main" id="{AF453DD1-09CD-4BCE-98B7-7479BBD7270F}"/>
              </a:ext>
            </a:extLst>
          </p:cNvPr>
          <p:cNvPicPr>
            <a:picLocks noChangeAspect="1"/>
          </p:cNvPicPr>
          <p:nvPr/>
        </p:nvPicPr>
        <p:blipFill>
          <a:blip r:embed="rId2"/>
          <a:stretch>
            <a:fillRect/>
          </a:stretch>
        </p:blipFill>
        <p:spPr>
          <a:xfrm>
            <a:off x="567541" y="1817794"/>
            <a:ext cx="5818539" cy="3050041"/>
          </a:xfrm>
          <a:prstGeom prst="rect">
            <a:avLst/>
          </a:prstGeom>
        </p:spPr>
      </p:pic>
      <p:sp>
        <p:nvSpPr>
          <p:cNvPr id="8" name="矢印: 右 7">
            <a:extLst>
              <a:ext uri="{FF2B5EF4-FFF2-40B4-BE49-F238E27FC236}">
                <a16:creationId xmlns:a16="http://schemas.microsoft.com/office/drawing/2014/main" id="{A90AD167-FA3C-4773-BE3A-071B1E657C7F}"/>
              </a:ext>
            </a:extLst>
          </p:cNvPr>
          <p:cNvSpPr/>
          <p:nvPr/>
        </p:nvSpPr>
        <p:spPr>
          <a:xfrm rot="13807606">
            <a:off x="2915527" y="2953867"/>
            <a:ext cx="528917" cy="331695"/>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3082415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631904" cy="584775"/>
          </a:xfrm>
          <a:prstGeom prst="rect">
            <a:avLst/>
          </a:prstGeom>
          <a:noFill/>
        </p:spPr>
        <p:txBody>
          <a:bodyPr wrap="none" rtlCol="0">
            <a:spAutoFit/>
          </a:bodyPr>
          <a:lstStyle/>
          <a:p>
            <a:r>
              <a:rPr kumimoji="1" lang="en-US" altLang="ja-JP" sz="3200" b="1" u="sng" dirty="0"/>
              <a:t>UI</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7811754" cy="830997"/>
          </a:xfrm>
          <a:prstGeom prst="rect">
            <a:avLst/>
          </a:prstGeom>
          <a:noFill/>
        </p:spPr>
        <p:txBody>
          <a:bodyPr wrap="none" rtlCol="0">
            <a:spAutoFit/>
          </a:bodyPr>
          <a:lstStyle/>
          <a:p>
            <a:r>
              <a:rPr kumimoji="1" lang="ja-JP" altLang="en-US" sz="2400" b="1" dirty="0">
                <a:solidFill>
                  <a:srgbClr val="FF0000"/>
                </a:solidFill>
              </a:rPr>
              <a:t>「</a:t>
            </a:r>
            <a:r>
              <a:rPr kumimoji="1" lang="en-US" altLang="ja-JP" sz="2400" b="1" dirty="0">
                <a:solidFill>
                  <a:srgbClr val="FF0000"/>
                </a:solidFill>
              </a:rPr>
              <a:t>Press Z Key</a:t>
            </a:r>
            <a:r>
              <a:rPr kumimoji="1" lang="ja-JP" altLang="en-US" sz="2400" b="1" dirty="0">
                <a:solidFill>
                  <a:srgbClr val="FF0000"/>
                </a:solidFill>
              </a:rPr>
              <a:t>」を選択した状態</a:t>
            </a:r>
            <a:r>
              <a:rPr kumimoji="1" lang="ja-JP" altLang="en-US" sz="2400" dirty="0"/>
              <a:t>で</a:t>
            </a:r>
            <a:r>
              <a:rPr lang="ja-JP" altLang="en-US" sz="2400" dirty="0"/>
              <a:t>追加ボタンを押し、</a:t>
            </a:r>
            <a:endParaRPr lang="en-US" altLang="ja-JP" sz="2400" dirty="0"/>
          </a:p>
          <a:p>
            <a:r>
              <a:rPr kumimoji="1" lang="ja-JP" altLang="en-US" sz="2400" dirty="0"/>
              <a:t>テキストを選択しましょう。</a:t>
            </a:r>
            <a:endParaRPr kumimoji="1" lang="en-US" altLang="ja-JP" sz="2400" dirty="0"/>
          </a:p>
        </p:txBody>
      </p:sp>
      <p:pic>
        <p:nvPicPr>
          <p:cNvPr id="5" name="図 4">
            <a:extLst>
              <a:ext uri="{FF2B5EF4-FFF2-40B4-BE49-F238E27FC236}">
                <a16:creationId xmlns:a16="http://schemas.microsoft.com/office/drawing/2014/main" id="{F0D4DC65-50CB-4ACF-ADA8-208AF906040F}"/>
              </a:ext>
            </a:extLst>
          </p:cNvPr>
          <p:cNvPicPr>
            <a:picLocks noChangeAspect="1"/>
          </p:cNvPicPr>
          <p:nvPr/>
        </p:nvPicPr>
        <p:blipFill>
          <a:blip r:embed="rId2"/>
          <a:stretch>
            <a:fillRect/>
          </a:stretch>
        </p:blipFill>
        <p:spPr>
          <a:xfrm>
            <a:off x="567541" y="2189160"/>
            <a:ext cx="8153617" cy="3386887"/>
          </a:xfrm>
          <a:prstGeom prst="rect">
            <a:avLst/>
          </a:prstGeom>
        </p:spPr>
      </p:pic>
    </p:spTree>
    <p:extLst>
      <p:ext uri="{BB962C8B-B14F-4D97-AF65-F5344CB8AC3E}">
        <p14:creationId xmlns:p14="http://schemas.microsoft.com/office/powerpoint/2010/main" val="38081606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631904" cy="584775"/>
          </a:xfrm>
          <a:prstGeom prst="rect">
            <a:avLst/>
          </a:prstGeom>
          <a:noFill/>
        </p:spPr>
        <p:txBody>
          <a:bodyPr wrap="none" rtlCol="0">
            <a:spAutoFit/>
          </a:bodyPr>
          <a:lstStyle/>
          <a:p>
            <a:r>
              <a:rPr kumimoji="1" lang="en-US" altLang="ja-JP" sz="3200" b="1" u="sng" dirty="0"/>
              <a:t>UI</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8340745" cy="830997"/>
          </a:xfrm>
          <a:prstGeom prst="rect">
            <a:avLst/>
          </a:prstGeom>
          <a:noFill/>
        </p:spPr>
        <p:txBody>
          <a:bodyPr wrap="none" rtlCol="0">
            <a:spAutoFit/>
          </a:bodyPr>
          <a:lstStyle/>
          <a:p>
            <a:r>
              <a:rPr kumimoji="1" lang="ja-JP" altLang="en-US" sz="2400" dirty="0"/>
              <a:t>プラスボタンから「</a:t>
            </a:r>
            <a:r>
              <a:rPr kumimoji="1" lang="en-US" altLang="ja-JP" sz="2400" b="1" dirty="0">
                <a:solidFill>
                  <a:srgbClr val="FF0000"/>
                </a:solidFill>
              </a:rPr>
              <a:t>Render Opacity</a:t>
            </a:r>
            <a:r>
              <a:rPr kumimoji="1" lang="ja-JP" altLang="en-US" sz="2400" dirty="0"/>
              <a:t>」を選択しましょう。</a:t>
            </a:r>
            <a:endParaRPr kumimoji="1" lang="en-US" altLang="ja-JP" sz="2400" dirty="0"/>
          </a:p>
          <a:p>
            <a:r>
              <a:rPr lang="ja-JP" altLang="en-US" sz="2400" dirty="0"/>
              <a:t>透明度のパラメータになります。</a:t>
            </a:r>
            <a:endParaRPr kumimoji="1" lang="en-US" altLang="ja-JP" sz="2400" dirty="0"/>
          </a:p>
        </p:txBody>
      </p:sp>
      <p:pic>
        <p:nvPicPr>
          <p:cNvPr id="3" name="図 2">
            <a:extLst>
              <a:ext uri="{FF2B5EF4-FFF2-40B4-BE49-F238E27FC236}">
                <a16:creationId xmlns:a16="http://schemas.microsoft.com/office/drawing/2014/main" id="{C71FF544-C7AF-4D08-8542-EB8D466B6FAD}"/>
              </a:ext>
            </a:extLst>
          </p:cNvPr>
          <p:cNvPicPr>
            <a:picLocks noChangeAspect="1"/>
          </p:cNvPicPr>
          <p:nvPr/>
        </p:nvPicPr>
        <p:blipFill>
          <a:blip r:embed="rId2"/>
          <a:stretch>
            <a:fillRect/>
          </a:stretch>
        </p:blipFill>
        <p:spPr>
          <a:xfrm>
            <a:off x="567542" y="2187126"/>
            <a:ext cx="3681729" cy="4365766"/>
          </a:xfrm>
          <a:prstGeom prst="rect">
            <a:avLst/>
          </a:prstGeom>
        </p:spPr>
      </p:pic>
    </p:spTree>
    <p:extLst>
      <p:ext uri="{BB962C8B-B14F-4D97-AF65-F5344CB8AC3E}">
        <p14:creationId xmlns:p14="http://schemas.microsoft.com/office/powerpoint/2010/main" val="18591283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631904" cy="584775"/>
          </a:xfrm>
          <a:prstGeom prst="rect">
            <a:avLst/>
          </a:prstGeom>
          <a:noFill/>
        </p:spPr>
        <p:txBody>
          <a:bodyPr wrap="none" rtlCol="0">
            <a:spAutoFit/>
          </a:bodyPr>
          <a:lstStyle/>
          <a:p>
            <a:r>
              <a:rPr kumimoji="1" lang="en-US" altLang="ja-JP" sz="3200" b="1" u="sng" dirty="0"/>
              <a:t>UI</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0538462" cy="830997"/>
          </a:xfrm>
          <a:prstGeom prst="rect">
            <a:avLst/>
          </a:prstGeom>
          <a:noFill/>
        </p:spPr>
        <p:txBody>
          <a:bodyPr wrap="none" rtlCol="0">
            <a:spAutoFit/>
          </a:bodyPr>
          <a:lstStyle/>
          <a:p>
            <a:r>
              <a:rPr kumimoji="1" lang="ja-JP" altLang="en-US" sz="2400" dirty="0"/>
              <a:t>タイムラインを１に合わせて、「</a:t>
            </a:r>
            <a:r>
              <a:rPr kumimoji="1" lang="en-US" altLang="ja-JP" sz="2400" dirty="0"/>
              <a:t>Render Opacity</a:t>
            </a:r>
            <a:r>
              <a:rPr kumimoji="1" lang="ja-JP" altLang="en-US" sz="2400" dirty="0"/>
              <a:t>」の値を</a:t>
            </a:r>
            <a:r>
              <a:rPr kumimoji="1" lang="en-US" altLang="ja-JP" sz="2400" dirty="0"/>
              <a:t>0</a:t>
            </a:r>
            <a:r>
              <a:rPr kumimoji="1" lang="ja-JP" altLang="en-US" sz="2400" dirty="0"/>
              <a:t>にしましょう。</a:t>
            </a:r>
            <a:endParaRPr kumimoji="1" lang="en-US" altLang="ja-JP" sz="2400" dirty="0"/>
          </a:p>
          <a:p>
            <a:r>
              <a:rPr lang="ja-JP" altLang="en-US" sz="2400" b="1" dirty="0">
                <a:solidFill>
                  <a:srgbClr val="FF0000"/>
                </a:solidFill>
              </a:rPr>
              <a:t>入力したら</a:t>
            </a:r>
            <a:r>
              <a:rPr lang="en-US" altLang="ja-JP" sz="2400" b="1" dirty="0">
                <a:solidFill>
                  <a:srgbClr val="FF0000"/>
                </a:solidFill>
              </a:rPr>
              <a:t>Enter</a:t>
            </a:r>
            <a:r>
              <a:rPr lang="ja-JP" altLang="en-US" sz="2400" b="1" dirty="0">
                <a:solidFill>
                  <a:srgbClr val="FF0000"/>
                </a:solidFill>
              </a:rPr>
              <a:t>キーを必ず押してください。</a:t>
            </a:r>
            <a:endParaRPr kumimoji="1" lang="en-US" altLang="ja-JP" sz="2400" b="1" dirty="0">
              <a:solidFill>
                <a:srgbClr val="FF0000"/>
              </a:solidFill>
            </a:endParaRPr>
          </a:p>
        </p:txBody>
      </p:sp>
      <p:pic>
        <p:nvPicPr>
          <p:cNvPr id="5" name="図 4">
            <a:extLst>
              <a:ext uri="{FF2B5EF4-FFF2-40B4-BE49-F238E27FC236}">
                <a16:creationId xmlns:a16="http://schemas.microsoft.com/office/drawing/2014/main" id="{138DD3D8-A266-4D07-8A1D-102CACD7EC9C}"/>
              </a:ext>
            </a:extLst>
          </p:cNvPr>
          <p:cNvPicPr>
            <a:picLocks noChangeAspect="1"/>
          </p:cNvPicPr>
          <p:nvPr/>
        </p:nvPicPr>
        <p:blipFill>
          <a:blip r:embed="rId2"/>
          <a:stretch>
            <a:fillRect/>
          </a:stretch>
        </p:blipFill>
        <p:spPr>
          <a:xfrm>
            <a:off x="567542" y="2187126"/>
            <a:ext cx="8908780" cy="3290309"/>
          </a:xfrm>
          <a:prstGeom prst="rect">
            <a:avLst/>
          </a:prstGeom>
        </p:spPr>
      </p:pic>
    </p:spTree>
    <p:extLst>
      <p:ext uri="{BB962C8B-B14F-4D97-AF65-F5344CB8AC3E}">
        <p14:creationId xmlns:p14="http://schemas.microsoft.com/office/powerpoint/2010/main" val="41455190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631904" cy="584775"/>
          </a:xfrm>
          <a:prstGeom prst="rect">
            <a:avLst/>
          </a:prstGeom>
          <a:noFill/>
        </p:spPr>
        <p:txBody>
          <a:bodyPr wrap="none" rtlCol="0">
            <a:spAutoFit/>
          </a:bodyPr>
          <a:lstStyle/>
          <a:p>
            <a:r>
              <a:rPr kumimoji="1" lang="en-US" altLang="ja-JP" sz="3200" b="1" u="sng" dirty="0"/>
              <a:t>UI</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0538462" cy="830997"/>
          </a:xfrm>
          <a:prstGeom prst="rect">
            <a:avLst/>
          </a:prstGeom>
          <a:noFill/>
        </p:spPr>
        <p:txBody>
          <a:bodyPr wrap="none" rtlCol="0">
            <a:spAutoFit/>
          </a:bodyPr>
          <a:lstStyle/>
          <a:p>
            <a:r>
              <a:rPr kumimoji="1" lang="ja-JP" altLang="en-US" sz="2400" dirty="0"/>
              <a:t>タイムラインを２に合わせて、「</a:t>
            </a:r>
            <a:r>
              <a:rPr kumimoji="1" lang="en-US" altLang="ja-JP" sz="2400" dirty="0"/>
              <a:t>Render Opacity</a:t>
            </a:r>
            <a:r>
              <a:rPr kumimoji="1" lang="ja-JP" altLang="en-US" sz="2400" dirty="0"/>
              <a:t>」の値を</a:t>
            </a:r>
            <a:r>
              <a:rPr kumimoji="1" lang="en-US" altLang="ja-JP" sz="2400" dirty="0"/>
              <a:t>1</a:t>
            </a:r>
            <a:r>
              <a:rPr kumimoji="1" lang="ja-JP" altLang="en-US" sz="2400" dirty="0"/>
              <a:t>にしましょう。</a:t>
            </a:r>
            <a:endParaRPr kumimoji="1" lang="en-US" altLang="ja-JP" sz="2400" dirty="0"/>
          </a:p>
          <a:p>
            <a:r>
              <a:rPr lang="ja-JP" altLang="en-US" sz="2400" b="1" dirty="0">
                <a:solidFill>
                  <a:srgbClr val="FF0000"/>
                </a:solidFill>
              </a:rPr>
              <a:t>入力したら</a:t>
            </a:r>
            <a:r>
              <a:rPr lang="en-US" altLang="ja-JP" sz="2400" b="1" dirty="0">
                <a:solidFill>
                  <a:srgbClr val="FF0000"/>
                </a:solidFill>
              </a:rPr>
              <a:t>Enter</a:t>
            </a:r>
            <a:r>
              <a:rPr lang="ja-JP" altLang="en-US" sz="2400" b="1" dirty="0">
                <a:solidFill>
                  <a:srgbClr val="FF0000"/>
                </a:solidFill>
              </a:rPr>
              <a:t>キーを必ず押してください。</a:t>
            </a:r>
            <a:endParaRPr kumimoji="1" lang="en-US" altLang="ja-JP" sz="2400" b="1" dirty="0">
              <a:solidFill>
                <a:srgbClr val="FF0000"/>
              </a:solidFill>
            </a:endParaRPr>
          </a:p>
        </p:txBody>
      </p:sp>
      <p:pic>
        <p:nvPicPr>
          <p:cNvPr id="3" name="図 2">
            <a:extLst>
              <a:ext uri="{FF2B5EF4-FFF2-40B4-BE49-F238E27FC236}">
                <a16:creationId xmlns:a16="http://schemas.microsoft.com/office/drawing/2014/main" id="{0F205F11-74D9-4A99-801B-AB2C59AB06A3}"/>
              </a:ext>
            </a:extLst>
          </p:cNvPr>
          <p:cNvPicPr>
            <a:picLocks noChangeAspect="1"/>
          </p:cNvPicPr>
          <p:nvPr/>
        </p:nvPicPr>
        <p:blipFill>
          <a:blip r:embed="rId2"/>
          <a:stretch>
            <a:fillRect/>
          </a:stretch>
        </p:blipFill>
        <p:spPr>
          <a:xfrm>
            <a:off x="567542" y="2187126"/>
            <a:ext cx="9395416" cy="3102050"/>
          </a:xfrm>
          <a:prstGeom prst="rect">
            <a:avLst/>
          </a:prstGeom>
        </p:spPr>
      </p:pic>
    </p:spTree>
    <p:extLst>
      <p:ext uri="{BB962C8B-B14F-4D97-AF65-F5344CB8AC3E}">
        <p14:creationId xmlns:p14="http://schemas.microsoft.com/office/powerpoint/2010/main" val="42224659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631904" cy="584775"/>
          </a:xfrm>
          <a:prstGeom prst="rect">
            <a:avLst/>
          </a:prstGeom>
          <a:noFill/>
        </p:spPr>
        <p:txBody>
          <a:bodyPr wrap="none" rtlCol="0">
            <a:spAutoFit/>
          </a:bodyPr>
          <a:lstStyle/>
          <a:p>
            <a:r>
              <a:rPr kumimoji="1" lang="en-US" altLang="ja-JP" sz="3200" b="1" u="sng" dirty="0"/>
              <a:t>UI</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6647974" cy="830997"/>
          </a:xfrm>
          <a:prstGeom prst="rect">
            <a:avLst/>
          </a:prstGeom>
          <a:noFill/>
        </p:spPr>
        <p:txBody>
          <a:bodyPr wrap="none" rtlCol="0">
            <a:spAutoFit/>
          </a:bodyPr>
          <a:lstStyle/>
          <a:p>
            <a:r>
              <a:rPr kumimoji="1" lang="ja-JP" altLang="en-US" sz="2400" dirty="0"/>
              <a:t>これだけで点滅アニメーションができます。</a:t>
            </a:r>
            <a:endParaRPr kumimoji="1" lang="en-US" altLang="ja-JP" sz="2400" dirty="0"/>
          </a:p>
          <a:p>
            <a:r>
              <a:rPr lang="ja-JP" altLang="en-US" sz="2400" dirty="0"/>
              <a:t>ループモードで再生して確認してみましょう。</a:t>
            </a:r>
            <a:endParaRPr kumimoji="1" lang="en-US" altLang="ja-JP" sz="2400" dirty="0"/>
          </a:p>
        </p:txBody>
      </p:sp>
      <p:pic>
        <p:nvPicPr>
          <p:cNvPr id="5" name="図 4">
            <a:extLst>
              <a:ext uri="{FF2B5EF4-FFF2-40B4-BE49-F238E27FC236}">
                <a16:creationId xmlns:a16="http://schemas.microsoft.com/office/drawing/2014/main" id="{E08E6610-19C6-4924-AED8-3AF1E1B50969}"/>
              </a:ext>
            </a:extLst>
          </p:cNvPr>
          <p:cNvPicPr>
            <a:picLocks noChangeAspect="1"/>
          </p:cNvPicPr>
          <p:nvPr/>
        </p:nvPicPr>
        <p:blipFill>
          <a:blip r:embed="rId2"/>
          <a:stretch>
            <a:fillRect/>
          </a:stretch>
        </p:blipFill>
        <p:spPr>
          <a:xfrm>
            <a:off x="567542" y="2187126"/>
            <a:ext cx="6062020" cy="3657862"/>
          </a:xfrm>
          <a:prstGeom prst="rect">
            <a:avLst/>
          </a:prstGeom>
        </p:spPr>
      </p:pic>
      <p:sp>
        <p:nvSpPr>
          <p:cNvPr id="7" name="矢印: 右 6">
            <a:extLst>
              <a:ext uri="{FF2B5EF4-FFF2-40B4-BE49-F238E27FC236}">
                <a16:creationId xmlns:a16="http://schemas.microsoft.com/office/drawing/2014/main" id="{549C156F-313F-47C4-BC2B-C29C91690A4E}"/>
              </a:ext>
            </a:extLst>
          </p:cNvPr>
          <p:cNvSpPr/>
          <p:nvPr/>
        </p:nvSpPr>
        <p:spPr>
          <a:xfrm rot="13162728">
            <a:off x="3388764" y="5703793"/>
            <a:ext cx="465075" cy="282388"/>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矢印: 右 7">
            <a:extLst>
              <a:ext uri="{FF2B5EF4-FFF2-40B4-BE49-F238E27FC236}">
                <a16:creationId xmlns:a16="http://schemas.microsoft.com/office/drawing/2014/main" id="{1FA7666C-9613-4B6C-9E4F-0F8DACFA7DC6}"/>
              </a:ext>
            </a:extLst>
          </p:cNvPr>
          <p:cNvSpPr/>
          <p:nvPr/>
        </p:nvSpPr>
        <p:spPr>
          <a:xfrm rot="13162728">
            <a:off x="5280317" y="5717454"/>
            <a:ext cx="465075" cy="282388"/>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9282465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631904" cy="584775"/>
          </a:xfrm>
          <a:prstGeom prst="rect">
            <a:avLst/>
          </a:prstGeom>
          <a:noFill/>
        </p:spPr>
        <p:txBody>
          <a:bodyPr wrap="none" rtlCol="0">
            <a:spAutoFit/>
          </a:bodyPr>
          <a:lstStyle/>
          <a:p>
            <a:r>
              <a:rPr kumimoji="1" lang="en-US" altLang="ja-JP" sz="3200" b="1" u="sng" dirty="0"/>
              <a:t>UI</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0033516" cy="830997"/>
          </a:xfrm>
          <a:prstGeom prst="rect">
            <a:avLst/>
          </a:prstGeom>
          <a:noFill/>
        </p:spPr>
        <p:txBody>
          <a:bodyPr wrap="none" rtlCol="0">
            <a:spAutoFit/>
          </a:bodyPr>
          <a:lstStyle/>
          <a:p>
            <a:r>
              <a:rPr kumimoji="1" lang="ja-JP" altLang="en-US" sz="2400" dirty="0"/>
              <a:t>ゲーム中にアニメーションを再生するには</a:t>
            </a:r>
            <a:r>
              <a:rPr lang="ja-JP" altLang="en-US" sz="2400" b="1" dirty="0">
                <a:solidFill>
                  <a:srgbClr val="FF0000"/>
                </a:solidFill>
              </a:rPr>
              <a:t>イベントグラフ</a:t>
            </a:r>
            <a:r>
              <a:rPr lang="ja-JP" altLang="en-US" sz="2400" dirty="0"/>
              <a:t>を使います。</a:t>
            </a:r>
            <a:endParaRPr lang="en-US" altLang="ja-JP" sz="2400" dirty="0"/>
          </a:p>
          <a:p>
            <a:r>
              <a:rPr kumimoji="1" lang="ja-JP" altLang="en-US" sz="2400" dirty="0"/>
              <a:t>以下のようにノードを設定しましょう。</a:t>
            </a:r>
            <a:endParaRPr kumimoji="1" lang="en-US" altLang="ja-JP" sz="2400" dirty="0"/>
          </a:p>
        </p:txBody>
      </p:sp>
      <p:pic>
        <p:nvPicPr>
          <p:cNvPr id="3" name="図 2">
            <a:extLst>
              <a:ext uri="{FF2B5EF4-FFF2-40B4-BE49-F238E27FC236}">
                <a16:creationId xmlns:a16="http://schemas.microsoft.com/office/drawing/2014/main" id="{1A54EAE8-3533-410A-A2C5-98B09C027417}"/>
              </a:ext>
            </a:extLst>
          </p:cNvPr>
          <p:cNvPicPr>
            <a:picLocks noChangeAspect="1"/>
          </p:cNvPicPr>
          <p:nvPr/>
        </p:nvPicPr>
        <p:blipFill>
          <a:blip r:embed="rId2"/>
          <a:stretch>
            <a:fillRect/>
          </a:stretch>
        </p:blipFill>
        <p:spPr>
          <a:xfrm>
            <a:off x="567542" y="2187126"/>
            <a:ext cx="4506482" cy="3646833"/>
          </a:xfrm>
          <a:prstGeom prst="rect">
            <a:avLst/>
          </a:prstGeom>
        </p:spPr>
      </p:pic>
      <p:sp>
        <p:nvSpPr>
          <p:cNvPr id="9" name="テキスト ボックス 8">
            <a:extLst>
              <a:ext uri="{FF2B5EF4-FFF2-40B4-BE49-F238E27FC236}">
                <a16:creationId xmlns:a16="http://schemas.microsoft.com/office/drawing/2014/main" id="{E3D653B4-E6C1-4475-8554-E179C26B2D30}"/>
              </a:ext>
            </a:extLst>
          </p:cNvPr>
          <p:cNvSpPr txBox="1"/>
          <p:nvPr/>
        </p:nvSpPr>
        <p:spPr>
          <a:xfrm>
            <a:off x="567542" y="5950547"/>
            <a:ext cx="7263527" cy="461665"/>
          </a:xfrm>
          <a:prstGeom prst="rect">
            <a:avLst/>
          </a:prstGeom>
          <a:noFill/>
        </p:spPr>
        <p:txBody>
          <a:bodyPr wrap="none" rtlCol="0">
            <a:spAutoFit/>
          </a:bodyPr>
          <a:lstStyle/>
          <a:p>
            <a:r>
              <a:rPr kumimoji="1" lang="en-US" altLang="ja-JP" sz="2400" dirty="0"/>
              <a:t>※</a:t>
            </a:r>
            <a:r>
              <a:rPr kumimoji="1" lang="ja-JP" altLang="en-US" sz="2400" dirty="0"/>
              <a:t>画面右上のグラフから画面を切り替えてください</a:t>
            </a:r>
            <a:endParaRPr kumimoji="1" lang="en-US" altLang="ja-JP" sz="2400" dirty="0"/>
          </a:p>
        </p:txBody>
      </p:sp>
    </p:spTree>
    <p:extLst>
      <p:ext uri="{BB962C8B-B14F-4D97-AF65-F5344CB8AC3E}">
        <p14:creationId xmlns:p14="http://schemas.microsoft.com/office/powerpoint/2010/main" val="18522121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631904" cy="584775"/>
          </a:xfrm>
          <a:prstGeom prst="rect">
            <a:avLst/>
          </a:prstGeom>
          <a:noFill/>
        </p:spPr>
        <p:txBody>
          <a:bodyPr wrap="none" rtlCol="0">
            <a:spAutoFit/>
          </a:bodyPr>
          <a:lstStyle/>
          <a:p>
            <a:r>
              <a:rPr kumimoji="1" lang="en-US" altLang="ja-JP" sz="3200" b="1" u="sng" dirty="0"/>
              <a:t>UI</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7263527" cy="830997"/>
          </a:xfrm>
          <a:prstGeom prst="rect">
            <a:avLst/>
          </a:prstGeom>
          <a:noFill/>
        </p:spPr>
        <p:txBody>
          <a:bodyPr wrap="none" rtlCol="0">
            <a:spAutoFit/>
          </a:bodyPr>
          <a:lstStyle/>
          <a:p>
            <a:r>
              <a:rPr kumimoji="1" lang="ja-JP" altLang="en-US" sz="2400" dirty="0"/>
              <a:t>画像は</a:t>
            </a:r>
            <a:r>
              <a:rPr lang="ja-JP" altLang="en-US" sz="2400" dirty="0"/>
              <a:t>パレットの</a:t>
            </a:r>
            <a:r>
              <a:rPr lang="en-US" altLang="ja-JP" sz="2400" b="1" dirty="0">
                <a:solidFill>
                  <a:srgbClr val="FF0000"/>
                </a:solidFill>
              </a:rPr>
              <a:t>Image</a:t>
            </a:r>
            <a:r>
              <a:rPr lang="ja-JP" altLang="en-US" sz="2400" dirty="0"/>
              <a:t>から配置できます。</a:t>
            </a:r>
            <a:endParaRPr lang="en-US" altLang="ja-JP" sz="2400" dirty="0"/>
          </a:p>
          <a:p>
            <a:r>
              <a:rPr lang="ja-JP" altLang="en-US" sz="2400" dirty="0"/>
              <a:t>配置したら詳細で画像データを設定するだけです。</a:t>
            </a:r>
            <a:endParaRPr lang="en-US" altLang="ja-JP" sz="2400" dirty="0"/>
          </a:p>
        </p:txBody>
      </p:sp>
      <p:pic>
        <p:nvPicPr>
          <p:cNvPr id="3" name="図 2">
            <a:extLst>
              <a:ext uri="{FF2B5EF4-FFF2-40B4-BE49-F238E27FC236}">
                <a16:creationId xmlns:a16="http://schemas.microsoft.com/office/drawing/2014/main" id="{38518665-466A-46E6-ADA6-BC6E133C6687}"/>
              </a:ext>
            </a:extLst>
          </p:cNvPr>
          <p:cNvPicPr>
            <a:picLocks noChangeAspect="1"/>
          </p:cNvPicPr>
          <p:nvPr/>
        </p:nvPicPr>
        <p:blipFill>
          <a:blip r:embed="rId2"/>
          <a:stretch>
            <a:fillRect/>
          </a:stretch>
        </p:blipFill>
        <p:spPr>
          <a:xfrm>
            <a:off x="567542" y="2187126"/>
            <a:ext cx="2772162" cy="1390844"/>
          </a:xfrm>
          <a:prstGeom prst="rect">
            <a:avLst/>
          </a:prstGeom>
        </p:spPr>
      </p:pic>
      <p:pic>
        <p:nvPicPr>
          <p:cNvPr id="10" name="図 9">
            <a:extLst>
              <a:ext uri="{FF2B5EF4-FFF2-40B4-BE49-F238E27FC236}">
                <a16:creationId xmlns:a16="http://schemas.microsoft.com/office/drawing/2014/main" id="{2841B7DC-52A9-42CB-8576-F58CED13AA4D}"/>
              </a:ext>
            </a:extLst>
          </p:cNvPr>
          <p:cNvPicPr>
            <a:picLocks noChangeAspect="1"/>
          </p:cNvPicPr>
          <p:nvPr/>
        </p:nvPicPr>
        <p:blipFill>
          <a:blip r:embed="rId3"/>
          <a:stretch>
            <a:fillRect/>
          </a:stretch>
        </p:blipFill>
        <p:spPr>
          <a:xfrm>
            <a:off x="3781933" y="2187126"/>
            <a:ext cx="4165115" cy="4031564"/>
          </a:xfrm>
          <a:prstGeom prst="rect">
            <a:avLst/>
          </a:prstGeom>
        </p:spPr>
      </p:pic>
      <p:sp>
        <p:nvSpPr>
          <p:cNvPr id="11" name="矢印: 右 10">
            <a:extLst>
              <a:ext uri="{FF2B5EF4-FFF2-40B4-BE49-F238E27FC236}">
                <a16:creationId xmlns:a16="http://schemas.microsoft.com/office/drawing/2014/main" id="{F1991EF4-6CC1-40B7-ABEE-2C157C9447FD}"/>
              </a:ext>
            </a:extLst>
          </p:cNvPr>
          <p:cNvSpPr/>
          <p:nvPr/>
        </p:nvSpPr>
        <p:spPr>
          <a:xfrm rot="13162728">
            <a:off x="6553305" y="5820826"/>
            <a:ext cx="465075" cy="282388"/>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1566527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631904" cy="584775"/>
          </a:xfrm>
          <a:prstGeom prst="rect">
            <a:avLst/>
          </a:prstGeom>
          <a:noFill/>
        </p:spPr>
        <p:txBody>
          <a:bodyPr wrap="none" rtlCol="0">
            <a:spAutoFit/>
          </a:bodyPr>
          <a:lstStyle/>
          <a:p>
            <a:r>
              <a:rPr kumimoji="1" lang="en-US" altLang="ja-JP" sz="3200" b="1" u="sng" dirty="0"/>
              <a:t>UI</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7571303" cy="830997"/>
          </a:xfrm>
          <a:prstGeom prst="rect">
            <a:avLst/>
          </a:prstGeom>
          <a:noFill/>
        </p:spPr>
        <p:txBody>
          <a:bodyPr wrap="none" rtlCol="0">
            <a:spAutoFit/>
          </a:bodyPr>
          <a:lstStyle/>
          <a:p>
            <a:r>
              <a:rPr kumimoji="1" lang="ja-JP" altLang="en-US" sz="2400" dirty="0"/>
              <a:t>自由に配置して画面を作りましょう。</a:t>
            </a:r>
            <a:endParaRPr kumimoji="1" lang="en-US" altLang="ja-JP" sz="2400" dirty="0"/>
          </a:p>
          <a:p>
            <a:r>
              <a:rPr lang="ja-JP" altLang="en-US" sz="2400" dirty="0"/>
              <a:t>ただし、</a:t>
            </a:r>
            <a:r>
              <a:rPr lang="ja-JP" altLang="en-US" sz="2400" b="1" dirty="0">
                <a:solidFill>
                  <a:srgbClr val="FF0000"/>
                </a:solidFill>
              </a:rPr>
              <a:t>アンカーだけは気を付けて設定しましょう。</a:t>
            </a:r>
            <a:endParaRPr lang="en-US" altLang="ja-JP" sz="2400" b="1" dirty="0">
              <a:solidFill>
                <a:srgbClr val="FF0000"/>
              </a:solidFill>
            </a:endParaRPr>
          </a:p>
        </p:txBody>
      </p:sp>
      <p:pic>
        <p:nvPicPr>
          <p:cNvPr id="5" name="図 4">
            <a:extLst>
              <a:ext uri="{FF2B5EF4-FFF2-40B4-BE49-F238E27FC236}">
                <a16:creationId xmlns:a16="http://schemas.microsoft.com/office/drawing/2014/main" id="{4391C152-C13A-42F4-BFF1-7578AFD851F9}"/>
              </a:ext>
            </a:extLst>
          </p:cNvPr>
          <p:cNvPicPr>
            <a:picLocks noChangeAspect="1"/>
          </p:cNvPicPr>
          <p:nvPr/>
        </p:nvPicPr>
        <p:blipFill>
          <a:blip r:embed="rId2"/>
          <a:stretch>
            <a:fillRect/>
          </a:stretch>
        </p:blipFill>
        <p:spPr>
          <a:xfrm>
            <a:off x="567542" y="2187126"/>
            <a:ext cx="7220958" cy="4172532"/>
          </a:xfrm>
          <a:prstGeom prst="rect">
            <a:avLst/>
          </a:prstGeom>
        </p:spPr>
      </p:pic>
    </p:spTree>
    <p:extLst>
      <p:ext uri="{BB962C8B-B14F-4D97-AF65-F5344CB8AC3E}">
        <p14:creationId xmlns:p14="http://schemas.microsoft.com/office/powerpoint/2010/main" val="33850606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631904" cy="584775"/>
          </a:xfrm>
          <a:prstGeom prst="rect">
            <a:avLst/>
          </a:prstGeom>
          <a:noFill/>
        </p:spPr>
        <p:txBody>
          <a:bodyPr wrap="none" rtlCol="0">
            <a:spAutoFit/>
          </a:bodyPr>
          <a:lstStyle/>
          <a:p>
            <a:r>
              <a:rPr kumimoji="1" lang="en-US" altLang="ja-JP" sz="3200" b="1" u="sng" dirty="0"/>
              <a:t>UI</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8129148" cy="830997"/>
          </a:xfrm>
          <a:prstGeom prst="rect">
            <a:avLst/>
          </a:prstGeom>
          <a:noFill/>
        </p:spPr>
        <p:txBody>
          <a:bodyPr wrap="none" rtlCol="0">
            <a:spAutoFit/>
          </a:bodyPr>
          <a:lstStyle/>
          <a:p>
            <a:r>
              <a:rPr lang="ja-JP" altLang="en-US" sz="2400" dirty="0"/>
              <a:t>最後にウィジェットをプログラムで実装します。</a:t>
            </a:r>
            <a:endParaRPr lang="en-US" altLang="ja-JP" sz="2400" dirty="0"/>
          </a:p>
          <a:p>
            <a:r>
              <a:rPr lang="ja-JP" altLang="en-US" sz="2400" dirty="0"/>
              <a:t>タイトル画面用の</a:t>
            </a:r>
            <a:r>
              <a:rPr lang="en-US" altLang="ja-JP" sz="2400" b="1" dirty="0">
                <a:solidFill>
                  <a:srgbClr val="00B050"/>
                </a:solidFill>
              </a:rPr>
              <a:t>C++</a:t>
            </a:r>
            <a:r>
              <a:rPr lang="ja-JP" altLang="en-US" sz="2400" b="1" dirty="0">
                <a:solidFill>
                  <a:srgbClr val="00B050"/>
                </a:solidFill>
              </a:rPr>
              <a:t>クラス</a:t>
            </a:r>
            <a:r>
              <a:rPr lang="ja-JP" altLang="en-US" sz="2400" dirty="0"/>
              <a:t>を</a:t>
            </a:r>
            <a:r>
              <a:rPr lang="en-US" altLang="ja-JP" sz="2400" b="1" dirty="0">
                <a:solidFill>
                  <a:srgbClr val="FF0000"/>
                </a:solidFill>
              </a:rPr>
              <a:t>Actor</a:t>
            </a:r>
            <a:r>
              <a:rPr lang="ja-JP" altLang="en-US" sz="2400" dirty="0"/>
              <a:t>から作りましょう。</a:t>
            </a:r>
            <a:endParaRPr lang="en-US" altLang="ja-JP" sz="2400" dirty="0"/>
          </a:p>
        </p:txBody>
      </p:sp>
      <p:pic>
        <p:nvPicPr>
          <p:cNvPr id="3" name="図 2">
            <a:extLst>
              <a:ext uri="{FF2B5EF4-FFF2-40B4-BE49-F238E27FC236}">
                <a16:creationId xmlns:a16="http://schemas.microsoft.com/office/drawing/2014/main" id="{D835911A-1550-48D1-BC17-ED71AE23C12F}"/>
              </a:ext>
            </a:extLst>
          </p:cNvPr>
          <p:cNvPicPr>
            <a:picLocks noChangeAspect="1"/>
          </p:cNvPicPr>
          <p:nvPr/>
        </p:nvPicPr>
        <p:blipFill>
          <a:blip r:embed="rId2"/>
          <a:stretch>
            <a:fillRect/>
          </a:stretch>
        </p:blipFill>
        <p:spPr>
          <a:xfrm>
            <a:off x="567542" y="2187125"/>
            <a:ext cx="4739564" cy="4230867"/>
          </a:xfrm>
          <a:prstGeom prst="rect">
            <a:avLst/>
          </a:prstGeom>
        </p:spPr>
      </p:pic>
    </p:spTree>
    <p:extLst>
      <p:ext uri="{BB962C8B-B14F-4D97-AF65-F5344CB8AC3E}">
        <p14:creationId xmlns:p14="http://schemas.microsoft.com/office/powerpoint/2010/main" val="25383292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631904" cy="584775"/>
          </a:xfrm>
          <a:prstGeom prst="rect">
            <a:avLst/>
          </a:prstGeom>
          <a:noFill/>
        </p:spPr>
        <p:txBody>
          <a:bodyPr wrap="none" rtlCol="0">
            <a:spAutoFit/>
          </a:bodyPr>
          <a:lstStyle/>
          <a:p>
            <a:r>
              <a:rPr kumimoji="1" lang="en-US" altLang="ja-JP" sz="3200" b="1" u="sng" dirty="0"/>
              <a:t>UI</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4592924" cy="461665"/>
          </a:xfrm>
          <a:prstGeom prst="rect">
            <a:avLst/>
          </a:prstGeom>
          <a:noFill/>
        </p:spPr>
        <p:txBody>
          <a:bodyPr wrap="none" rtlCol="0">
            <a:spAutoFit/>
          </a:bodyPr>
          <a:lstStyle/>
          <a:p>
            <a:r>
              <a:rPr lang="en-US" altLang="ja-JP" sz="2400" b="1" dirty="0" err="1">
                <a:solidFill>
                  <a:srgbClr val="FF0000"/>
                </a:solidFill>
              </a:rPr>
              <a:t>ActorTitleLevel.h</a:t>
            </a:r>
            <a:r>
              <a:rPr lang="ja-JP" altLang="en-US" sz="2400" dirty="0"/>
              <a:t>を書きます。</a:t>
            </a:r>
            <a:endParaRPr lang="en-US" altLang="ja-JP" sz="2400" dirty="0"/>
          </a:p>
        </p:txBody>
      </p:sp>
      <p:pic>
        <p:nvPicPr>
          <p:cNvPr id="5" name="図 4">
            <a:extLst>
              <a:ext uri="{FF2B5EF4-FFF2-40B4-BE49-F238E27FC236}">
                <a16:creationId xmlns:a16="http://schemas.microsoft.com/office/drawing/2014/main" id="{DEF0198E-DBE3-42FB-A7F6-BCCADA5EBEC3}"/>
              </a:ext>
            </a:extLst>
          </p:cNvPr>
          <p:cNvPicPr>
            <a:picLocks noChangeAspect="1"/>
          </p:cNvPicPr>
          <p:nvPr/>
        </p:nvPicPr>
        <p:blipFill>
          <a:blip r:embed="rId2"/>
          <a:stretch>
            <a:fillRect/>
          </a:stretch>
        </p:blipFill>
        <p:spPr>
          <a:xfrm>
            <a:off x="567542" y="1817794"/>
            <a:ext cx="5232623" cy="4592611"/>
          </a:xfrm>
          <a:prstGeom prst="rect">
            <a:avLst/>
          </a:prstGeom>
        </p:spPr>
      </p:pic>
      <p:sp>
        <p:nvSpPr>
          <p:cNvPr id="7" name="正方形/長方形 6">
            <a:extLst>
              <a:ext uri="{FF2B5EF4-FFF2-40B4-BE49-F238E27FC236}">
                <a16:creationId xmlns:a16="http://schemas.microsoft.com/office/drawing/2014/main" id="{7B8B8697-3E17-49B2-AAB8-4BBCAF49540C}"/>
              </a:ext>
            </a:extLst>
          </p:cNvPr>
          <p:cNvSpPr/>
          <p:nvPr/>
        </p:nvSpPr>
        <p:spPr>
          <a:xfrm>
            <a:off x="1199446" y="2680447"/>
            <a:ext cx="1606507" cy="340659"/>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a:extLst>
              <a:ext uri="{FF2B5EF4-FFF2-40B4-BE49-F238E27FC236}">
                <a16:creationId xmlns:a16="http://schemas.microsoft.com/office/drawing/2014/main" id="{0B1E04FE-8B53-453E-AA96-1C57A55A785A}"/>
              </a:ext>
            </a:extLst>
          </p:cNvPr>
          <p:cNvSpPr/>
          <p:nvPr/>
        </p:nvSpPr>
        <p:spPr>
          <a:xfrm>
            <a:off x="1199446" y="5641571"/>
            <a:ext cx="2386436" cy="615794"/>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6562769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631904" cy="584775"/>
          </a:xfrm>
          <a:prstGeom prst="rect">
            <a:avLst/>
          </a:prstGeom>
          <a:noFill/>
        </p:spPr>
        <p:txBody>
          <a:bodyPr wrap="none" rtlCol="0">
            <a:spAutoFit/>
          </a:bodyPr>
          <a:lstStyle/>
          <a:p>
            <a:r>
              <a:rPr kumimoji="1" lang="en-US" altLang="ja-JP" sz="3200" b="1" u="sng" dirty="0"/>
              <a:t>UI</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4950394" cy="461665"/>
          </a:xfrm>
          <a:prstGeom prst="rect">
            <a:avLst/>
          </a:prstGeom>
          <a:noFill/>
        </p:spPr>
        <p:txBody>
          <a:bodyPr wrap="none" rtlCol="0">
            <a:spAutoFit/>
          </a:bodyPr>
          <a:lstStyle/>
          <a:p>
            <a:r>
              <a:rPr lang="en-US" altLang="ja-JP" sz="2400" b="1" dirty="0">
                <a:solidFill>
                  <a:srgbClr val="FF0000"/>
                </a:solidFill>
              </a:rPr>
              <a:t>ActorTitleLevel.cpp</a:t>
            </a:r>
            <a:r>
              <a:rPr lang="ja-JP" altLang="en-US" sz="2400" dirty="0"/>
              <a:t>を書きます。</a:t>
            </a:r>
            <a:endParaRPr lang="en-US" altLang="ja-JP" sz="2400" dirty="0"/>
          </a:p>
        </p:txBody>
      </p:sp>
      <p:pic>
        <p:nvPicPr>
          <p:cNvPr id="12" name="図 11">
            <a:extLst>
              <a:ext uri="{FF2B5EF4-FFF2-40B4-BE49-F238E27FC236}">
                <a16:creationId xmlns:a16="http://schemas.microsoft.com/office/drawing/2014/main" id="{3358BCBF-370D-4946-A3A9-87D84685CB6F}"/>
              </a:ext>
            </a:extLst>
          </p:cNvPr>
          <p:cNvPicPr>
            <a:picLocks noChangeAspect="1"/>
          </p:cNvPicPr>
          <p:nvPr/>
        </p:nvPicPr>
        <p:blipFill>
          <a:blip r:embed="rId2"/>
          <a:stretch>
            <a:fillRect/>
          </a:stretch>
        </p:blipFill>
        <p:spPr>
          <a:xfrm>
            <a:off x="567542" y="1817794"/>
            <a:ext cx="9096411" cy="4754630"/>
          </a:xfrm>
          <a:prstGeom prst="rect">
            <a:avLst/>
          </a:prstGeom>
        </p:spPr>
      </p:pic>
      <p:sp>
        <p:nvSpPr>
          <p:cNvPr id="13" name="正方形/長方形 12">
            <a:extLst>
              <a:ext uri="{FF2B5EF4-FFF2-40B4-BE49-F238E27FC236}">
                <a16:creationId xmlns:a16="http://schemas.microsoft.com/office/drawing/2014/main" id="{9470A1CC-D03E-4346-9CF7-D60FB7BE56FB}"/>
              </a:ext>
            </a:extLst>
          </p:cNvPr>
          <p:cNvSpPr/>
          <p:nvPr/>
        </p:nvSpPr>
        <p:spPr>
          <a:xfrm>
            <a:off x="1172554" y="2082583"/>
            <a:ext cx="2592624" cy="22134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正方形/長方形 13">
            <a:extLst>
              <a:ext uri="{FF2B5EF4-FFF2-40B4-BE49-F238E27FC236}">
                <a16:creationId xmlns:a16="http://schemas.microsoft.com/office/drawing/2014/main" id="{ED04A67D-0438-472B-833A-3E34F97D446F}"/>
              </a:ext>
            </a:extLst>
          </p:cNvPr>
          <p:cNvSpPr/>
          <p:nvPr/>
        </p:nvSpPr>
        <p:spPr>
          <a:xfrm>
            <a:off x="1468387" y="4323760"/>
            <a:ext cx="2888459" cy="938522"/>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10408287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631904" cy="584775"/>
          </a:xfrm>
          <a:prstGeom prst="rect">
            <a:avLst/>
          </a:prstGeom>
          <a:noFill/>
        </p:spPr>
        <p:txBody>
          <a:bodyPr wrap="none" rtlCol="0">
            <a:spAutoFit/>
          </a:bodyPr>
          <a:lstStyle/>
          <a:p>
            <a:r>
              <a:rPr kumimoji="1" lang="en-US" altLang="ja-JP" sz="3200" b="1" u="sng" dirty="0"/>
              <a:t>UI</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5213287" cy="461665"/>
          </a:xfrm>
          <a:prstGeom prst="rect">
            <a:avLst/>
          </a:prstGeom>
          <a:noFill/>
        </p:spPr>
        <p:txBody>
          <a:bodyPr wrap="none" rtlCol="0">
            <a:spAutoFit/>
          </a:bodyPr>
          <a:lstStyle/>
          <a:p>
            <a:r>
              <a:rPr lang="ja-JP" altLang="en-US" sz="2400" dirty="0"/>
              <a:t>コンパイルして</a:t>
            </a:r>
            <a:r>
              <a:rPr lang="en-US" altLang="ja-JP" sz="2400" dirty="0"/>
              <a:t>BP</a:t>
            </a:r>
            <a:r>
              <a:rPr lang="ja-JP" altLang="en-US" sz="2400" dirty="0"/>
              <a:t>に派生させます。</a:t>
            </a:r>
            <a:endParaRPr lang="en-US" altLang="ja-JP" sz="2400" dirty="0"/>
          </a:p>
        </p:txBody>
      </p:sp>
      <p:pic>
        <p:nvPicPr>
          <p:cNvPr id="3" name="図 2">
            <a:extLst>
              <a:ext uri="{FF2B5EF4-FFF2-40B4-BE49-F238E27FC236}">
                <a16:creationId xmlns:a16="http://schemas.microsoft.com/office/drawing/2014/main" id="{9F1B287D-98AA-4BF0-B012-F70C394B8191}"/>
              </a:ext>
            </a:extLst>
          </p:cNvPr>
          <p:cNvPicPr>
            <a:picLocks noChangeAspect="1"/>
          </p:cNvPicPr>
          <p:nvPr/>
        </p:nvPicPr>
        <p:blipFill>
          <a:blip r:embed="rId2"/>
          <a:stretch>
            <a:fillRect/>
          </a:stretch>
        </p:blipFill>
        <p:spPr>
          <a:xfrm>
            <a:off x="567541" y="1817794"/>
            <a:ext cx="5489727" cy="4548252"/>
          </a:xfrm>
          <a:prstGeom prst="rect">
            <a:avLst/>
          </a:prstGeom>
        </p:spPr>
      </p:pic>
    </p:spTree>
    <p:extLst>
      <p:ext uri="{BB962C8B-B14F-4D97-AF65-F5344CB8AC3E}">
        <p14:creationId xmlns:p14="http://schemas.microsoft.com/office/powerpoint/2010/main" val="181763848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631904" cy="584775"/>
          </a:xfrm>
          <a:prstGeom prst="rect">
            <a:avLst/>
          </a:prstGeom>
          <a:noFill/>
        </p:spPr>
        <p:txBody>
          <a:bodyPr wrap="none" rtlCol="0">
            <a:spAutoFit/>
          </a:bodyPr>
          <a:lstStyle/>
          <a:p>
            <a:r>
              <a:rPr kumimoji="1" lang="en-US" altLang="ja-JP" sz="3200" b="1" u="sng" dirty="0"/>
              <a:t>UI</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5521063" cy="461665"/>
          </a:xfrm>
          <a:prstGeom prst="rect">
            <a:avLst/>
          </a:prstGeom>
          <a:noFill/>
        </p:spPr>
        <p:txBody>
          <a:bodyPr wrap="none" rtlCol="0">
            <a:spAutoFit/>
          </a:bodyPr>
          <a:lstStyle/>
          <a:p>
            <a:r>
              <a:rPr lang="en-US" altLang="ja-JP" sz="2400" dirty="0"/>
              <a:t>BP</a:t>
            </a:r>
            <a:r>
              <a:rPr lang="ja-JP" altLang="en-US" sz="2400" dirty="0"/>
              <a:t>でウィジェットを設定しましょう。</a:t>
            </a:r>
            <a:endParaRPr lang="en-US" altLang="ja-JP" sz="2400" dirty="0"/>
          </a:p>
        </p:txBody>
      </p:sp>
      <p:pic>
        <p:nvPicPr>
          <p:cNvPr id="5" name="図 4">
            <a:extLst>
              <a:ext uri="{FF2B5EF4-FFF2-40B4-BE49-F238E27FC236}">
                <a16:creationId xmlns:a16="http://schemas.microsoft.com/office/drawing/2014/main" id="{475A0348-D622-42F9-836F-E433DF4A3474}"/>
              </a:ext>
            </a:extLst>
          </p:cNvPr>
          <p:cNvPicPr>
            <a:picLocks noChangeAspect="1"/>
          </p:cNvPicPr>
          <p:nvPr/>
        </p:nvPicPr>
        <p:blipFill>
          <a:blip r:embed="rId2"/>
          <a:stretch>
            <a:fillRect/>
          </a:stretch>
        </p:blipFill>
        <p:spPr>
          <a:xfrm>
            <a:off x="567542" y="1817794"/>
            <a:ext cx="8910273" cy="2305971"/>
          </a:xfrm>
          <a:prstGeom prst="rect">
            <a:avLst/>
          </a:prstGeom>
        </p:spPr>
      </p:pic>
    </p:spTree>
    <p:extLst>
      <p:ext uri="{BB962C8B-B14F-4D97-AF65-F5344CB8AC3E}">
        <p14:creationId xmlns:p14="http://schemas.microsoft.com/office/powerpoint/2010/main" val="217969199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631904" cy="584775"/>
          </a:xfrm>
          <a:prstGeom prst="rect">
            <a:avLst/>
          </a:prstGeom>
          <a:noFill/>
        </p:spPr>
        <p:txBody>
          <a:bodyPr wrap="none" rtlCol="0">
            <a:spAutoFit/>
          </a:bodyPr>
          <a:lstStyle/>
          <a:p>
            <a:r>
              <a:rPr kumimoji="1" lang="en-US" altLang="ja-JP" sz="3200" b="1" u="sng" dirty="0"/>
              <a:t>UI</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8598829" cy="461665"/>
          </a:xfrm>
          <a:prstGeom prst="rect">
            <a:avLst/>
          </a:prstGeom>
          <a:noFill/>
        </p:spPr>
        <p:txBody>
          <a:bodyPr wrap="none" rtlCol="0">
            <a:spAutoFit/>
          </a:bodyPr>
          <a:lstStyle/>
          <a:p>
            <a:r>
              <a:rPr lang="ja-JP" altLang="en-US" sz="2400" dirty="0"/>
              <a:t>タイトル画面のレベルに</a:t>
            </a:r>
            <a:r>
              <a:rPr lang="en-US" altLang="ja-JP" sz="2400" dirty="0"/>
              <a:t>BP</a:t>
            </a:r>
            <a:r>
              <a:rPr lang="ja-JP" altLang="en-US" sz="2400" dirty="0"/>
              <a:t>を配置して動作確認しましょう。</a:t>
            </a:r>
            <a:endParaRPr lang="en-US" altLang="ja-JP" sz="2400" dirty="0"/>
          </a:p>
        </p:txBody>
      </p:sp>
      <p:pic>
        <p:nvPicPr>
          <p:cNvPr id="3" name="図 2">
            <a:extLst>
              <a:ext uri="{FF2B5EF4-FFF2-40B4-BE49-F238E27FC236}">
                <a16:creationId xmlns:a16="http://schemas.microsoft.com/office/drawing/2014/main" id="{89EAB628-7CC2-44E9-8A37-2AE7ED15C18B}"/>
              </a:ext>
            </a:extLst>
          </p:cNvPr>
          <p:cNvPicPr>
            <a:picLocks noChangeAspect="1"/>
          </p:cNvPicPr>
          <p:nvPr/>
        </p:nvPicPr>
        <p:blipFill>
          <a:blip r:embed="rId2"/>
          <a:stretch>
            <a:fillRect/>
          </a:stretch>
        </p:blipFill>
        <p:spPr>
          <a:xfrm>
            <a:off x="567542" y="1817794"/>
            <a:ext cx="3705742" cy="2295845"/>
          </a:xfrm>
          <a:prstGeom prst="rect">
            <a:avLst/>
          </a:prstGeom>
        </p:spPr>
      </p:pic>
      <p:pic>
        <p:nvPicPr>
          <p:cNvPr id="8" name="図 7">
            <a:extLst>
              <a:ext uri="{FF2B5EF4-FFF2-40B4-BE49-F238E27FC236}">
                <a16:creationId xmlns:a16="http://schemas.microsoft.com/office/drawing/2014/main" id="{40E01B61-B267-4CD5-B331-6690DB137E56}"/>
              </a:ext>
            </a:extLst>
          </p:cNvPr>
          <p:cNvPicPr>
            <a:picLocks noChangeAspect="1"/>
          </p:cNvPicPr>
          <p:nvPr/>
        </p:nvPicPr>
        <p:blipFill>
          <a:blip r:embed="rId3"/>
          <a:stretch>
            <a:fillRect/>
          </a:stretch>
        </p:blipFill>
        <p:spPr>
          <a:xfrm>
            <a:off x="4491317" y="1817794"/>
            <a:ext cx="7152990" cy="3339422"/>
          </a:xfrm>
          <a:prstGeom prst="rect">
            <a:avLst/>
          </a:prstGeom>
        </p:spPr>
      </p:pic>
    </p:spTree>
    <p:extLst>
      <p:ext uri="{BB962C8B-B14F-4D97-AF65-F5344CB8AC3E}">
        <p14:creationId xmlns:p14="http://schemas.microsoft.com/office/powerpoint/2010/main" val="866493345"/>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1484</TotalTime>
  <Words>632</Words>
  <Application>Microsoft Office PowerPoint</Application>
  <PresentationFormat>ワイド画面</PresentationFormat>
  <Paragraphs>91</Paragraphs>
  <Slides>31</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31</vt:i4>
      </vt:variant>
    </vt:vector>
  </HeadingPairs>
  <TitlesOfParts>
    <vt:vector size="35" baseType="lpstr">
      <vt:lpstr>游ゴシック</vt:lpstr>
      <vt:lpstr>游ゴシック Light</vt:lpstr>
      <vt:lpstr>Arial</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北九州校　ゲーム</dc:creator>
  <cp:lastModifiedBy>北九州校　ゲーム</cp:lastModifiedBy>
  <cp:revision>116</cp:revision>
  <dcterms:created xsi:type="dcterms:W3CDTF">2024-08-27T02:15:54Z</dcterms:created>
  <dcterms:modified xsi:type="dcterms:W3CDTF">2025-02-19T03:39:28Z</dcterms:modified>
</cp:coreProperties>
</file>