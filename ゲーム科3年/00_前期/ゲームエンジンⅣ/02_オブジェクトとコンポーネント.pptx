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592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Unreal Engine</a:t>
            </a:r>
            <a:r>
              <a:rPr lang="ja-JP" altLang="en-US" sz="2400" dirty="0"/>
              <a:t>でのゲーム制作作業は大きく分けて２つあります。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・オブジェクトの作成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・コンポーネントでオブジェクトを制御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まずはこの２つを確認します。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オブジェクトとはゲームに登場する物体のことです。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■オブジェクトの例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・床</a:t>
            </a:r>
            <a:endParaRPr lang="en-US" altLang="ja-JP" sz="2400" dirty="0"/>
          </a:p>
          <a:p>
            <a:r>
              <a:rPr kumimoji="1" lang="ja-JP" altLang="en-US" sz="2400" dirty="0"/>
              <a:t>・キャラクター</a:t>
            </a:r>
            <a:endParaRPr kumimoji="1" lang="en-US" altLang="ja-JP" sz="2400" dirty="0"/>
          </a:p>
          <a:p>
            <a:r>
              <a:rPr lang="ja-JP" altLang="en-US" sz="2400" dirty="0"/>
              <a:t>・ライト</a:t>
            </a:r>
            <a:endParaRPr lang="en-US" altLang="ja-JP" sz="2400" dirty="0"/>
          </a:p>
          <a:p>
            <a:r>
              <a:rPr kumimoji="1" lang="ja-JP" altLang="en-US" sz="2400" dirty="0"/>
              <a:t>・カメラ</a:t>
            </a:r>
            <a:endParaRPr kumimoji="1" lang="en-US" altLang="ja-JP" sz="2400" dirty="0"/>
          </a:p>
          <a:p>
            <a:r>
              <a:rPr kumimoji="1" lang="ja-JP" altLang="en-US" sz="2400" dirty="0"/>
              <a:t>・エフェクト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0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コンポーネントとはオブジェクトに与える機能のことです。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■コンポーネントの例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・画像の描画</a:t>
            </a:r>
            <a:endParaRPr lang="en-US" altLang="ja-JP" sz="2400" dirty="0"/>
          </a:p>
          <a:p>
            <a:r>
              <a:rPr kumimoji="1" lang="ja-JP" altLang="en-US" sz="2400" dirty="0"/>
              <a:t>・当たり判定</a:t>
            </a:r>
            <a:endParaRPr kumimoji="1" lang="en-US" altLang="ja-JP" sz="2400" dirty="0"/>
          </a:p>
          <a:p>
            <a:r>
              <a:rPr lang="ja-JP" altLang="en-US" sz="2400" dirty="0"/>
              <a:t>・ライトの光</a:t>
            </a:r>
            <a:endParaRPr lang="en-US" altLang="ja-JP" sz="2400" dirty="0"/>
          </a:p>
          <a:p>
            <a:r>
              <a:rPr kumimoji="1" lang="ja-JP" altLang="en-US" sz="2400" dirty="0"/>
              <a:t>・カメラの画角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4632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50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アウトライナーからオブジェクトである「</a:t>
            </a:r>
            <a:r>
              <a:rPr lang="en-US" altLang="ja-JP" sz="2400" b="1" dirty="0">
                <a:solidFill>
                  <a:srgbClr val="FF0000"/>
                </a:solidFill>
              </a:rPr>
              <a:t>SM_Cube4</a:t>
            </a:r>
            <a:r>
              <a:rPr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EA0AE5-1301-4205-85D7-1F61743F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3312"/>
            <a:ext cx="6936644" cy="455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51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オブジェクトに付与されているコンポーネントは詳細から確認できます。</a:t>
            </a:r>
            <a:endParaRPr lang="en-US" altLang="ja-JP" sz="2400" dirty="0"/>
          </a:p>
          <a:p>
            <a:r>
              <a:rPr kumimoji="1" lang="ja-JP" altLang="en-US" sz="2400" dirty="0"/>
              <a:t>このオブジェクトには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Static Mesh Component</a:t>
            </a:r>
            <a:r>
              <a:rPr kumimoji="1" lang="ja-JP" altLang="en-US" sz="2400" dirty="0"/>
              <a:t>が付与されています。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D5EDAEC-5873-44F9-8E32-438308CF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812485" cy="370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0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選択すると詳細を確認できます。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74B55B4-5BCA-4D12-9D15-D77595E06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813877" cy="467265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6A773D-7A8C-442F-A41A-D30789B2F2C4}"/>
              </a:ext>
            </a:extLst>
          </p:cNvPr>
          <p:cNvSpPr txBox="1"/>
          <p:nvPr/>
        </p:nvSpPr>
        <p:spPr>
          <a:xfrm>
            <a:off x="3381419" y="39232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配置情報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43D8CC-A48F-4DCC-8906-8C820CC53F75}"/>
              </a:ext>
            </a:extLst>
          </p:cNvPr>
          <p:cNvSpPr txBox="1"/>
          <p:nvPr/>
        </p:nvSpPr>
        <p:spPr>
          <a:xfrm>
            <a:off x="3381419" y="482872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形状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4EBB0A-52DA-49A7-957E-286C0D6A7681}"/>
              </a:ext>
            </a:extLst>
          </p:cNvPr>
          <p:cNvSpPr txBox="1"/>
          <p:nvPr/>
        </p:nvSpPr>
        <p:spPr>
          <a:xfrm>
            <a:off x="3382818" y="550332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見た目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91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オブジェクトとコンポーネント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アウトライナーからいろんなオブジェクトを選択して、</a:t>
            </a:r>
            <a:endParaRPr kumimoji="1" lang="en-US" altLang="ja-JP" sz="2400" dirty="0"/>
          </a:p>
          <a:p>
            <a:r>
              <a:rPr lang="ja-JP" altLang="en-US" sz="2400" dirty="0"/>
              <a:t>コンポーネントを確認してみましょう。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518EC00-9AFE-442B-99D3-EFD802E1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998382" cy="396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39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175</Words>
  <Application>Microsoft Office PowerPoint</Application>
  <PresentationFormat>ワイド画面</PresentationFormat>
  <Paragraphs>39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24</cp:revision>
  <dcterms:created xsi:type="dcterms:W3CDTF">2024-08-27T02:15:54Z</dcterms:created>
  <dcterms:modified xsi:type="dcterms:W3CDTF">2025-02-07T03:28:01Z</dcterms:modified>
</cp:coreProperties>
</file>