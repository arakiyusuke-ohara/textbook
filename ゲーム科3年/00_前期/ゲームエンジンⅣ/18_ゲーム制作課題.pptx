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ゲーム制作課題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ゲーム制作課題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6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107</cp:revision>
  <dcterms:created xsi:type="dcterms:W3CDTF">2024-08-27T02:15:54Z</dcterms:created>
  <dcterms:modified xsi:type="dcterms:W3CDTF">2025-02-28T01:23:45Z</dcterms:modified>
</cp:coreProperties>
</file>