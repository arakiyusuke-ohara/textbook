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画面説明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各画面を説明します。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17697A8-ADB6-4A56-B776-C6AF5356F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83567" cy="4326119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7CAEDB2-5928-435E-AA68-CAC9BC8A9F70}"/>
              </a:ext>
            </a:extLst>
          </p:cNvPr>
          <p:cNvSpPr/>
          <p:nvPr/>
        </p:nvSpPr>
        <p:spPr>
          <a:xfrm>
            <a:off x="567542" y="2448359"/>
            <a:ext cx="6439748" cy="2606716"/>
          </a:xfrm>
          <a:prstGeom prst="roundRect">
            <a:avLst/>
          </a:prstGeom>
          <a:solidFill>
            <a:srgbClr val="FF0000">
              <a:alpha val="5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DC11F66-6CD4-4D8C-A5CA-4C1E15F2A416}"/>
              </a:ext>
            </a:extLst>
          </p:cNvPr>
          <p:cNvSpPr/>
          <p:nvPr/>
        </p:nvSpPr>
        <p:spPr>
          <a:xfrm>
            <a:off x="7006270" y="2598127"/>
            <a:ext cx="1645860" cy="1087465"/>
          </a:xfrm>
          <a:prstGeom prst="roundRect">
            <a:avLst/>
          </a:prstGeom>
          <a:solidFill>
            <a:srgbClr val="00B050">
              <a:alpha val="5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B15522B-6F7D-471F-B5BA-2715955406E2}"/>
              </a:ext>
            </a:extLst>
          </p:cNvPr>
          <p:cNvSpPr/>
          <p:nvPr/>
        </p:nvSpPr>
        <p:spPr>
          <a:xfrm>
            <a:off x="567541" y="5055075"/>
            <a:ext cx="6408083" cy="1458170"/>
          </a:xfrm>
          <a:prstGeom prst="roundRect">
            <a:avLst/>
          </a:prstGeom>
          <a:solidFill>
            <a:srgbClr val="0070C0">
              <a:alpha val="54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0CD4371-52AA-41BA-A770-60C4D66CEC15}"/>
              </a:ext>
            </a:extLst>
          </p:cNvPr>
          <p:cNvSpPr/>
          <p:nvPr/>
        </p:nvSpPr>
        <p:spPr>
          <a:xfrm>
            <a:off x="7006270" y="3685592"/>
            <a:ext cx="1645860" cy="2696547"/>
          </a:xfrm>
          <a:prstGeom prst="roundRect">
            <a:avLst/>
          </a:prstGeom>
          <a:solidFill>
            <a:srgbClr val="FFFF00">
              <a:alpha val="54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画面説明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大きな画面は</a:t>
            </a:r>
            <a:r>
              <a:rPr lang="ja-JP" altLang="en-US" sz="2400" b="1" dirty="0">
                <a:solidFill>
                  <a:srgbClr val="FF0000"/>
                </a:solidFill>
              </a:rPr>
              <a:t>レベル</a:t>
            </a:r>
            <a:r>
              <a:rPr lang="ja-JP" altLang="en-US" sz="2400" dirty="0"/>
              <a:t>を表示しています。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レベル</a:t>
            </a:r>
            <a:r>
              <a:rPr lang="ja-JP" altLang="en-US" sz="2400" dirty="0"/>
              <a:t>にオブジェクトを配置しながらゲームを作っていきます。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17697A8-ADB6-4A56-B776-C6AF5356F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83567" cy="4326119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7CAEDB2-5928-435E-AA68-CAC9BC8A9F70}"/>
              </a:ext>
            </a:extLst>
          </p:cNvPr>
          <p:cNvSpPr/>
          <p:nvPr/>
        </p:nvSpPr>
        <p:spPr>
          <a:xfrm>
            <a:off x="567542" y="2448359"/>
            <a:ext cx="6439748" cy="2606716"/>
          </a:xfrm>
          <a:prstGeom prst="roundRect">
            <a:avLst/>
          </a:prstGeom>
          <a:solidFill>
            <a:srgbClr val="FF0000">
              <a:alpha val="5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ACB56B5-2D3D-4AA7-B8B4-35A367691CCA}"/>
              </a:ext>
            </a:extLst>
          </p:cNvPr>
          <p:cNvSpPr txBox="1"/>
          <p:nvPr/>
        </p:nvSpPr>
        <p:spPr>
          <a:xfrm>
            <a:off x="8651109" y="5452616"/>
            <a:ext cx="3430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en-US" altLang="ja-JP" sz="2400" dirty="0"/>
              <a:t>UE</a:t>
            </a:r>
            <a:r>
              <a:rPr kumimoji="1" lang="ja-JP" altLang="en-US" sz="2400" dirty="0"/>
              <a:t>ではシーンのことをレベルと言います。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76190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画面説明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右上には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アウトライナー</a:t>
            </a:r>
            <a:r>
              <a:rPr kumimoji="1" lang="ja-JP" altLang="en-US" sz="2400" dirty="0"/>
              <a:t>が表示されています。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レベルに配置されたオブジェクトの一覧</a:t>
            </a:r>
            <a:r>
              <a:rPr lang="ja-JP" altLang="en-US" sz="2400" dirty="0"/>
              <a:t>が表示されています。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17697A8-ADB6-4A56-B776-C6AF5356F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83567" cy="4326119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F614A56-2CB7-403F-9113-DFB4452AC70F}"/>
              </a:ext>
            </a:extLst>
          </p:cNvPr>
          <p:cNvSpPr/>
          <p:nvPr/>
        </p:nvSpPr>
        <p:spPr>
          <a:xfrm>
            <a:off x="7006270" y="2598127"/>
            <a:ext cx="1645860" cy="1087465"/>
          </a:xfrm>
          <a:prstGeom prst="roundRect">
            <a:avLst/>
          </a:prstGeom>
          <a:solidFill>
            <a:srgbClr val="00B050">
              <a:alpha val="54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A907AF7-749E-43F8-A4DE-92A04706FAA2}"/>
              </a:ext>
            </a:extLst>
          </p:cNvPr>
          <p:cNvSpPr txBox="1"/>
          <p:nvPr/>
        </p:nvSpPr>
        <p:spPr>
          <a:xfrm>
            <a:off x="8651109" y="5805359"/>
            <a:ext cx="3430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en-US" altLang="ja-JP" sz="2000" dirty="0"/>
              <a:t>Unity</a:t>
            </a:r>
            <a:r>
              <a:rPr lang="ja-JP" altLang="en-US" sz="2000" dirty="0"/>
              <a:t>の</a:t>
            </a:r>
            <a:r>
              <a:rPr kumimoji="1" lang="ja-JP" altLang="en-US" sz="2000" dirty="0"/>
              <a:t>ヒエラルキー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1184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画面説明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右下には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選択中のオブジェクトの詳細</a:t>
            </a:r>
            <a:r>
              <a:rPr kumimoji="1" lang="ja-JP" altLang="en-US" sz="2400" dirty="0"/>
              <a:t>が表示されます。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オブジェクトの設定</a:t>
            </a:r>
            <a:r>
              <a:rPr lang="ja-JP" altLang="en-US" sz="2400" dirty="0"/>
              <a:t>を行うことができます。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17697A8-ADB6-4A56-B776-C6AF5356F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83567" cy="432611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A907AF7-749E-43F8-A4DE-92A04706FAA2}"/>
              </a:ext>
            </a:extLst>
          </p:cNvPr>
          <p:cNvSpPr txBox="1"/>
          <p:nvPr/>
        </p:nvSpPr>
        <p:spPr>
          <a:xfrm>
            <a:off x="8651109" y="5805359"/>
            <a:ext cx="3430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en-US" altLang="ja-JP" sz="2000" dirty="0"/>
              <a:t>Unity</a:t>
            </a:r>
            <a:r>
              <a:rPr lang="ja-JP" altLang="en-US" sz="2000" dirty="0"/>
              <a:t>の</a:t>
            </a:r>
            <a:r>
              <a:rPr kumimoji="1" lang="ja-JP" altLang="en-US" sz="2000" dirty="0"/>
              <a:t>インスペクター</a:t>
            </a:r>
            <a:endParaRPr kumimoji="1" lang="en-US" altLang="ja-JP" sz="2000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D36841F-B5A0-49DA-847A-0DD82FE05E02}"/>
              </a:ext>
            </a:extLst>
          </p:cNvPr>
          <p:cNvSpPr/>
          <p:nvPr/>
        </p:nvSpPr>
        <p:spPr>
          <a:xfrm>
            <a:off x="7006270" y="3685592"/>
            <a:ext cx="1645860" cy="2696547"/>
          </a:xfrm>
          <a:prstGeom prst="roundRect">
            <a:avLst/>
          </a:prstGeom>
          <a:solidFill>
            <a:srgbClr val="FFFF00">
              <a:alpha val="54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5546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画面説明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下側には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プロジェクトに保存されているデータの一覧</a:t>
            </a:r>
            <a:r>
              <a:rPr kumimoji="1" lang="ja-JP" altLang="en-US" sz="2400" dirty="0"/>
              <a:t>があります。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コンテンツブラウザ</a:t>
            </a:r>
            <a:r>
              <a:rPr lang="ja-JP" altLang="en-US" sz="2400" dirty="0"/>
              <a:t>と呼ばれます。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17697A8-ADB6-4A56-B776-C6AF5356F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83567" cy="4326119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C01A040-CEEA-4B23-81CD-34F2D358B226}"/>
              </a:ext>
            </a:extLst>
          </p:cNvPr>
          <p:cNvSpPr/>
          <p:nvPr/>
        </p:nvSpPr>
        <p:spPr>
          <a:xfrm>
            <a:off x="567541" y="5055075"/>
            <a:ext cx="6408083" cy="1458170"/>
          </a:xfrm>
          <a:prstGeom prst="roundRect">
            <a:avLst/>
          </a:prstGeom>
          <a:solidFill>
            <a:srgbClr val="0070C0">
              <a:alpha val="54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40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115</Words>
  <Application>Microsoft Office PowerPoint</Application>
  <PresentationFormat>ワイド画面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19</cp:revision>
  <dcterms:created xsi:type="dcterms:W3CDTF">2024-08-27T02:15:54Z</dcterms:created>
  <dcterms:modified xsi:type="dcterms:W3CDTF">2025-01-24T01:37:09Z</dcterms:modified>
</cp:coreProperties>
</file>