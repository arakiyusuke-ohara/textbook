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モデルのインポート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42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Blender</a:t>
            </a:r>
            <a:r>
              <a:rPr kumimoji="1" lang="ja-JP" altLang="en-US" sz="2400" dirty="0"/>
              <a:t>で作ったモデルを</a:t>
            </a:r>
            <a:r>
              <a:rPr kumimoji="1" lang="en-US" altLang="ja-JP" sz="2400" dirty="0"/>
              <a:t>UE</a:t>
            </a:r>
            <a:r>
              <a:rPr kumimoji="1" lang="ja-JP" altLang="en-US" sz="2400" dirty="0"/>
              <a:t>にインポートします。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37290C7-1DE7-46D9-9C51-40F059C15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6273204" cy="431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モデルのインポート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85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Blender</a:t>
            </a:r>
            <a:r>
              <a:rPr kumimoji="1" lang="ja-JP" altLang="en-US" sz="2400" dirty="0"/>
              <a:t>から出力するときは</a:t>
            </a:r>
            <a:r>
              <a:rPr kumimoji="1" lang="en-US" altLang="ja-JP" sz="2400" dirty="0" err="1"/>
              <a:t>DxLib</a:t>
            </a:r>
            <a:r>
              <a:rPr kumimoji="1" lang="ja-JP" altLang="en-US" sz="2400" dirty="0"/>
              <a:t>と同じ設定で問題ありません。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12D82C9-9C69-4CB2-B1EB-F753DEAF4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2704576" cy="4713038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C6C3F97-CEEC-411E-85D9-64EB4E72F0C5}"/>
              </a:ext>
            </a:extLst>
          </p:cNvPr>
          <p:cNvSpPr/>
          <p:nvPr/>
        </p:nvSpPr>
        <p:spPr>
          <a:xfrm>
            <a:off x="1479176" y="2868706"/>
            <a:ext cx="1792942" cy="156882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D6A3466-7DEA-490C-9B57-95E943FFD84E}"/>
              </a:ext>
            </a:extLst>
          </p:cNvPr>
          <p:cNvSpPr/>
          <p:nvPr/>
        </p:nvSpPr>
        <p:spPr>
          <a:xfrm>
            <a:off x="1555376" y="5257817"/>
            <a:ext cx="1792942" cy="46166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8527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モデルのインポート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07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FBX</a:t>
            </a:r>
            <a:r>
              <a:rPr kumimoji="1" lang="ja-JP" altLang="en-US" sz="2400" dirty="0"/>
              <a:t>ファイルを</a:t>
            </a:r>
            <a:r>
              <a:rPr kumimoji="1" lang="en-US" altLang="ja-JP" sz="2400" dirty="0"/>
              <a:t>UE</a:t>
            </a:r>
            <a:r>
              <a:rPr kumimoji="1" lang="ja-JP" altLang="en-US" sz="2400" dirty="0"/>
              <a:t>の保存したい場所にドラッグ＆ドロップします。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D6CC625-7404-48EE-B663-0DDFB9A7E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195893" cy="4592600"/>
          </a:xfrm>
          <a:prstGeom prst="rect">
            <a:avLst/>
          </a:prstGeom>
        </p:spPr>
      </p:pic>
      <p:sp>
        <p:nvSpPr>
          <p:cNvPr id="9" name="矢印: 下 8">
            <a:extLst>
              <a:ext uri="{FF2B5EF4-FFF2-40B4-BE49-F238E27FC236}">
                <a16:creationId xmlns:a16="http://schemas.microsoft.com/office/drawing/2014/main" id="{B7841B84-D2A3-46D2-A4E6-4A4153A4CF45}"/>
              </a:ext>
            </a:extLst>
          </p:cNvPr>
          <p:cNvSpPr/>
          <p:nvPr/>
        </p:nvSpPr>
        <p:spPr>
          <a:xfrm rot="1586784">
            <a:off x="4250232" y="2840228"/>
            <a:ext cx="627529" cy="306128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709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モデルのインポート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437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Blender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と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UE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では座標系が違う</a:t>
            </a:r>
            <a:r>
              <a:rPr kumimoji="1" lang="ja-JP" altLang="en-US" sz="2400" dirty="0"/>
              <a:t>ので、そのままだと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モデルの向きが合いません。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インポート時の設定でモデルの向きを合わせます。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2541089-EFB7-494A-907E-668E0A5C7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6092233" cy="4178920"/>
          </a:xfrm>
          <a:prstGeom prst="rect">
            <a:avLst/>
          </a:prstGeom>
        </p:spPr>
      </p:pic>
      <p:sp>
        <p:nvSpPr>
          <p:cNvPr id="8" name="矢印: 下 7">
            <a:extLst>
              <a:ext uri="{FF2B5EF4-FFF2-40B4-BE49-F238E27FC236}">
                <a16:creationId xmlns:a16="http://schemas.microsoft.com/office/drawing/2014/main" id="{D4DC88E2-D461-4D73-8D72-A491AE3918B8}"/>
              </a:ext>
            </a:extLst>
          </p:cNvPr>
          <p:cNvSpPr/>
          <p:nvPr/>
        </p:nvSpPr>
        <p:spPr>
          <a:xfrm rot="8539125">
            <a:off x="4875761" y="4497326"/>
            <a:ext cx="348822" cy="533557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4021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モデルのインポート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テクスチャーやアニメーションなど、</a:t>
            </a:r>
            <a:r>
              <a:rPr lang="ja-JP" altLang="en-US" sz="2400" dirty="0"/>
              <a:t>必要なデータが自動で追加されます。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3B4E034-20CC-4608-B3BB-F3C21143B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996929" cy="247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2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モデルのインポート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アニメーションのあるモデルをインポートした場合、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スケルタルメッシュ</a:t>
            </a:r>
            <a:r>
              <a:rPr lang="ja-JP" altLang="en-US" sz="2400" dirty="0"/>
              <a:t>が本体となります。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6E077D7-DFD3-42ED-AFD9-A392F0A53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2157729" cy="352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399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モデルのインポート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アニメーションのないモデルをインポートした場合、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スタティックメッシュ</a:t>
            </a:r>
            <a:r>
              <a:rPr lang="ja-JP" altLang="en-US" sz="2400" dirty="0"/>
              <a:t>が本体となります。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C4E21A2-DB1C-47D6-A336-D988B077F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2094976" cy="3327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74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モデルのインポート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521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スケルタルメッシュやスタティックメッシュは</a:t>
            </a:r>
            <a:endParaRPr kumimoji="1" lang="en-US" altLang="ja-JP" sz="2400" dirty="0"/>
          </a:p>
          <a:p>
            <a:r>
              <a:rPr kumimoji="1" lang="en-US" altLang="ja-JP" sz="2400" dirty="0"/>
              <a:t>BP</a:t>
            </a:r>
            <a:r>
              <a:rPr kumimoji="1" lang="ja-JP" altLang="en-US" sz="2400" dirty="0"/>
              <a:t>のコンポーネントで設定して実装します。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FA5C2BF-F6A5-4C95-9819-45FF41E4D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529329" cy="3959734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2BA2056-DB61-451D-BC26-F1167815CB8D}"/>
              </a:ext>
            </a:extLst>
          </p:cNvPr>
          <p:cNvSpPr/>
          <p:nvPr/>
        </p:nvSpPr>
        <p:spPr>
          <a:xfrm>
            <a:off x="699246" y="4778189"/>
            <a:ext cx="3083859" cy="4661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1B83FC5-A5FF-4E18-A0CD-1D482035073E}"/>
              </a:ext>
            </a:extLst>
          </p:cNvPr>
          <p:cNvSpPr txBox="1"/>
          <p:nvPr/>
        </p:nvSpPr>
        <p:spPr>
          <a:xfrm>
            <a:off x="4278931" y="5685195"/>
            <a:ext cx="7059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BP</a:t>
            </a:r>
            <a:r>
              <a:rPr kumimoji="1" lang="ja-JP" altLang="en-US" sz="2400" dirty="0"/>
              <a:t>ができたらあとはレベルに配置するだけです。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78402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856</TotalTime>
  <Words>162</Words>
  <Application>Microsoft Office PowerPoint</Application>
  <PresentationFormat>ワイド画面</PresentationFormat>
  <Paragraphs>21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80</cp:revision>
  <dcterms:created xsi:type="dcterms:W3CDTF">2024-08-27T02:15:54Z</dcterms:created>
  <dcterms:modified xsi:type="dcterms:W3CDTF">2025-02-13T01:29:12Z</dcterms:modified>
</cp:coreProperties>
</file>