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19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準備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01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にはゲーム全体の設定となる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Game Mode</a:t>
            </a:r>
            <a:r>
              <a:rPr kumimoji="1" lang="ja-JP" altLang="en-US" sz="2400" dirty="0"/>
              <a:t>というものがあります。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まずは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Blank</a:t>
            </a:r>
            <a:r>
              <a:rPr kumimoji="1" lang="ja-JP" altLang="en-US" sz="2400" dirty="0"/>
              <a:t>から新規プロジェクトを作成しましょう。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5CDB21-FDE2-442B-8C65-9DED152C1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364440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19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準備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613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&gt;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新規レベル</a:t>
            </a:r>
            <a:r>
              <a:rPr kumimoji="1" lang="ja-JP" altLang="en-US" sz="2400" dirty="0"/>
              <a:t>」からレベルを作ります。</a:t>
            </a:r>
            <a:endParaRPr kumimoji="1" lang="en-US" altLang="ja-JP" sz="2400" dirty="0"/>
          </a:p>
          <a:p>
            <a:r>
              <a:rPr lang="ja-JP" altLang="en-US" sz="2400" dirty="0"/>
              <a:t>レベルの種類は</a:t>
            </a:r>
            <a:r>
              <a:rPr lang="en-US" altLang="ja-JP" sz="2400" dirty="0"/>
              <a:t>Basic</a:t>
            </a:r>
            <a:r>
              <a:rPr lang="ja-JP" altLang="en-US" sz="2400" dirty="0"/>
              <a:t>（基本）を選びましょう。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6EFFB2-01D1-4A49-810E-D1184673A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10849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5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19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準備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92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&gt;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現行レベルを保存</a:t>
            </a:r>
            <a:r>
              <a:rPr kumimoji="1" lang="ja-JP" altLang="en-US" sz="2400" dirty="0"/>
              <a:t>」からレベルを保存します。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36C940A-650D-4E89-85A2-C7CC998F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5484238" cy="230597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3BA9957-6094-415F-8632-FE7A4604B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684" y="1817794"/>
            <a:ext cx="5680835" cy="191152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29282B-1716-498A-853D-0519B683CB99}"/>
              </a:ext>
            </a:extLst>
          </p:cNvPr>
          <p:cNvSpPr txBox="1"/>
          <p:nvPr/>
        </p:nvSpPr>
        <p:spPr>
          <a:xfrm>
            <a:off x="567541" y="426346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練習用のレベルとします。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3649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87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クラスで作成します。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ツール </a:t>
            </a:r>
            <a:r>
              <a:rPr lang="en-US" altLang="ja-JP" sz="2400" b="1" dirty="0">
                <a:solidFill>
                  <a:srgbClr val="FF0000"/>
                </a:solidFill>
              </a:rPr>
              <a:t>&gt; </a:t>
            </a:r>
            <a:r>
              <a:rPr lang="ja-JP" altLang="en-US" sz="2400" b="1" dirty="0">
                <a:solidFill>
                  <a:srgbClr val="FF0000"/>
                </a:solidFill>
              </a:rPr>
              <a:t>新規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クラス</a:t>
            </a:r>
            <a:r>
              <a:rPr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2714B4-B484-4F1F-A17E-96DDE841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91608"/>
            <a:ext cx="8757174" cy="294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1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10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を作成する場合は「ゲームモードベース」を選択します。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CC99C34-AB85-4403-B842-9ED12805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75187" cy="447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3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レベルごとに作る</a:t>
            </a:r>
            <a:r>
              <a:rPr kumimoji="1" lang="ja-JP" altLang="en-US" sz="2400" dirty="0"/>
              <a:t>ことが一般的です。</a:t>
            </a:r>
            <a:endParaRPr kumimoji="1" lang="en-US" altLang="ja-JP" sz="2400" dirty="0"/>
          </a:p>
          <a:p>
            <a:r>
              <a:rPr lang="ja-JP" altLang="en-US" sz="2400" dirty="0"/>
              <a:t>適切な名前と保存フォルダを作って作成しましょう。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B63D6F8-9B9A-45E4-AF3E-D99D1EAE5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576262" cy="205318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D6DE01-95D0-4BD1-9D7C-05B88DB98F04}"/>
              </a:ext>
            </a:extLst>
          </p:cNvPr>
          <p:cNvSpPr txBox="1"/>
          <p:nvPr/>
        </p:nvSpPr>
        <p:spPr>
          <a:xfrm>
            <a:off x="495824" y="4380006"/>
            <a:ext cx="8188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※CPP</a:t>
            </a:r>
            <a:r>
              <a:rPr kumimoji="1" lang="ja-JP" altLang="en-US" sz="2400" dirty="0"/>
              <a:t>ファイルのインクルードは修正しましょう。。。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7551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624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C++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クラスから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に派生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これで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C++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でも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でも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Game Mode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を調整</a:t>
            </a:r>
            <a:r>
              <a:rPr kumimoji="1"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8B2C796-EBBA-43F7-8EA2-7D1C0126F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5080223" cy="414667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919A0DD-29CC-4C06-A1E7-0493CAC1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263" y="2187126"/>
            <a:ext cx="5436756" cy="414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6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478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ワールドセッティング</a:t>
            </a:r>
            <a:r>
              <a:rPr kumimoji="1" lang="ja-JP" altLang="en-US" sz="2400" dirty="0"/>
              <a:t>で設定します。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作成した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の方を設定しましょう。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CDBD43D-5326-4ECE-A29D-05691E11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6" y="2187126"/>
            <a:ext cx="6650954" cy="386405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A57BA8BE-B3C2-48F9-B502-BB01C8B69BF6}"/>
              </a:ext>
            </a:extLst>
          </p:cNvPr>
          <p:cNvSpPr/>
          <p:nvPr/>
        </p:nvSpPr>
        <p:spPr>
          <a:xfrm rot="13293371">
            <a:off x="5468471" y="5453312"/>
            <a:ext cx="430306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62C4006-41A8-41E1-8676-D7C679F5C81F}"/>
              </a:ext>
            </a:extLst>
          </p:cNvPr>
          <p:cNvSpPr txBox="1"/>
          <p:nvPr/>
        </p:nvSpPr>
        <p:spPr>
          <a:xfrm>
            <a:off x="567541" y="6190876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ワールドセッティングの枠がない場合は「ウィンドウ」から追加しましょう。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402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207</Words>
  <Application>Microsoft Office PowerPoint</Application>
  <PresentationFormat>ワイド画面</PresentationFormat>
  <Paragraphs>25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52</cp:revision>
  <dcterms:created xsi:type="dcterms:W3CDTF">2024-08-27T02:15:54Z</dcterms:created>
  <dcterms:modified xsi:type="dcterms:W3CDTF">2025-01-31T04:51:25Z</dcterms:modified>
</cp:coreProperties>
</file>