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卒業研究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集大成となる卒業研究制作です。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■目標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Steam</a:t>
            </a:r>
            <a:r>
              <a:rPr lang="ja-JP" altLang="en-US" sz="2400" dirty="0"/>
              <a:t>で配信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Epic Games Store </a:t>
            </a:r>
            <a:r>
              <a:rPr lang="ja-JP" altLang="en-US" sz="2400" dirty="0"/>
              <a:t>で配信（</a:t>
            </a:r>
            <a:r>
              <a:rPr lang="en-US" altLang="ja-JP" sz="2400" dirty="0"/>
              <a:t>UE</a:t>
            </a:r>
            <a:r>
              <a:rPr lang="ja-JP" altLang="en-US" sz="2400" dirty="0"/>
              <a:t>で作る場合）</a:t>
            </a:r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有料でもいいよ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■理想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Nintendo Store </a:t>
            </a:r>
            <a:r>
              <a:rPr lang="ja-JP" altLang="en-US" sz="2400" dirty="0"/>
              <a:t>で販売</a:t>
            </a:r>
            <a:endParaRPr lang="en-US" altLang="ja-JP" sz="2400" dirty="0"/>
          </a:p>
          <a:p>
            <a:r>
              <a:rPr lang="ja-JP" altLang="en-US" sz="2400" dirty="0"/>
              <a:t>　・開発機が必要だったりでハードルは高い</a:t>
            </a:r>
            <a:endParaRPr lang="en-US" altLang="ja-JP" sz="2400" dirty="0"/>
          </a:p>
          <a:p>
            <a:r>
              <a:rPr lang="ja-JP" altLang="en-US" sz="2400" dirty="0"/>
              <a:t>　・卒業後も引き継いで目指してみるのもあり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ここまで頑張ってきた方は目指せると思います！！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卒業研究 進め方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長期制作になります。</a:t>
            </a:r>
            <a:endParaRPr lang="en-US" altLang="ja-JP" sz="2400" dirty="0"/>
          </a:p>
          <a:p>
            <a:r>
              <a:rPr kumimoji="1" lang="ja-JP" altLang="en-US" sz="2400" dirty="0"/>
              <a:t>よって、スケジュールにマイルストーンを設けます。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■マイルストーン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定期的な進捗目標をマイルストーンとして決めながら開発を進めること。</a:t>
            </a:r>
            <a:endParaRPr lang="en-US" altLang="ja-JP" sz="2400" dirty="0"/>
          </a:p>
          <a:p>
            <a:r>
              <a:rPr lang="en-US" altLang="ja-JP" sz="2400" dirty="0"/>
              <a:t>α</a:t>
            </a:r>
            <a:r>
              <a:rPr lang="ja-JP" altLang="en-US" sz="2400" dirty="0"/>
              <a:t>、</a:t>
            </a:r>
            <a:r>
              <a:rPr lang="en-US" altLang="ja-JP" sz="2400" dirty="0"/>
              <a:t>β</a:t>
            </a:r>
            <a:r>
              <a:rPr lang="ja-JP" altLang="en-US" sz="2400" dirty="0"/>
              <a:t>、</a:t>
            </a:r>
            <a:r>
              <a:rPr lang="en-US" altLang="ja-JP" sz="2400" dirty="0"/>
              <a:t>MA</a:t>
            </a:r>
            <a:r>
              <a:rPr lang="ja-JP" altLang="en-US" sz="2400" dirty="0"/>
              <a:t>よりも細かく目標を決めることにより、</a:t>
            </a:r>
            <a:endParaRPr lang="en-US" altLang="ja-JP" sz="2400" dirty="0"/>
          </a:p>
          <a:p>
            <a:r>
              <a:rPr lang="ja-JP" altLang="en-US" sz="2400" dirty="0"/>
              <a:t>計画を立てやすくしたり、プロジェクトを軌道修正しやすくする。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4352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卒業研究 進め方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■スケジュール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5/22	</a:t>
            </a:r>
            <a:r>
              <a:rPr lang="ja-JP" altLang="en-US" sz="2400" dirty="0"/>
              <a:t>企画＆仕様完成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6/30	</a:t>
            </a:r>
            <a:r>
              <a:rPr lang="ja-JP" altLang="en-US" sz="2400" dirty="0"/>
              <a:t>マイルストーン１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9/30	</a:t>
            </a:r>
            <a:r>
              <a:rPr lang="ja-JP" altLang="en-US" sz="2400" dirty="0"/>
              <a:t>マイルストーン２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10/30	</a:t>
            </a:r>
            <a:r>
              <a:rPr lang="ja-JP" altLang="en-US" sz="2400" dirty="0"/>
              <a:t>マイルストーン３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1/15	β</a:t>
            </a:r>
            <a:r>
              <a:rPr lang="ja-JP" altLang="en-US" sz="2400" dirty="0"/>
              <a:t>版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1/29	</a:t>
            </a:r>
            <a:r>
              <a:rPr lang="ja-JP" altLang="en-US" sz="2400" dirty="0"/>
              <a:t>マスターアップ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それぞれのマイルストーンで、</a:t>
            </a:r>
            <a:endParaRPr lang="en-US" altLang="ja-JP" sz="2400" dirty="0"/>
          </a:p>
          <a:p>
            <a:r>
              <a:rPr lang="ja-JP" altLang="en-US" sz="2400" dirty="0"/>
              <a:t>ゲームがどこまでできているかをイメージしながら制作します。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発表会の日程次第では、終盤の予定を変更する可能性があります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各マイルストーンの進捗度合いが成績に影響します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4379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卒業研究 作品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どのようなものを作るかは自由です。</a:t>
            </a:r>
            <a:endParaRPr lang="en-US" altLang="ja-JP" sz="2400" dirty="0"/>
          </a:p>
          <a:p>
            <a:r>
              <a:rPr lang="ja-JP" altLang="en-US" sz="2400" dirty="0"/>
              <a:t>以下は規模の参考にしてください。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■作品例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・複雑で本格的なものを作る場合</a:t>
            </a:r>
            <a:endParaRPr lang="en-US" altLang="ja-JP" sz="2400" dirty="0"/>
          </a:p>
          <a:p>
            <a:r>
              <a:rPr lang="ja-JP" altLang="en-US" sz="2400" dirty="0"/>
              <a:t>　・アクション</a:t>
            </a:r>
            <a:endParaRPr lang="en-US" altLang="ja-JP" sz="2400" dirty="0"/>
          </a:p>
          <a:p>
            <a:r>
              <a:rPr lang="ja-JP" altLang="en-US" sz="2400" dirty="0"/>
              <a:t>　　・</a:t>
            </a:r>
            <a:r>
              <a:rPr lang="en-US" altLang="ja-JP" sz="2400" dirty="0"/>
              <a:t>DMC</a:t>
            </a:r>
            <a:r>
              <a:rPr lang="ja-JP" altLang="en-US" sz="2400" dirty="0"/>
              <a:t>のようなコンボアクション</a:t>
            </a:r>
            <a:endParaRPr lang="en-US" altLang="ja-JP" sz="2400" dirty="0"/>
          </a:p>
          <a:p>
            <a:r>
              <a:rPr lang="ja-JP" altLang="en-US" sz="2400" dirty="0"/>
              <a:t>　　・近代マリオのようなギミック豊富なアクション</a:t>
            </a:r>
            <a:endParaRPr lang="en-US" altLang="ja-JP" sz="2400" dirty="0"/>
          </a:p>
          <a:p>
            <a:r>
              <a:rPr lang="ja-JP" altLang="en-US" sz="2400" dirty="0"/>
              <a:t>　・</a:t>
            </a:r>
            <a:r>
              <a:rPr lang="en-US" altLang="ja-JP" sz="2400" dirty="0"/>
              <a:t>RPG</a:t>
            </a:r>
          </a:p>
          <a:p>
            <a:r>
              <a:rPr lang="ja-JP" altLang="en-US" sz="2400" dirty="0"/>
              <a:t>　　・世界観、シナリオを重視</a:t>
            </a:r>
            <a:endParaRPr lang="en-US" altLang="ja-JP" sz="2400" dirty="0"/>
          </a:p>
          <a:p>
            <a:r>
              <a:rPr lang="ja-JP" altLang="en-US" sz="2400" dirty="0"/>
              <a:t>　　・ジョブチェンジなど、独自システムも入れる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・シンプルなゲームを作る場合</a:t>
            </a:r>
            <a:endParaRPr lang="en-US" altLang="ja-JP" sz="2400" dirty="0"/>
          </a:p>
          <a:p>
            <a:r>
              <a:rPr lang="ja-JP" altLang="en-US" sz="2400" dirty="0"/>
              <a:t>　・対戦、オンライン要素を入れる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69762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卒業研究 環境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38903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制作環境も自由です。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</a:t>
            </a:r>
            <a:r>
              <a:rPr lang="en-US" altLang="ja-JP" sz="2400" b="1" dirty="0">
                <a:solidFill>
                  <a:srgbClr val="FF0000"/>
                </a:solidFill>
              </a:rPr>
              <a:t>Unreal Engine</a:t>
            </a:r>
            <a:r>
              <a:rPr lang="ja-JP" altLang="en-US" sz="2400" b="1" dirty="0">
                <a:solidFill>
                  <a:srgbClr val="FF0000"/>
                </a:solidFill>
              </a:rPr>
              <a:t>（オススメ！！）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　機能が豊富で見た目も良く、本格的なゲームが作れます。</a:t>
            </a:r>
            <a:endParaRPr lang="en-US" altLang="ja-JP" sz="2400" dirty="0"/>
          </a:p>
          <a:p>
            <a:r>
              <a:rPr lang="ja-JP" altLang="en-US" sz="2400" dirty="0"/>
              <a:t>　就職後も見据えて、</a:t>
            </a:r>
            <a:r>
              <a:rPr lang="en-US" altLang="ja-JP" sz="2400" dirty="0"/>
              <a:t>BP</a:t>
            </a:r>
            <a:r>
              <a:rPr lang="ja-JP" altLang="en-US" sz="2400" dirty="0"/>
              <a:t>ではなく</a:t>
            </a:r>
            <a:r>
              <a:rPr lang="en-US" altLang="ja-JP" sz="2400" dirty="0"/>
              <a:t>C++</a:t>
            </a:r>
            <a:r>
              <a:rPr lang="ja-JP" altLang="en-US" sz="2400" dirty="0"/>
              <a:t>で作りましょう。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Unity</a:t>
            </a:r>
          </a:p>
          <a:p>
            <a:r>
              <a:rPr lang="ja-JP" altLang="en-US" sz="2400" dirty="0"/>
              <a:t>　使い慣れた手法で作りたい場合はどうぞ。</a:t>
            </a:r>
            <a:endParaRPr lang="en-US" altLang="ja-JP" sz="2400" dirty="0"/>
          </a:p>
          <a:p>
            <a:r>
              <a:rPr lang="ja-JP" altLang="en-US" sz="2400" dirty="0"/>
              <a:t>　（</a:t>
            </a:r>
            <a:r>
              <a:rPr lang="en-US" altLang="ja-JP" sz="2400" dirty="0"/>
              <a:t>UE</a:t>
            </a:r>
            <a:r>
              <a:rPr lang="ja-JP" altLang="en-US" sz="2400" dirty="0"/>
              <a:t>の方がきれいです）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 err="1"/>
              <a:t>DxLib</a:t>
            </a:r>
            <a:endParaRPr lang="en-US" altLang="ja-JP" sz="2400" dirty="0"/>
          </a:p>
          <a:p>
            <a:r>
              <a:rPr lang="ja-JP" altLang="en-US" sz="2400" dirty="0"/>
              <a:t>　見た目を綺麗にするのが難しい。</a:t>
            </a:r>
            <a:endParaRPr lang="en-US" altLang="ja-JP" sz="2400" dirty="0"/>
          </a:p>
          <a:p>
            <a:r>
              <a:rPr lang="ja-JP" altLang="en-US" sz="2400" dirty="0"/>
              <a:t>　いっそ</a:t>
            </a:r>
            <a:r>
              <a:rPr lang="en-US" altLang="ja-JP" sz="2400" dirty="0"/>
              <a:t>DirectX</a:t>
            </a:r>
            <a:r>
              <a:rPr lang="ja-JP" altLang="en-US" sz="2400" dirty="0"/>
              <a:t>に挑戦してもいいかも。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16699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391</Words>
  <Application>Microsoft Office PowerPoint</Application>
  <PresentationFormat>ワイド画面</PresentationFormat>
  <Paragraphs>65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32</cp:revision>
  <dcterms:created xsi:type="dcterms:W3CDTF">2024-08-27T02:15:54Z</dcterms:created>
  <dcterms:modified xsi:type="dcterms:W3CDTF">2026-02-16T06:19:03Z</dcterms:modified>
</cp:coreProperties>
</file>