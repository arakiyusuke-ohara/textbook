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卒業研究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学校生活の集大成となる卒業研究です。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■目標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Steam</a:t>
            </a:r>
            <a:r>
              <a:rPr lang="ja-JP" altLang="en-US" sz="2400" dirty="0"/>
              <a:t>で配信</a:t>
            </a:r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Epic Game Store </a:t>
            </a:r>
            <a:r>
              <a:rPr lang="ja-JP" altLang="en-US" sz="2400" dirty="0"/>
              <a:t>で配信（</a:t>
            </a:r>
            <a:r>
              <a:rPr lang="en-US" altLang="ja-JP" sz="2400" dirty="0"/>
              <a:t>UE</a:t>
            </a:r>
            <a:r>
              <a:rPr lang="ja-JP" altLang="en-US" sz="2400" dirty="0"/>
              <a:t>で作る場合）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■理想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Nintendo Store </a:t>
            </a:r>
            <a:r>
              <a:rPr lang="ja-JP" altLang="en-US" sz="2400" dirty="0"/>
              <a:t>で販売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ここまで頑張ってきた方は目指せると思います！！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卒業研究 進め方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今回も長期制作になります。</a:t>
            </a:r>
            <a:endParaRPr lang="en-US" altLang="ja-JP" sz="2400" dirty="0"/>
          </a:p>
          <a:p>
            <a:r>
              <a:rPr kumimoji="1" lang="ja-JP" altLang="en-US" sz="2400" dirty="0"/>
              <a:t>よって、スケジュールにマイルストーンを設けます。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■マイルストーン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定期的な進捗目標をマイルストーンとして決めながら開発を進めること。</a:t>
            </a:r>
            <a:endParaRPr lang="en-US" altLang="ja-JP" sz="2400" dirty="0"/>
          </a:p>
          <a:p>
            <a:r>
              <a:rPr lang="en-US" altLang="ja-JP" sz="2400" dirty="0"/>
              <a:t>α</a:t>
            </a:r>
            <a:r>
              <a:rPr lang="ja-JP" altLang="en-US" sz="2400" dirty="0"/>
              <a:t>、</a:t>
            </a:r>
            <a:r>
              <a:rPr lang="en-US" altLang="ja-JP" sz="2400" dirty="0"/>
              <a:t>β</a:t>
            </a:r>
            <a:r>
              <a:rPr lang="ja-JP" altLang="en-US" sz="2400" dirty="0"/>
              <a:t>、</a:t>
            </a:r>
            <a:r>
              <a:rPr lang="en-US" altLang="ja-JP" sz="2400" dirty="0"/>
              <a:t>MA</a:t>
            </a:r>
            <a:r>
              <a:rPr lang="ja-JP" altLang="en-US" sz="2400" dirty="0"/>
              <a:t>よりも細かく目標を決めることにより、</a:t>
            </a:r>
            <a:endParaRPr lang="en-US" altLang="ja-JP" sz="2400" dirty="0"/>
          </a:p>
          <a:p>
            <a:r>
              <a:rPr lang="ja-JP" altLang="en-US" sz="2400" dirty="0"/>
              <a:t>計画を立てやすくしたり、プロジェクトを軌道修正しやすくする方法。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043523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208</TotalTime>
  <Words>110</Words>
  <Application>Microsoft Office PowerPoint</Application>
  <PresentationFormat>ワイド画面</PresentationFormat>
  <Paragraphs>19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28</cp:revision>
  <dcterms:created xsi:type="dcterms:W3CDTF">2024-08-27T02:15:54Z</dcterms:created>
  <dcterms:modified xsi:type="dcterms:W3CDTF">2026-02-16T04:35:26Z</dcterms:modified>
</cp:coreProperties>
</file>