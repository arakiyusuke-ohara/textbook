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0268D-74CB-414A-8B81-EE378D92F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62BB04D-E9E5-44D2-AA80-7C03CF994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183CA1-80D1-4A20-B84A-B7E4D66A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3CF7DB-A18B-4943-88DB-EC82A13C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E4CBC-1209-4E6E-8C7B-BADD35E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61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74BE4-940D-4079-BCCA-DF01C72F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136420-1DF8-44E3-8D2A-D346E056C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27C241-5E32-44DF-AB69-11A99404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92FC97-B913-4839-820B-05F7FBA1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DD6FF3-58FC-4B2C-BAE2-58DAE4F6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76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72B55-42AE-408B-9EFE-CD517486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15DE06-3E3F-45F3-80EC-CEC393F60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22BEAD-8AF2-4E44-9A53-A3D0DC8F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01DCA1-DE76-4CAF-9570-F99CF9D9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3E97D1-1B81-43B3-83D2-6AE2F972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46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4B108B-380C-4348-AA02-571A1DCB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264F8C-739A-43E3-982E-95D08F236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0ECE98-3B5D-4776-80D5-DA1DB77F2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E8A7E3-48B1-446C-9277-476DEF71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E5ABB5-C7B1-426D-8559-9DAA7D6E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F01C1-BFC0-4DD5-948C-5EAECC27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50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C2D960-C605-4C34-82EA-90F4C26E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89974C-4BA5-4B66-AF3D-CCB74B6CB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7CCD17-1092-46BC-989F-47D3918F9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52836E-721F-4F69-AF9A-8EBBC7C43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757E73-2609-4535-9147-D1DA34CD8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C84BAF-1CBD-434E-8A8B-F11D51F3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457A9D1-A52A-4480-AD4D-675F4F0F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AD1817F-78B5-4F3A-B340-FEC0DF5F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04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A71CFD-950C-4702-BF56-B1667DD5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1BBA62-82E1-4464-8D0F-8B532F67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AFC4D2-FD0B-404B-8759-FF506A81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2C30FA-38F8-48B8-A11B-76714F95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01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B1BA56-C568-45C0-AA42-27542CD3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51B9D-D5A6-4D99-A8FB-41F47A97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1B699E-18DA-40AF-B499-97A6C699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46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97184-B0D6-4EEE-9086-0094CF37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494B41-EE1E-444B-A31D-DF8387354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5D8683-9A8F-4863-80E9-3502A9D46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2038D1-47DE-4951-8EA9-972E6032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29BF0F-0CA0-4B99-9AC7-AA42E125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A6AA78-6A6A-4440-8195-1CB1E7E9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48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13703-F346-4539-B1B6-ED0CDC2D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1CA911-BDA9-440F-9771-20ED61B79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F4A5BB-2913-4FF4-BC28-49483F8E3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83140A-DFB5-49B1-A6FD-6984D583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EE96E8-61C7-4A4F-811A-8AB9BB8C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33BD9E-ABC6-4480-87FA-012123E7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57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6869B2-6753-4F67-871A-988BA46B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C696B2-02EE-4CEE-BF52-7E2A62FEB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4013E6-D163-4C0C-9A29-F81708D1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3E5F35-A5F1-497F-9FA6-062C770A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4CD61-926E-4F43-8F33-23E8C8A3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70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4DB330-F5F8-4312-B474-812CCBCEE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76E25B-EBD4-43F8-AD78-EB52C67AC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2753D3-FF98-47AF-887E-7E7C6F25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8A3779-636E-4D41-AB8B-42508B34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4355E0-DB3E-4008-A2F2-5F08B05A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78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D0B602-4E04-4BB1-9C0A-44CAA244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65FC4F-7F79-4117-A4CB-7F0B958C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66B16A-A01C-4F3D-9D8C-A0598AEF3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3C927-79DA-47DC-B759-D3ADBF797F3D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1CE0F9-B4FA-40A3-8ECA-64AFFCC1F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C7023-2F0B-4D9D-A3C2-17052E585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48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715434" y="863600"/>
            <a:ext cx="107611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0"/>
              <a:t>HAKO PON</a:t>
            </a:r>
            <a:endParaRPr lang="en-US" altLang="ja-JP" sz="800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C916B4F-72B1-426E-AB19-0FE9F23657A7}"/>
              </a:ext>
            </a:extLst>
          </p:cNvPr>
          <p:cNvSpPr txBox="1"/>
          <p:nvPr/>
        </p:nvSpPr>
        <p:spPr>
          <a:xfrm>
            <a:off x="1185334" y="3763021"/>
            <a:ext cx="98213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ジャンル</a:t>
            </a:r>
            <a:r>
              <a:rPr lang="ja-JP" altLang="en-US" sz="28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：</a:t>
            </a:r>
            <a:r>
              <a:rPr lang="en-US" altLang="ja-JP" sz="28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			</a:t>
            </a:r>
            <a:r>
              <a:rPr lang="ja-JP" altLang="en-US" sz="28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ハコをポンと投げるアクションゲーム</a:t>
            </a:r>
            <a:endParaRPr lang="en-US" altLang="ja-JP" sz="280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  <a:p>
            <a:r>
              <a:rPr kumimoji="1" lang="ja-JP" altLang="en-US" sz="28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プラットフォーム：</a:t>
            </a:r>
            <a:r>
              <a:rPr kumimoji="1" lang="en-US" altLang="ja-JP" sz="28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		PC</a:t>
            </a:r>
            <a:r>
              <a:rPr kumimoji="1" lang="ja-JP" altLang="en-US" sz="28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　</a:t>
            </a:r>
            <a:r>
              <a:rPr kumimoji="1" lang="en-US" altLang="ja-JP" sz="28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PS5</a:t>
            </a:r>
            <a:r>
              <a:rPr kumimoji="1" lang="ja-JP" altLang="en-US" sz="28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　</a:t>
            </a:r>
            <a:r>
              <a:rPr kumimoji="1" lang="en-US" altLang="ja-JP" sz="28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Switch</a:t>
            </a:r>
          </a:p>
          <a:p>
            <a:r>
              <a:rPr lang="ja-JP" altLang="en-US" sz="28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ターゲット：</a:t>
            </a:r>
            <a:r>
              <a:rPr lang="en-US" altLang="ja-JP" sz="28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			</a:t>
            </a:r>
            <a:r>
              <a:rPr lang="ja-JP" altLang="en-US" sz="28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全年齢</a:t>
            </a:r>
            <a:endParaRPr lang="en-US" altLang="ja-JP" sz="280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  <a:p>
            <a:r>
              <a:rPr lang="ja-JP" altLang="en-US" sz="28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コンセプト：</a:t>
            </a:r>
            <a:r>
              <a:rPr lang="en-US" altLang="ja-JP" sz="28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			</a:t>
            </a:r>
            <a:r>
              <a:rPr lang="ja-JP" altLang="en-US" sz="28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持って楽しい、投げて楽しい</a:t>
            </a:r>
            <a:endParaRPr lang="en-US" altLang="ja-JP" sz="280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0789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2F3BE1-14DE-4E7D-8F41-158B78F0606D}"/>
              </a:ext>
            </a:extLst>
          </p:cNvPr>
          <p:cNvSpPr txBox="1"/>
          <p:nvPr/>
        </p:nvSpPr>
        <p:spPr>
          <a:xfrm>
            <a:off x="922867" y="939800"/>
            <a:ext cx="982133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ハコポンとは</a:t>
            </a:r>
            <a:endParaRPr kumimoji="1" lang="en-US" altLang="ja-JP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  <a:p>
            <a:r>
              <a:rPr lang="ja-JP" altLang="en-US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ハコを</a:t>
            </a:r>
            <a:r>
              <a:rPr lang="ja-JP" altLang="en-US" sz="320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持って楽しい、投げて楽しい</a:t>
            </a:r>
            <a:endParaRPr lang="en-US" altLang="ja-JP" sz="3200">
              <a:solidFill>
                <a:srgbClr val="FF0000"/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  <a:p>
            <a:r>
              <a:rPr lang="ja-JP" altLang="en-US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簡単アクションゲームである</a:t>
            </a:r>
            <a:endParaRPr lang="en-US" altLang="ja-JP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1D742EC-883B-4A5B-81A5-36AA40754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67" y="3926558"/>
            <a:ext cx="2411085" cy="170573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2B1E64F-3BF1-4CC4-9305-9984C903B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053" y="3532977"/>
            <a:ext cx="2548013" cy="2200557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73CFD94-B791-47ED-9314-DB6470819385}"/>
              </a:ext>
            </a:extLst>
          </p:cNvPr>
          <p:cNvSpPr txBox="1"/>
          <p:nvPr/>
        </p:nvSpPr>
        <p:spPr>
          <a:xfrm>
            <a:off x="1694606" y="5733534"/>
            <a:ext cx="867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持って</a:t>
            </a:r>
            <a:endParaRPr lang="en-US" altLang="ja-JP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9A4DD54-F13A-4F06-A9C0-39D29D3DD7B9}"/>
              </a:ext>
            </a:extLst>
          </p:cNvPr>
          <p:cNvSpPr txBox="1"/>
          <p:nvPr/>
        </p:nvSpPr>
        <p:spPr>
          <a:xfrm>
            <a:off x="5895256" y="5733534"/>
            <a:ext cx="867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投げる</a:t>
            </a:r>
            <a:endParaRPr lang="en-US" altLang="ja-JP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6546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2F3BE1-14DE-4E7D-8F41-158B78F0606D}"/>
              </a:ext>
            </a:extLst>
          </p:cNvPr>
          <p:cNvSpPr txBox="1"/>
          <p:nvPr/>
        </p:nvSpPr>
        <p:spPr>
          <a:xfrm>
            <a:off x="922867" y="939800"/>
            <a:ext cx="9821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ハコを持って、投げてゴールを目指す！</a:t>
            </a:r>
            <a:endParaRPr lang="en-US" altLang="ja-JP" sz="320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552A7C6-AB90-466F-8FB1-51F354DEE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44" y="2302934"/>
            <a:ext cx="5328356" cy="29972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0032417-A157-4AD2-8016-FBC2E9FB04C1}"/>
              </a:ext>
            </a:extLst>
          </p:cNvPr>
          <p:cNvSpPr txBox="1"/>
          <p:nvPr/>
        </p:nvSpPr>
        <p:spPr>
          <a:xfrm>
            <a:off x="1959076" y="5403334"/>
            <a:ext cx="169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足場を作ったり</a:t>
            </a:r>
            <a:endParaRPr lang="en-US" altLang="ja-JP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A240FC5-D825-4592-9AC7-E831D0E8A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533" y="1557866"/>
            <a:ext cx="6697133" cy="3767137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628CABA-5586-4D85-AB41-066E8AC642A0}"/>
              </a:ext>
            </a:extLst>
          </p:cNvPr>
          <p:cNvSpPr txBox="1"/>
          <p:nvPr/>
        </p:nvSpPr>
        <p:spPr>
          <a:xfrm>
            <a:off x="7589408" y="5300134"/>
            <a:ext cx="202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敵をやっつけたり</a:t>
            </a:r>
            <a:endParaRPr lang="en-US" altLang="ja-JP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8437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2F3BE1-14DE-4E7D-8F41-158B78F0606D}"/>
              </a:ext>
            </a:extLst>
          </p:cNvPr>
          <p:cNvSpPr txBox="1"/>
          <p:nvPr/>
        </p:nvSpPr>
        <p:spPr>
          <a:xfrm>
            <a:off x="922867" y="939800"/>
            <a:ext cx="9821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持って楽しいハコとは？</a:t>
            </a:r>
            <a:endParaRPr lang="en-US" altLang="ja-JP" sz="320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FE461A2-C359-4824-9C90-79D20F99A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67" y="2387600"/>
            <a:ext cx="1979828" cy="2465546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2AB14ED-E06C-4060-AB54-E6C4C78DDBA5}"/>
              </a:ext>
            </a:extLst>
          </p:cNvPr>
          <p:cNvSpPr txBox="1"/>
          <p:nvPr/>
        </p:nvSpPr>
        <p:spPr>
          <a:xfrm>
            <a:off x="674052" y="5013867"/>
            <a:ext cx="2477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天井にくっつく吸盤ハコ</a:t>
            </a:r>
            <a:endParaRPr lang="en-US" altLang="ja-JP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A51713B-1765-4E97-847B-96F842F9B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639" y="2406110"/>
            <a:ext cx="3904721" cy="2447036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787E0A1-C6F4-4C64-8AEB-A3C080F711AB}"/>
              </a:ext>
            </a:extLst>
          </p:cNvPr>
          <p:cNvSpPr txBox="1"/>
          <p:nvPr/>
        </p:nvSpPr>
        <p:spPr>
          <a:xfrm>
            <a:off x="4430658" y="5003799"/>
            <a:ext cx="3330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飛んでいけるジェットパックハコ</a:t>
            </a:r>
            <a:endParaRPr lang="en-US" altLang="ja-JP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D1770D7-9A4B-4B1B-85AD-2628EF743A95}"/>
              </a:ext>
            </a:extLst>
          </p:cNvPr>
          <p:cNvSpPr txBox="1"/>
          <p:nvPr/>
        </p:nvSpPr>
        <p:spPr>
          <a:xfrm>
            <a:off x="8187267" y="5003799"/>
            <a:ext cx="3330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などなど</a:t>
            </a:r>
            <a:endParaRPr lang="en-US" altLang="ja-JP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61AA729-A0C1-47C3-88BF-0D00E45DE5A4}"/>
              </a:ext>
            </a:extLst>
          </p:cNvPr>
          <p:cNvSpPr txBox="1"/>
          <p:nvPr/>
        </p:nvSpPr>
        <p:spPr>
          <a:xfrm>
            <a:off x="674052" y="5918200"/>
            <a:ext cx="9993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簡単操作でも</a:t>
            </a:r>
            <a:r>
              <a:rPr lang="ja-JP" altLang="en-US" sz="280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ハコのバリエーションで奥深さを出す！</a:t>
            </a:r>
            <a:endParaRPr lang="en-US" altLang="ja-JP" sz="2800">
              <a:solidFill>
                <a:srgbClr val="FF0000"/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1792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2F3BE1-14DE-4E7D-8F41-158B78F0606D}"/>
              </a:ext>
            </a:extLst>
          </p:cNvPr>
          <p:cNvSpPr txBox="1"/>
          <p:nvPr/>
        </p:nvSpPr>
        <p:spPr>
          <a:xfrm>
            <a:off x="922867" y="939800"/>
            <a:ext cx="9821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投げて楽しいハコとは？</a:t>
            </a:r>
            <a:endParaRPr lang="en-US" altLang="ja-JP" sz="320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2AB14ED-E06C-4060-AB54-E6C4C78DDBA5}"/>
              </a:ext>
            </a:extLst>
          </p:cNvPr>
          <p:cNvSpPr txBox="1"/>
          <p:nvPr/>
        </p:nvSpPr>
        <p:spPr>
          <a:xfrm>
            <a:off x="2003319" y="4994712"/>
            <a:ext cx="2477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バクダンハコ</a:t>
            </a:r>
            <a:endParaRPr lang="en-US" altLang="ja-JP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26F8332-D899-4E83-8E0A-4BB8742560FA}"/>
              </a:ext>
            </a:extLst>
          </p:cNvPr>
          <p:cNvSpPr txBox="1"/>
          <p:nvPr/>
        </p:nvSpPr>
        <p:spPr>
          <a:xfrm>
            <a:off x="674052" y="5918200"/>
            <a:ext cx="9993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簡単操作でも</a:t>
            </a:r>
            <a:r>
              <a:rPr lang="ja-JP" altLang="en-US" sz="280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ハコのバリエーションで奥深さを出す！！</a:t>
            </a:r>
            <a:endParaRPr lang="en-US" altLang="ja-JP" sz="2800">
              <a:solidFill>
                <a:srgbClr val="FF0000"/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A4C5579-5C45-4BB8-9ECB-A399977AB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52" y="3148401"/>
            <a:ext cx="5283200" cy="166148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658E4B6-710A-4C93-A593-4ADF64927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533" y="823675"/>
            <a:ext cx="7415176" cy="4171037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8981085-F7A1-44E6-94B0-6096115BBF19}"/>
              </a:ext>
            </a:extLst>
          </p:cNvPr>
          <p:cNvSpPr txBox="1"/>
          <p:nvPr/>
        </p:nvSpPr>
        <p:spPr>
          <a:xfrm>
            <a:off x="8539102" y="4994712"/>
            <a:ext cx="2477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カミナリハコ</a:t>
            </a:r>
            <a:endParaRPr lang="en-US" altLang="ja-JP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027B65C-5D18-495C-9661-AE8CE0C2C801}"/>
              </a:ext>
            </a:extLst>
          </p:cNvPr>
          <p:cNvSpPr txBox="1"/>
          <p:nvPr/>
        </p:nvSpPr>
        <p:spPr>
          <a:xfrm>
            <a:off x="10145833" y="5437293"/>
            <a:ext cx="2477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などなど</a:t>
            </a:r>
            <a:endParaRPr lang="en-US" altLang="ja-JP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995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d4a769-b4b6-44f5-bafd-bfbeb89b0b0c">
      <Terms xmlns="http://schemas.microsoft.com/office/infopath/2007/PartnerControls"/>
    </lcf76f155ced4ddcb4097134ff3c332f>
    <TaxCatchAll xmlns="26553de7-2a3a-444c-a024-df4cb947fd0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F0D9E193D28814892BA96752E68B42F" ma:contentTypeVersion="11" ma:contentTypeDescription="新しいドキュメントを作成します。" ma:contentTypeScope="" ma:versionID="7ef2c4f7c5cf37d6221d7b1dda883374">
  <xsd:schema xmlns:xsd="http://www.w3.org/2001/XMLSchema" xmlns:xs="http://www.w3.org/2001/XMLSchema" xmlns:p="http://schemas.microsoft.com/office/2006/metadata/properties" xmlns:ns2="c0d4a769-b4b6-44f5-bafd-bfbeb89b0b0c" xmlns:ns3="26553de7-2a3a-444c-a024-df4cb947fd03" targetNamespace="http://schemas.microsoft.com/office/2006/metadata/properties" ma:root="true" ma:fieldsID="725cefcd41332f88909580cd13155635" ns2:_="" ns3:_="">
    <xsd:import namespace="c0d4a769-b4b6-44f5-bafd-bfbeb89b0b0c"/>
    <xsd:import namespace="26553de7-2a3a-444c-a024-df4cb947fd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d4a769-b4b6-44f5-bafd-bfbeb89b0b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53de7-2a3a-444c-a024-df4cb947fd0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001ad64-140f-4029-930f-4ba1abb62398}" ma:internalName="TaxCatchAll" ma:showField="CatchAllData" ma:web="26553de7-2a3a-444c-a024-df4cb947fd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8621F2-4F5D-4AA5-BA84-1DFE084875E3}">
  <ds:schemaRefs>
    <ds:schemaRef ds:uri="26553de7-2a3a-444c-a024-df4cb947fd03"/>
    <ds:schemaRef ds:uri="c0d4a769-b4b6-44f5-bafd-bfbeb89b0b0c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FAED562-CF12-4034-85CD-DF7FEB09FE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02FA25-54C7-4480-945D-01F2662AE59D}">
  <ds:schemaRefs>
    <ds:schemaRef ds:uri="26553de7-2a3a-444c-a024-df4cb947fd03"/>
    <ds:schemaRef ds:uri="c0d4a769-b4b6-44f5-bafd-bfbeb89b0b0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ワイド画面</PresentationFormat>
  <Slides>5</Slides>
  <Notes>0</Notes>
  <HiddenSlides>0</HiddenSlide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6" baseType="lpstr"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情報北九州校 倉掛</dc:creator>
  <cp:revision>2</cp:revision>
  <dcterms:created xsi:type="dcterms:W3CDTF">2026-01-26T01:13:53Z</dcterms:created>
  <dcterms:modified xsi:type="dcterms:W3CDTF">2026-02-02T02:13:36Z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0x0101005F0D9E193D28814892BA96752E68B42F</vt:lpwstr>
  </property>
  <property fmtid="{D5CDD505-2E9C-101B-9397-08002B2CF9AE}" pid="3" name="MediaServiceImageTags">
    <vt:lpwstr/>
  </property>
</Properties>
</file>