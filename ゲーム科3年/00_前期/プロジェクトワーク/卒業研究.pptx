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1" r:id="rId6"/>
    <p:sldId id="262" r:id="rId7"/>
    <p:sldId id="266" r:id="rId8"/>
    <p:sldId id="264" r:id="rId9"/>
    <p:sldId id="259" r:id="rId10"/>
    <p:sldId id="260" r:id="rId11"/>
    <p:sldId id="263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集大成となる卒業研究制作です。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■目標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</a:t>
            </a:r>
            <a:r>
              <a:rPr lang="ja-JP" altLang="en-US" sz="2400" dirty="0"/>
              <a:t>月実施予定の作品展示会に展示</a:t>
            </a:r>
            <a:endParaRPr kumimoji="1" lang="en-US" altLang="ja-JP" sz="2400" dirty="0"/>
          </a:p>
          <a:p>
            <a:r>
              <a:rPr lang="ja-JP" altLang="en-US" sz="2400" dirty="0"/>
              <a:t>・卒業研究発表会（各校で最も優秀な１作品を発表）</a:t>
            </a:r>
            <a:endParaRPr kumimoji="1"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Steam</a:t>
            </a:r>
            <a:r>
              <a:rPr lang="ja-JP" altLang="en-US" sz="2400" dirty="0"/>
              <a:t>で配信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Epic Games Store </a:t>
            </a:r>
            <a:r>
              <a:rPr lang="ja-JP" altLang="en-US" sz="2400" dirty="0"/>
              <a:t>で配信（</a:t>
            </a:r>
            <a:r>
              <a:rPr lang="en-US" altLang="ja-JP" sz="2400" dirty="0"/>
              <a:t>UE</a:t>
            </a:r>
            <a:r>
              <a:rPr lang="ja-JP" altLang="en-US" sz="2400" dirty="0"/>
              <a:t>で作る場合）</a:t>
            </a:r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有料でもいいけど、お金の話はチーム内でしっかり決めること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■理想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Nintendo Store </a:t>
            </a:r>
            <a:r>
              <a:rPr lang="ja-JP" altLang="en-US" sz="2400" dirty="0"/>
              <a:t>で販売</a:t>
            </a:r>
            <a:endParaRPr lang="en-US" altLang="ja-JP" sz="2400" dirty="0"/>
          </a:p>
          <a:p>
            <a:r>
              <a:rPr lang="ja-JP" altLang="en-US" sz="2400" dirty="0"/>
              <a:t>　・開発機が必要だったりでハードルは高い（お金もかかる）</a:t>
            </a:r>
            <a:endParaRPr lang="en-US" altLang="ja-JP" sz="2400" dirty="0"/>
          </a:p>
          <a:p>
            <a:r>
              <a:rPr lang="ja-JP" altLang="en-US" sz="2400" dirty="0"/>
              <a:t>　・卒業後も引き継いで目指してみるのもあり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ここまで頑張ってきた方は目指せると思います！！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基本情報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■期間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en-US" altLang="ja-JP" sz="2400" dirty="0"/>
              <a:t>4/28</a:t>
            </a:r>
            <a:r>
              <a:rPr kumimoji="1" lang="ja-JP" altLang="en-US" sz="2400" dirty="0"/>
              <a:t>～</a:t>
            </a:r>
            <a:r>
              <a:rPr kumimoji="1" lang="en-US" altLang="ja-JP" sz="2400" dirty="0"/>
              <a:t>1/29</a:t>
            </a:r>
            <a:r>
              <a:rPr kumimoji="1" lang="ja-JP" altLang="en-US" sz="2400" dirty="0"/>
              <a:t>（予定）</a:t>
            </a:r>
            <a:endParaRPr kumimoji="1"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作業時間的には約</a:t>
            </a:r>
            <a:r>
              <a:rPr lang="en-US" altLang="ja-JP" sz="2400" dirty="0"/>
              <a:t>8</a:t>
            </a:r>
            <a:r>
              <a:rPr lang="ja-JP" altLang="en-US" sz="2400" dirty="0"/>
              <a:t>カ月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■人数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・自由</a:t>
            </a:r>
            <a:endParaRPr kumimoji="1" lang="en-US" altLang="ja-JP" sz="2400" dirty="0"/>
          </a:p>
          <a:p>
            <a:r>
              <a:rPr lang="ja-JP" altLang="en-US" sz="2400" dirty="0"/>
              <a:t>　ただし、やることがなくて何もしない、なんてことがないようにしましょう。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■卒研発表会について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大原の全国各校が</a:t>
            </a:r>
            <a:r>
              <a:rPr lang="en-US" altLang="ja-JP" sz="2400" dirty="0"/>
              <a:t>Teams</a:t>
            </a:r>
            <a:r>
              <a:rPr lang="ja-JP" altLang="en-US" sz="2400" dirty="0"/>
              <a:t>で発表する。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072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進め方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長期制作になります。</a:t>
            </a:r>
            <a:endParaRPr lang="en-US" altLang="ja-JP" sz="2400" dirty="0"/>
          </a:p>
          <a:p>
            <a:r>
              <a:rPr kumimoji="1" lang="ja-JP" altLang="en-US" sz="2400" dirty="0"/>
              <a:t>よって、スケジュールにマイルストーンを設けます。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■マイルストーン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定期的な進捗目標をマイルストーンとして決めながら開発を進めること。</a:t>
            </a:r>
            <a:endParaRPr lang="en-US" altLang="ja-JP" sz="2400" dirty="0"/>
          </a:p>
          <a:p>
            <a:r>
              <a:rPr lang="en-US" altLang="ja-JP" sz="2400" dirty="0"/>
              <a:t>α</a:t>
            </a:r>
            <a:r>
              <a:rPr lang="ja-JP" altLang="en-US" sz="2400" dirty="0"/>
              <a:t>、</a:t>
            </a:r>
            <a:r>
              <a:rPr lang="en-US" altLang="ja-JP" sz="2400" dirty="0"/>
              <a:t>β</a:t>
            </a:r>
            <a:r>
              <a:rPr lang="ja-JP" altLang="en-US" sz="2400" dirty="0"/>
              <a:t>、</a:t>
            </a:r>
            <a:r>
              <a:rPr lang="en-US" altLang="ja-JP" sz="2400" dirty="0"/>
              <a:t>MA</a:t>
            </a:r>
            <a:r>
              <a:rPr lang="ja-JP" altLang="en-US" sz="2400" dirty="0"/>
              <a:t>よりも細かく目標を決めることにより、</a:t>
            </a:r>
            <a:endParaRPr lang="en-US" altLang="ja-JP" sz="2400" dirty="0"/>
          </a:p>
          <a:p>
            <a:r>
              <a:rPr lang="ja-JP" altLang="en-US" sz="2400" dirty="0"/>
              <a:t>計画を立てやすくしたり、プロジェクトを軌道修正しやすくする。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435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進め方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■スケジュール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5/22	</a:t>
            </a:r>
            <a:r>
              <a:rPr lang="ja-JP" altLang="en-US" sz="2400" dirty="0"/>
              <a:t>企画＆仕様完成 スケジューリング後に作業開始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6/30	</a:t>
            </a:r>
            <a:r>
              <a:rPr lang="ja-JP" altLang="en-US" sz="2400" dirty="0"/>
              <a:t>マイルストーン１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9/30	</a:t>
            </a:r>
            <a:r>
              <a:rPr lang="ja-JP" altLang="en-US" sz="2400" dirty="0"/>
              <a:t>マイルストーン２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10/30	</a:t>
            </a:r>
            <a:r>
              <a:rPr lang="ja-JP" altLang="en-US" sz="2400" dirty="0"/>
              <a:t>マイルストーン３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1/15	β</a:t>
            </a:r>
            <a:r>
              <a:rPr lang="ja-JP" altLang="en-US" sz="2400" dirty="0"/>
              <a:t>版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1/29	</a:t>
            </a:r>
            <a:r>
              <a:rPr lang="ja-JP" altLang="en-US" sz="2400" dirty="0"/>
              <a:t>マスターアップ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それぞれのマイルストーンで、</a:t>
            </a:r>
            <a:endParaRPr lang="en-US" altLang="ja-JP" sz="2400" dirty="0"/>
          </a:p>
          <a:p>
            <a:r>
              <a:rPr lang="ja-JP" altLang="en-US" sz="2400" dirty="0"/>
              <a:t>ゲームがどこまでできているかをイメージしながら制作します。</a:t>
            </a:r>
            <a:endParaRPr lang="en-US" altLang="ja-JP" sz="2400" dirty="0"/>
          </a:p>
          <a:p>
            <a:r>
              <a:rPr lang="ja-JP" altLang="en-US" sz="2400" dirty="0"/>
              <a:t>必要に応じて増える場合もあります。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発表会の日程次第では、終盤の予定を変更する可能性があります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各マイルストーンの進捗度合いが成績に影響します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379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企画作成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88017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企画書を作成して、</a:t>
            </a:r>
            <a:r>
              <a:rPr lang="ja-JP" altLang="en-US" sz="2400" b="1" dirty="0">
                <a:solidFill>
                  <a:srgbClr val="FF0000"/>
                </a:solidFill>
              </a:rPr>
              <a:t>作品の方針を明確に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また企画書は担当の先生が必ずチェックをし、</a:t>
            </a:r>
            <a:endParaRPr lang="en-US" altLang="ja-JP" sz="2400" dirty="0"/>
          </a:p>
          <a:p>
            <a:r>
              <a:rPr lang="en-US" altLang="ja-JP" sz="2400" dirty="0"/>
              <a:t>OK</a:t>
            </a:r>
            <a:r>
              <a:rPr lang="ja-JP" altLang="en-US" sz="2400" dirty="0"/>
              <a:t>をもらえるまで、原則、次の作業に進んではいけません。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チーム制作で手が空きそうなメンバーは、予め必要な作業はしていても良いですが、</a:t>
            </a:r>
            <a:endParaRPr lang="en-US" altLang="ja-JP" sz="2400" dirty="0"/>
          </a:p>
          <a:p>
            <a:r>
              <a:rPr lang="ja-JP" altLang="en-US" sz="2400" dirty="0"/>
              <a:t>企画を一人に任せきりにして、独りよがりなゲームならないように注意しましょう。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注意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チーム制作の作品はチームメンバー全員が責任を持って作ってください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316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仕様書作成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88017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企画で決めた方針を実現する要素を、ゲームの仕様として洗い出しましょう。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具体的に書くほど、作業がスムーズに進みます。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プランナー志望でないならば、きれいに書く必要はありません。サンプルを参考に、</a:t>
            </a:r>
            <a:endParaRPr lang="en-US" altLang="ja-JP" sz="2400" dirty="0"/>
          </a:p>
          <a:p>
            <a:r>
              <a:rPr lang="ja-JP" altLang="en-US" sz="2400" dirty="0"/>
              <a:t>必要なものを作業前にまとめておくことを優先に考えてください。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また</a:t>
            </a:r>
            <a:r>
              <a:rPr lang="ja-JP" altLang="en-US" sz="2400" b="1" dirty="0">
                <a:solidFill>
                  <a:srgbClr val="FF0000"/>
                </a:solidFill>
              </a:rPr>
              <a:t>仕様書も先生のチェックが必要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※</a:t>
            </a:r>
            <a:r>
              <a:rPr lang="ja-JP" altLang="en-US" sz="2400" b="1" dirty="0">
                <a:solidFill>
                  <a:srgbClr val="00B050"/>
                </a:solidFill>
              </a:rPr>
              <a:t>プランナー志望の方へ</a:t>
            </a:r>
            <a:endParaRPr lang="en-US" altLang="ja-JP" sz="2400" b="1" dirty="0">
              <a:solidFill>
                <a:srgbClr val="00B050"/>
              </a:solidFill>
            </a:endParaRPr>
          </a:p>
          <a:p>
            <a:r>
              <a:rPr lang="ja-JP" altLang="en-US" sz="2400" dirty="0"/>
              <a:t>提出作品に仕様書を求めてくる企業が少ないですがあります。</a:t>
            </a:r>
            <a:endParaRPr lang="en-US" altLang="ja-JP" sz="2400" dirty="0"/>
          </a:p>
          <a:p>
            <a:r>
              <a:rPr lang="ja-JP" altLang="en-US" sz="2400" dirty="0"/>
              <a:t>ここで作っておくことをお勧めします。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89542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スケジュール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127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来年の</a:t>
            </a:r>
            <a:r>
              <a:rPr lang="en-US" altLang="ja-JP" sz="2400" dirty="0"/>
              <a:t>1</a:t>
            </a:r>
            <a:r>
              <a:rPr lang="ja-JP" altLang="en-US" sz="2400" dirty="0"/>
              <a:t>月までのスケジュールを考えるのは非常に難しいです。</a:t>
            </a:r>
            <a:endParaRPr lang="en-US" altLang="ja-JP" sz="2400" dirty="0"/>
          </a:p>
          <a:p>
            <a:r>
              <a:rPr lang="ja-JP" altLang="en-US" sz="2400" dirty="0"/>
              <a:t>まずは、最初のマイルストーンである</a:t>
            </a:r>
            <a:r>
              <a:rPr lang="en-US" altLang="ja-JP" sz="2400" dirty="0"/>
              <a:t>6/30</a:t>
            </a:r>
            <a:r>
              <a:rPr lang="ja-JP" altLang="en-US" sz="2400" dirty="0"/>
              <a:t>までのスケジュールを考えましょう。</a:t>
            </a:r>
            <a:endParaRPr lang="en-US" altLang="ja-JP" sz="2400" dirty="0"/>
          </a:p>
          <a:p>
            <a:r>
              <a:rPr lang="ja-JP" altLang="en-US" sz="2400" dirty="0"/>
              <a:t>以降のスケジュールは、漠然としたもので大丈夫です。</a:t>
            </a:r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マイルストーン次第では企画や仕様も変わるため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スケジュールも先生が一度チェックします。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999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マイルストーン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マイルストーンは、進捗の目標として設定します。</a:t>
            </a:r>
            <a:endParaRPr lang="en-US" altLang="ja-JP" sz="2400" dirty="0"/>
          </a:p>
          <a:p>
            <a:r>
              <a:rPr lang="ja-JP" altLang="en-US" sz="2400" dirty="0"/>
              <a:t>この時点で、面白くなる見込みが立たなかったり、</a:t>
            </a:r>
            <a:endParaRPr lang="en-US" altLang="ja-JP" sz="2400" dirty="0"/>
          </a:p>
          <a:p>
            <a:r>
              <a:rPr lang="ja-JP" altLang="en-US" sz="2400" dirty="0"/>
              <a:t>完成のめどが立たなくなった場合は、企画や仕様を考え直す可能性も出てきます。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マイルストーンで、ある程度の成果が上がらないと、</a:t>
            </a:r>
            <a:endParaRPr lang="en-US" altLang="ja-JP" sz="2400" dirty="0"/>
          </a:p>
          <a:p>
            <a:r>
              <a:rPr lang="ja-JP" altLang="en-US" sz="2400" dirty="0"/>
              <a:t>何の収穫もなく次のマイルストーンに流れてしまうため、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それぞれのマイルストーンでは、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ゲームを象徴とする要素をしっかりと実装してください。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00B050"/>
                </a:solidFill>
              </a:rPr>
              <a:t>補足</a:t>
            </a:r>
            <a:endParaRPr lang="en-US" altLang="ja-JP" sz="2400" b="1" dirty="0">
              <a:solidFill>
                <a:srgbClr val="00B050"/>
              </a:solidFill>
            </a:endParaRPr>
          </a:p>
          <a:p>
            <a:r>
              <a:rPr lang="ja-JP" altLang="en-US" sz="2400" dirty="0"/>
              <a:t>デベロッパーで開発する際のマイルストーンは、</a:t>
            </a:r>
            <a:endParaRPr lang="en-US" altLang="ja-JP" sz="2400" dirty="0"/>
          </a:p>
          <a:p>
            <a:r>
              <a:rPr lang="ja-JP" altLang="en-US" sz="2400" dirty="0"/>
              <a:t>パブリッシャーにテストプレイしてもらうほどの重要イベントになります。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66184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作品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どのようなものを作るかは自由です。</a:t>
            </a:r>
            <a:endParaRPr lang="en-US" altLang="ja-JP" sz="2400" dirty="0"/>
          </a:p>
          <a:p>
            <a:r>
              <a:rPr lang="ja-JP" altLang="en-US" sz="2400" dirty="0"/>
              <a:t>以下は規模の参考にしてください。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■作品例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・複雑で本格的なものを作る場合</a:t>
            </a:r>
            <a:endParaRPr lang="en-US" altLang="ja-JP" sz="2400" dirty="0"/>
          </a:p>
          <a:p>
            <a:r>
              <a:rPr lang="ja-JP" altLang="en-US" sz="2400" dirty="0"/>
              <a:t>　・アクション</a:t>
            </a:r>
            <a:endParaRPr lang="en-US" altLang="ja-JP" sz="2400" dirty="0"/>
          </a:p>
          <a:p>
            <a:r>
              <a:rPr lang="ja-JP" altLang="en-US" sz="2400" dirty="0"/>
              <a:t>　　・</a:t>
            </a:r>
            <a:r>
              <a:rPr lang="en-US" altLang="ja-JP" sz="2400" dirty="0"/>
              <a:t>DMC</a:t>
            </a:r>
            <a:r>
              <a:rPr lang="ja-JP" altLang="en-US" sz="2400" dirty="0"/>
              <a:t>のようなコンボアクション</a:t>
            </a:r>
            <a:endParaRPr lang="en-US" altLang="ja-JP" sz="2400" dirty="0"/>
          </a:p>
          <a:p>
            <a:r>
              <a:rPr lang="ja-JP" altLang="en-US" sz="2400" dirty="0"/>
              <a:t>　　・近代マリオのようなギミック豊富なアクション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RPG</a:t>
            </a:r>
          </a:p>
          <a:p>
            <a:r>
              <a:rPr lang="ja-JP" altLang="en-US" sz="2400" dirty="0"/>
              <a:t>　　・世界観、シナリオを重視</a:t>
            </a:r>
            <a:endParaRPr lang="en-US" altLang="ja-JP" sz="2400" dirty="0"/>
          </a:p>
          <a:p>
            <a:r>
              <a:rPr lang="ja-JP" altLang="en-US" sz="2400" dirty="0"/>
              <a:t>　　・ジョブチェンジなど、独自システムも入れる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・シンプルなゲームを作る場合</a:t>
            </a:r>
            <a:endParaRPr lang="en-US" altLang="ja-JP" sz="2400" dirty="0"/>
          </a:p>
          <a:p>
            <a:r>
              <a:rPr lang="ja-JP" altLang="en-US" sz="2400" dirty="0"/>
              <a:t>　・対戦、オンライン要素を入れる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69762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開発環境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4668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制作環境も自由です。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</a:t>
            </a:r>
            <a:r>
              <a:rPr lang="en-US" altLang="ja-JP" sz="2400" b="1" dirty="0">
                <a:solidFill>
                  <a:srgbClr val="FF0000"/>
                </a:solidFill>
              </a:rPr>
              <a:t>Unreal Engine</a:t>
            </a:r>
            <a:r>
              <a:rPr lang="ja-JP" altLang="en-US" sz="2400" b="1" dirty="0">
                <a:solidFill>
                  <a:srgbClr val="FF0000"/>
                </a:solidFill>
              </a:rPr>
              <a:t>（オススメ！！）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　機能が豊富で見た目も良く、本格的なゲームが作れます。</a:t>
            </a:r>
            <a:endParaRPr lang="en-US" altLang="ja-JP" sz="2400" dirty="0"/>
          </a:p>
          <a:p>
            <a:r>
              <a:rPr lang="ja-JP" altLang="en-US" sz="2400" dirty="0"/>
              <a:t>　就職後も見据えて、</a:t>
            </a:r>
            <a:r>
              <a:rPr lang="en-US" altLang="ja-JP" sz="2400" dirty="0"/>
              <a:t>BP</a:t>
            </a:r>
            <a:r>
              <a:rPr lang="ja-JP" altLang="en-US" sz="2400" dirty="0"/>
              <a:t>ではなく</a:t>
            </a:r>
            <a:r>
              <a:rPr lang="en-US" altLang="ja-JP" sz="2400" dirty="0"/>
              <a:t>C++</a:t>
            </a:r>
            <a:r>
              <a:rPr lang="ja-JP" altLang="en-US" sz="2400" dirty="0"/>
              <a:t>を主体に作りましょう。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/>
              <a:t>・</a:t>
            </a:r>
            <a:r>
              <a:rPr lang="en-US" altLang="ja-JP" sz="2400" b="1" dirty="0"/>
              <a:t>Unity</a:t>
            </a:r>
          </a:p>
          <a:p>
            <a:r>
              <a:rPr lang="ja-JP" altLang="en-US" sz="2400" dirty="0"/>
              <a:t>　使い慣れた手法で作りたい場合はどうぞ。</a:t>
            </a:r>
            <a:endParaRPr lang="en-US" altLang="ja-JP" sz="2400" dirty="0"/>
          </a:p>
          <a:p>
            <a:r>
              <a:rPr lang="ja-JP" altLang="en-US" sz="2400" dirty="0"/>
              <a:t>　（</a:t>
            </a:r>
            <a:r>
              <a:rPr lang="en-US" altLang="ja-JP" sz="2400" dirty="0"/>
              <a:t>UE</a:t>
            </a:r>
            <a:r>
              <a:rPr lang="ja-JP" altLang="en-US" sz="2400" dirty="0"/>
              <a:t>の方がきれいです）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/>
              <a:t>・</a:t>
            </a:r>
            <a:r>
              <a:rPr lang="en-US" altLang="ja-JP" sz="2400" b="1" dirty="0" err="1"/>
              <a:t>DxLib</a:t>
            </a:r>
            <a:endParaRPr lang="en-US" altLang="ja-JP" sz="2400" b="1" dirty="0"/>
          </a:p>
          <a:p>
            <a:r>
              <a:rPr lang="ja-JP" altLang="en-US" sz="2400" dirty="0"/>
              <a:t>　見た目を綺麗にするのが難しい。</a:t>
            </a:r>
            <a:endParaRPr lang="en-US" altLang="ja-JP" sz="2400" dirty="0"/>
          </a:p>
          <a:p>
            <a:r>
              <a:rPr lang="ja-JP" altLang="en-US" sz="2400" dirty="0"/>
              <a:t>　いっそ</a:t>
            </a:r>
            <a:r>
              <a:rPr lang="en-US" altLang="ja-JP" sz="2400" dirty="0"/>
              <a:t>DirectX</a:t>
            </a:r>
            <a:r>
              <a:rPr lang="ja-JP" altLang="en-US" sz="2400" dirty="0"/>
              <a:t>に挑戦してもいいかも。</a:t>
            </a:r>
            <a:endParaRPr lang="en-US" altLang="ja-JP" sz="2400" dirty="0"/>
          </a:p>
          <a:p>
            <a:r>
              <a:rPr lang="ja-JP" altLang="en-US" sz="2400" dirty="0"/>
              <a:t>（</a:t>
            </a:r>
            <a:r>
              <a:rPr lang="en-US" altLang="ja-JP" sz="2400" dirty="0"/>
              <a:t>DirectX</a:t>
            </a:r>
            <a:r>
              <a:rPr lang="ja-JP" altLang="en-US" sz="2400" dirty="0"/>
              <a:t>は激ムズかつ就職後に使う可能性は低い）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16699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卒業研究 注意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■アセットについて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販売まで考えている方は、</a:t>
            </a:r>
            <a:endParaRPr lang="en-US" altLang="ja-JP" sz="2400" dirty="0"/>
          </a:p>
          <a:p>
            <a:r>
              <a:rPr lang="ja-JP" altLang="en-US" sz="2400" dirty="0"/>
              <a:t>他人のアセットを使用する際に十分注意しましょう。</a:t>
            </a:r>
            <a:endParaRPr lang="en-US" altLang="ja-JP" sz="2400" dirty="0"/>
          </a:p>
          <a:p>
            <a:r>
              <a:rPr lang="ja-JP" altLang="en-US" sz="2400" dirty="0"/>
              <a:t>時間はたくさんあるので、</a:t>
            </a:r>
            <a:endParaRPr lang="en-US" altLang="ja-JP" sz="2400" dirty="0"/>
          </a:p>
          <a:p>
            <a:r>
              <a:rPr lang="ja-JP" altLang="en-US" sz="2400" dirty="0"/>
              <a:t>チーム制作の場合は、アセットを自作することも視野に入れましょう。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■スマホゲームについて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iOS(iPhone</a:t>
            </a:r>
            <a:r>
              <a:rPr lang="ja-JP" altLang="en-US" sz="2400" dirty="0"/>
              <a:t>や</a:t>
            </a:r>
            <a:r>
              <a:rPr lang="en-US" altLang="ja-JP" sz="2400" dirty="0"/>
              <a:t>iPad)</a:t>
            </a:r>
            <a:r>
              <a:rPr lang="ja-JP" altLang="en-US" sz="2400" dirty="0"/>
              <a:t>のアプリを作るには、</a:t>
            </a:r>
            <a:r>
              <a:rPr lang="en-US" altLang="ja-JP" sz="2400" dirty="0"/>
              <a:t>Mac</a:t>
            </a:r>
            <a:r>
              <a:rPr lang="ja-JP" altLang="en-US" sz="2400" dirty="0"/>
              <a:t>の</a:t>
            </a:r>
            <a:r>
              <a:rPr lang="en-US" altLang="ja-JP" sz="2400" dirty="0"/>
              <a:t>PC</a:t>
            </a:r>
            <a:r>
              <a:rPr lang="ja-JP" altLang="en-US" sz="2400" dirty="0"/>
              <a:t>が必要になります。</a:t>
            </a:r>
            <a:endParaRPr lang="en-US" altLang="ja-JP" sz="2400" dirty="0"/>
          </a:p>
          <a:p>
            <a:r>
              <a:rPr lang="ja-JP" altLang="en-US" sz="2400" dirty="0"/>
              <a:t>必要な機材は、自身で用意する必要があります。</a:t>
            </a:r>
            <a:endParaRPr lang="en-US" altLang="ja-JP" sz="2400" dirty="0"/>
          </a:p>
          <a:p>
            <a:r>
              <a:rPr lang="en-US" altLang="ja-JP" sz="2400" dirty="0"/>
              <a:t>Android(Galaxy</a:t>
            </a:r>
            <a:r>
              <a:rPr lang="ja-JP" altLang="en-US" sz="2400" dirty="0"/>
              <a:t>など</a:t>
            </a:r>
            <a:r>
              <a:rPr lang="en-US" altLang="ja-JP" sz="2400" dirty="0"/>
              <a:t>)</a:t>
            </a:r>
            <a:r>
              <a:rPr lang="ja-JP" altLang="en-US" sz="2400" dirty="0"/>
              <a:t>のみでの動作で良いのであれば、</a:t>
            </a:r>
            <a:endParaRPr lang="en-US" altLang="ja-JP" sz="2400" dirty="0"/>
          </a:p>
          <a:p>
            <a:r>
              <a:rPr lang="en-US" altLang="ja-JP" sz="2400" dirty="0"/>
              <a:t>Android</a:t>
            </a:r>
            <a:r>
              <a:rPr lang="ja-JP" altLang="en-US" sz="2400" dirty="0"/>
              <a:t>の端末さえあれば学校の環境のみで作れます。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VR</a:t>
            </a:r>
            <a:r>
              <a:rPr lang="ja-JP" altLang="en-US" sz="2400" b="1" dirty="0">
                <a:solidFill>
                  <a:srgbClr val="FF0000"/>
                </a:solidFill>
              </a:rPr>
              <a:t>ゲームについて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必要な機材は自身で用意する必要があります。</a:t>
            </a:r>
            <a:endParaRPr lang="en-US" altLang="ja-JP" sz="2400" dirty="0"/>
          </a:p>
          <a:p>
            <a:r>
              <a:rPr lang="ja-JP" altLang="en-US" sz="2400" dirty="0"/>
              <a:t>また、発表会のやり方を考える必要があります。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81351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1036</Words>
  <Application>Microsoft Office PowerPoint</Application>
  <PresentationFormat>ワイド画面</PresentationFormat>
  <Paragraphs>139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46</cp:revision>
  <dcterms:created xsi:type="dcterms:W3CDTF">2024-08-27T02:15:54Z</dcterms:created>
  <dcterms:modified xsi:type="dcterms:W3CDTF">2026-04-27T03:16:34Z</dcterms:modified>
</cp:coreProperties>
</file>