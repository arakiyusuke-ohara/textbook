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62" r:id="rId6"/>
    <p:sldId id="257" r:id="rId7"/>
    <p:sldId id="258" r:id="rId8"/>
    <p:sldId id="259" r:id="rId9"/>
    <p:sldId id="260" r:id="rId10"/>
    <p:sldId id="261" r:id="rId11"/>
    <p:sldId id="263" r:id="rId12"/>
    <p:sldId id="264" r:id="rId13"/>
    <p:sldId id="265" r:id="rId14"/>
    <p:sldId id="266" r:id="rId15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1DC92E8-E1F5-F22B-FA10-FFB019377EE2}" v="5" dt="2026-02-04T02:23:47.12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百田　睦貴" userId="S::ktq2590302@stu.o-hara.ac.jp::2a028bf7-3856-4c4e-a867-da6124d30fec" providerId="AD" clId="Web-{D1DC92E8-E1F5-F22B-FA10-FFB019377EE2}"/>
    <pc:docChg chg="modSld">
      <pc:chgData name="百田　睦貴" userId="S::ktq2590302@stu.o-hara.ac.jp::2a028bf7-3856-4c4e-a867-da6124d30fec" providerId="AD" clId="Web-{D1DC92E8-E1F5-F22B-FA10-FFB019377EE2}" dt="2026-02-04T02:23:47.127" v="4" actId="1076"/>
      <pc:docMkLst>
        <pc:docMk/>
      </pc:docMkLst>
      <pc:sldChg chg="modSp">
        <pc:chgData name="百田　睦貴" userId="S::ktq2590302@stu.o-hara.ac.jp::2a028bf7-3856-4c4e-a867-da6124d30fec" providerId="AD" clId="Web-{D1DC92E8-E1F5-F22B-FA10-FFB019377EE2}" dt="2026-02-04T02:23:47.127" v="4" actId="1076"/>
        <pc:sldMkLst>
          <pc:docMk/>
          <pc:sldMk cId="3402264703" sldId="257"/>
        </pc:sldMkLst>
        <pc:spChg chg="mod">
          <ac:chgData name="百田　睦貴" userId="S::ktq2590302@stu.o-hara.ac.jp::2a028bf7-3856-4c4e-a867-da6124d30fec" providerId="AD" clId="Web-{D1DC92E8-E1F5-F22B-FA10-FFB019377EE2}" dt="2026-02-04T02:23:47.127" v="4" actId="1076"/>
          <ac:spMkLst>
            <pc:docMk/>
            <pc:sldMk cId="3402264703" sldId="257"/>
            <ac:spMk id="3" creationId="{5560138F-8B2B-4498-B4D4-C00A3D6625D8}"/>
          </ac:spMkLst>
        </pc:spChg>
        <pc:graphicFrameChg chg="modGraphic">
          <ac:chgData name="百田　睦貴" userId="S::ktq2590302@stu.o-hara.ac.jp::2a028bf7-3856-4c4e-a867-da6124d30fec" providerId="AD" clId="Web-{D1DC92E8-E1F5-F22B-FA10-FFB019377EE2}" dt="2026-02-04T02:23:09.485" v="2"/>
          <ac:graphicFrameMkLst>
            <pc:docMk/>
            <pc:sldMk cId="3402264703" sldId="257"/>
            <ac:graphicFrameMk id="2" creationId="{8F1E1779-BE7D-4768-ADA7-5F2474B89178}"/>
          </ac:graphicFrameMkLst>
        </pc:graphicFrame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10268D-74CB-414A-8B81-EE378D92FD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B62BB04D-E9E5-44D2-AA80-7C03CF9942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A183CA1-80D1-4A20-B84A-B7E4D66A12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3C927-79DA-47DC-B759-D3ADBF797F3D}" type="datetimeFigureOut">
              <a:rPr kumimoji="1" lang="ja-JP" altLang="en-US" smtClean="0"/>
              <a:t>2026/2/3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73CF7DB-A18B-4943-88DB-EC82A13CE1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74E4CBC-1209-4E6E-8C7B-BADD35E96E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2008C-8708-4B75-A275-9C15836BEA0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676133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6F74BE4-940D-4079-BCCA-DF01C72F6E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7136420-1DF8-44E3-8D2A-D346E056CC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E27C241-5E32-44DF-AB69-11A9940407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3C927-79DA-47DC-B759-D3ADBF797F3D}" type="datetimeFigureOut">
              <a:rPr kumimoji="1" lang="ja-JP" altLang="en-US" smtClean="0"/>
              <a:t>2026/2/3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292FC97-B913-4839-820B-05F7FBA100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DDD6FF3-58FC-4B2C-BAE2-58DAE4F6B8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2008C-8708-4B75-A275-9C15836BEA0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437606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C572B55-42AE-408B-9EFE-CD51748651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E15DE06-3E3F-45F3-80EC-CEC393F60E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322BEAD-8AF2-4E44-9A53-A3D0DC8F29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3C927-79DA-47DC-B759-D3ADBF797F3D}" type="datetimeFigureOut">
              <a:rPr kumimoji="1" lang="ja-JP" altLang="en-US" smtClean="0"/>
              <a:t>2026/2/3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E01DCA1-DE76-4CAF-9570-F99CF9D9FB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03E97D1-1B81-43B3-83D2-6AE2F97253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2008C-8708-4B75-A275-9C15836BEA0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874693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C4B108B-380C-4348-AA02-571A1DCBC8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3264F8C-739A-43E3-982E-95D08F23633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890ECE98-3B5D-4776-80D5-DA1DB77F21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9E8A7E3-48B1-446C-9277-476DEF718F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3C927-79DA-47DC-B759-D3ADBF797F3D}" type="datetimeFigureOut">
              <a:rPr kumimoji="1" lang="ja-JP" altLang="en-US" smtClean="0"/>
              <a:t>2026/2/3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1E5ABB5-C7B1-426D-8559-9DAA7D6E02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10F01C1-BFC0-4DD5-948C-5EAECC27E6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2008C-8708-4B75-A275-9C15836BEA0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375059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FC2D960-C605-4C34-82EA-90F4C26ED2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E89974C-4BA5-4B66-AF3D-CCB74B6CB0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E27CCD17-1092-46BC-989F-47D3918F97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6152836E-721F-4F69-AF9A-8EBBC7C43A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9C757E73-2609-4535-9147-D1DA34CD80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44C84BAF-1CBD-434E-8A8B-F11D51F34A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3C927-79DA-47DC-B759-D3ADBF797F3D}" type="datetimeFigureOut">
              <a:rPr kumimoji="1" lang="ja-JP" altLang="en-US" smtClean="0"/>
              <a:t>2026/2/3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E457A9D1-A52A-4480-AD4D-675F4F0F51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4AD1817F-78B5-4F3A-B340-FEC0DF5FD9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2008C-8708-4B75-A275-9C15836BEA0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890456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3A71CFD-950C-4702-BF56-B1667DD5F1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51BBA62-82E1-4464-8D0F-8B532F6715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3C927-79DA-47DC-B759-D3ADBF797F3D}" type="datetimeFigureOut">
              <a:rPr kumimoji="1" lang="ja-JP" altLang="en-US" smtClean="0"/>
              <a:t>2026/2/3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AFC4D2-FD0B-404B-8759-FF506A8192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B92C30FA-38F8-48B8-A11B-76714F95B1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2008C-8708-4B75-A275-9C15836BEA0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920107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66B1BA56-C568-45C0-AA42-27542CD373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3C927-79DA-47DC-B759-D3ADBF797F3D}" type="datetimeFigureOut">
              <a:rPr kumimoji="1" lang="ja-JP" altLang="en-US" smtClean="0"/>
              <a:t>2026/2/3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6A951B9D-D5A6-4D99-A8FB-41F47A970A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B1B699E-18DA-40AF-B499-97A6C6996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2008C-8708-4B75-A275-9C15836BEA0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284648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3197184-B0D6-4EEE-9086-0094CF3760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5494B41-EE1E-444B-A31D-DF8387354E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825D8683-9A8F-4863-80E9-3502A9D465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E2038D1-47DE-4951-8EA9-972E60324D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3C927-79DA-47DC-B759-D3ADBF797F3D}" type="datetimeFigureOut">
              <a:rPr kumimoji="1" lang="ja-JP" altLang="en-US" smtClean="0"/>
              <a:t>2026/2/3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A29BF0F-0CA0-4B99-9AC7-AA42E12529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0A6AA78-6A6A-4440-8195-1CB1E7E9B0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2008C-8708-4B75-A275-9C15836BEA0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974886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4D13703-F346-4539-B1B6-ED0CDC2D72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0A1CA911-BDA9-440F-9771-20ED61B793A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EFF4A5BB-2913-4FF4-BC28-49483F8E34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B83140A-DFB5-49B1-A6FD-6984D583AB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3C927-79DA-47DC-B759-D3ADBF797F3D}" type="datetimeFigureOut">
              <a:rPr kumimoji="1" lang="ja-JP" altLang="en-US" smtClean="0"/>
              <a:t>2026/2/3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8EE96E8-61C7-4A4F-811A-8AB9BB8CE9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C33BD9E-ABC6-4480-87FA-012123E7DF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2008C-8708-4B75-A275-9C15836BEA0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905764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76869B2-6753-4F67-871A-988BA46B3E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88C696B2-02EE-4CEE-BF52-7E2A62FEBF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04013E6-D163-4C0C-9A29-F81708D1EF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3C927-79DA-47DC-B759-D3ADBF797F3D}" type="datetimeFigureOut">
              <a:rPr kumimoji="1" lang="ja-JP" altLang="en-US" smtClean="0"/>
              <a:t>2026/2/3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03E5F35-A5F1-497F-9FA6-062C770A92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034CD61-926E-4F43-8F33-23E8C8A352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2008C-8708-4B75-A275-9C15836BEA0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487073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694DB330-F5F8-4312-B474-812CCBCEE2E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8576E25B-EBD4-43F8-AD78-EB52C67AC5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72753D3-FF98-47AF-887E-7E7C6F25FF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3C927-79DA-47DC-B759-D3ADBF797F3D}" type="datetimeFigureOut">
              <a:rPr kumimoji="1" lang="ja-JP" altLang="en-US" smtClean="0"/>
              <a:t>2026/2/3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08A3779-636E-4D41-AB8B-42508B3426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34355E0-DB3E-4008-A2F2-5F08B05A7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2008C-8708-4B75-A275-9C15836BEA0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197827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DED0B602-4E04-4BB1-9C0A-44CAA2447E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965FC4F-7F79-4117-A4CB-7F0B958C03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E66B16A-A01C-4F3D-9D8C-A0598AEF31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73C927-79DA-47DC-B759-D3ADBF797F3D}" type="datetimeFigureOut">
              <a:rPr kumimoji="1" lang="ja-JP" altLang="en-US" smtClean="0"/>
              <a:t>2026/2/3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A1CE0F9-B4FA-40A3-8ECA-64AFFCC1FB2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EEC7023-2F0B-4D9D-A3C2-17052E585F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62008C-8708-4B75-A275-9C15836BEA0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444886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734221BA-F224-46BA-9B98-521D85043890}"/>
              </a:ext>
            </a:extLst>
          </p:cNvPr>
          <p:cNvSpPr txBox="1"/>
          <p:nvPr/>
        </p:nvSpPr>
        <p:spPr>
          <a:xfrm>
            <a:off x="0" y="0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u="sng"/>
              <a:t>箱について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5560138F-8B2B-4498-B4D4-C00A3D6625D8}"/>
              </a:ext>
            </a:extLst>
          </p:cNvPr>
          <p:cNvSpPr txBox="1"/>
          <p:nvPr/>
        </p:nvSpPr>
        <p:spPr>
          <a:xfrm>
            <a:off x="618067" y="863600"/>
            <a:ext cx="10761133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/>
              <a:t>※</a:t>
            </a:r>
            <a:r>
              <a:rPr lang="ja-JP" altLang="en-US"/>
              <a:t>随時追加</a:t>
            </a:r>
            <a:endParaRPr lang="en-US" altLang="ja-JP"/>
          </a:p>
          <a:p>
            <a:r>
              <a:rPr lang="ja-JP" altLang="en-US"/>
              <a:t>・箱ごとに以下の設定ができるようにする</a:t>
            </a:r>
            <a:endParaRPr lang="en-US" altLang="ja-JP"/>
          </a:p>
          <a:p>
            <a:r>
              <a:rPr kumimoji="1" lang="ja-JP" altLang="en-US"/>
              <a:t>　・</a:t>
            </a:r>
            <a:r>
              <a:rPr kumimoji="1" lang="en-US" altLang="ja-JP"/>
              <a:t>HP</a:t>
            </a:r>
            <a:r>
              <a:rPr kumimoji="1" lang="ja-JP" altLang="en-US"/>
              <a:t>（</a:t>
            </a:r>
            <a:r>
              <a:rPr kumimoji="1" lang="en-US" altLang="ja-JP"/>
              <a:t>int</a:t>
            </a:r>
            <a:r>
              <a:rPr kumimoji="1" lang="ja-JP" altLang="en-US"/>
              <a:t>）</a:t>
            </a:r>
            <a:endParaRPr kumimoji="1" lang="en-US" altLang="ja-JP"/>
          </a:p>
          <a:p>
            <a:r>
              <a:rPr lang="ja-JP" altLang="en-US"/>
              <a:t>　・ぶつけた時のダメージ値</a:t>
            </a:r>
            <a:r>
              <a:rPr lang="en-US" altLang="ja-JP"/>
              <a:t>(int)</a:t>
            </a:r>
          </a:p>
          <a:p>
            <a:r>
              <a:rPr kumimoji="1" lang="ja-JP" altLang="en-US"/>
              <a:t>　・成分</a:t>
            </a:r>
            <a:r>
              <a:rPr kumimoji="1" lang="en-US" altLang="ja-JP"/>
              <a:t>(</a:t>
            </a:r>
            <a:r>
              <a:rPr kumimoji="1" lang="en-US" altLang="ja-JP" err="1"/>
              <a:t>enum</a:t>
            </a:r>
            <a:r>
              <a:rPr kumimoji="1" lang="en-US" altLang="ja-JP"/>
              <a:t>){NORMAL, METAL</a:t>
            </a:r>
            <a:r>
              <a:rPr lang="ja-JP" altLang="en-US"/>
              <a:t>・・・</a:t>
            </a:r>
            <a:r>
              <a:rPr kumimoji="1" lang="en-US" altLang="ja-JP"/>
              <a:t>}</a:t>
            </a:r>
          </a:p>
          <a:p>
            <a:r>
              <a:rPr lang="ja-JP" altLang="en-US"/>
              <a:t>　・壊れ方</a:t>
            </a:r>
            <a:r>
              <a:rPr lang="en-US" altLang="ja-JP"/>
              <a:t>(</a:t>
            </a:r>
            <a:r>
              <a:rPr lang="en-US" altLang="ja-JP" err="1"/>
              <a:t>enum</a:t>
            </a:r>
            <a:r>
              <a:rPr lang="en-US" altLang="ja-JP"/>
              <a:t>){NORMAL, BOMB</a:t>
            </a:r>
            <a:r>
              <a:rPr lang="ja-JP" altLang="en-US"/>
              <a:t>・・・</a:t>
            </a:r>
            <a:r>
              <a:rPr lang="en-US" altLang="ja-JP"/>
              <a:t>}</a:t>
            </a:r>
          </a:p>
          <a:p>
            <a:r>
              <a:rPr kumimoji="1" lang="ja-JP" altLang="en-US"/>
              <a:t>　・壊れた時の音</a:t>
            </a:r>
            <a:r>
              <a:rPr kumimoji="1" lang="en-US" altLang="ja-JP"/>
              <a:t>(</a:t>
            </a:r>
            <a:r>
              <a:rPr kumimoji="1" lang="en-US" altLang="ja-JP" err="1"/>
              <a:t>enum</a:t>
            </a:r>
            <a:r>
              <a:rPr kumimoji="1" lang="en-US" altLang="ja-JP"/>
              <a:t>){SE_BREAK_WOODBOX, </a:t>
            </a:r>
            <a:r>
              <a:rPr kumimoji="1" lang="ja-JP" altLang="en-US"/>
              <a:t>・・・</a:t>
            </a:r>
            <a:r>
              <a:rPr kumimoji="1" lang="en-US" altLang="ja-JP"/>
              <a:t>}</a:t>
            </a:r>
          </a:p>
          <a:p>
            <a:r>
              <a:rPr lang="ja-JP" altLang="en-US"/>
              <a:t>　・壊れた時のエフェクト</a:t>
            </a:r>
            <a:r>
              <a:rPr lang="en-US" altLang="ja-JP"/>
              <a:t>(</a:t>
            </a:r>
            <a:r>
              <a:rPr lang="en-US" altLang="ja-JP" err="1"/>
              <a:t>enum</a:t>
            </a:r>
            <a:r>
              <a:rPr lang="en-US" altLang="ja-JP"/>
              <a:t>){EFFECT_BREAK_WOODBOX, </a:t>
            </a:r>
            <a:r>
              <a:rPr lang="ja-JP" altLang="en-US"/>
              <a:t>・・・</a:t>
            </a:r>
            <a:r>
              <a:rPr lang="en-US" altLang="ja-JP"/>
              <a:t>}</a:t>
            </a:r>
          </a:p>
          <a:p>
            <a:endParaRPr kumimoji="1" lang="en-US" altLang="ja-JP"/>
          </a:p>
          <a:p>
            <a:r>
              <a:rPr lang="ja-JP" altLang="en-US"/>
              <a:t>・投げたり、押したりした際の挙動は一部の例外（ジェットパック箱など）を除き、統一</a:t>
            </a:r>
            <a:endParaRPr kumimoji="1" lang="en-US" altLang="ja-JP"/>
          </a:p>
        </p:txBody>
      </p:sp>
    </p:spTree>
    <p:extLst>
      <p:ext uri="{BB962C8B-B14F-4D97-AF65-F5344CB8AC3E}">
        <p14:creationId xmlns:p14="http://schemas.microsoft.com/office/powerpoint/2010/main" val="7807899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734221BA-F224-46BA-9B98-521D85043890}"/>
              </a:ext>
            </a:extLst>
          </p:cNvPr>
          <p:cNvSpPr txBox="1"/>
          <p:nvPr/>
        </p:nvSpPr>
        <p:spPr>
          <a:xfrm>
            <a:off x="0" y="0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u="sng"/>
              <a:t>箱について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5560138F-8B2B-4498-B4D4-C00A3D6625D8}"/>
              </a:ext>
            </a:extLst>
          </p:cNvPr>
          <p:cNvSpPr txBox="1"/>
          <p:nvPr/>
        </p:nvSpPr>
        <p:spPr>
          <a:xfrm>
            <a:off x="618067" y="863600"/>
            <a:ext cx="1076113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/>
              <a:t>※</a:t>
            </a:r>
            <a:r>
              <a:rPr lang="ja-JP" altLang="en-US"/>
              <a:t>随時追加</a:t>
            </a:r>
            <a:endParaRPr lang="en-US" altLang="ja-JP"/>
          </a:p>
          <a:p>
            <a:r>
              <a:rPr lang="ja-JP" altLang="en-US"/>
              <a:t>・</a:t>
            </a:r>
            <a:r>
              <a:rPr lang="en-US" altLang="ja-JP"/>
              <a:t>HP</a:t>
            </a:r>
            <a:r>
              <a:rPr lang="ja-JP" altLang="en-US"/>
              <a:t>が</a:t>
            </a:r>
            <a:r>
              <a:rPr lang="en-US" altLang="ja-JP"/>
              <a:t>0</a:t>
            </a:r>
            <a:r>
              <a:rPr lang="ja-JP" altLang="en-US"/>
              <a:t>になった箱は壊れる</a:t>
            </a:r>
            <a:endParaRPr lang="en-US" altLang="ja-JP"/>
          </a:p>
          <a:p>
            <a:r>
              <a:rPr lang="ja-JP" altLang="en-US"/>
              <a:t>・箱にダメージが入るタイミング一覧</a:t>
            </a:r>
            <a:endParaRPr lang="en-US" altLang="ja-JP"/>
          </a:p>
          <a:p>
            <a:r>
              <a:rPr lang="ja-JP" altLang="en-US"/>
              <a:t>　・投げられた後に地形に接触したとき</a:t>
            </a:r>
            <a:endParaRPr lang="en-US" altLang="ja-JP"/>
          </a:p>
          <a:p>
            <a:r>
              <a:rPr lang="ja-JP" altLang="en-US"/>
              <a:t>　・押されて地形に接触したとき</a:t>
            </a:r>
            <a:endParaRPr lang="en-US" altLang="ja-JP"/>
          </a:p>
          <a:p>
            <a:r>
              <a:rPr lang="ja-JP" altLang="en-US"/>
              <a:t>　・投げられた後に投げたキャラクター以外のキャラクターに接触したとき</a:t>
            </a:r>
            <a:endParaRPr lang="en-US" altLang="ja-JP"/>
          </a:p>
          <a:p>
            <a:r>
              <a:rPr lang="ja-JP" altLang="en-US"/>
              <a:t>　・押された後に押したキャラクター以外のキャラクターに接触したとき</a:t>
            </a:r>
            <a:endParaRPr lang="en-US" altLang="ja-JP"/>
          </a:p>
          <a:p>
            <a:r>
              <a:rPr lang="ja-JP" altLang="en-US"/>
              <a:t>　・つかまれているときに別の箱に接触したとき、されたとき</a:t>
            </a:r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8120884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734221BA-F224-46BA-9B98-521D85043890}"/>
              </a:ext>
            </a:extLst>
          </p:cNvPr>
          <p:cNvSpPr txBox="1"/>
          <p:nvPr/>
        </p:nvSpPr>
        <p:spPr>
          <a:xfrm>
            <a:off x="0" y="0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u="sng"/>
              <a:t>箱の成分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5560138F-8B2B-4498-B4D4-C00A3D6625D8}"/>
              </a:ext>
            </a:extLst>
          </p:cNvPr>
          <p:cNvSpPr txBox="1"/>
          <p:nvPr/>
        </p:nvSpPr>
        <p:spPr>
          <a:xfrm>
            <a:off x="560557" y="978619"/>
            <a:ext cx="107611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/>
              <a:t>※</a:t>
            </a:r>
            <a:r>
              <a:rPr lang="ja-JP" altLang="en-US"/>
              <a:t>アイデアができ次第追加</a:t>
            </a:r>
            <a:endParaRPr lang="en-US" altLang="ja-JP"/>
          </a:p>
          <a:p>
            <a:endParaRPr kumimoji="1" lang="en-US" altLang="ja-JP"/>
          </a:p>
        </p:txBody>
      </p:sp>
      <p:graphicFrame>
        <p:nvGraphicFramePr>
          <p:cNvPr id="2" name="表 3">
            <a:extLst>
              <a:ext uri="{FF2B5EF4-FFF2-40B4-BE49-F238E27FC236}">
                <a16:creationId xmlns:a16="http://schemas.microsoft.com/office/drawing/2014/main" id="{8F1E1779-BE7D-4768-ADA7-5F2474B891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548412"/>
              </p:ext>
            </p:extLst>
          </p:nvPr>
        </p:nvGraphicFramePr>
        <p:xfrm>
          <a:off x="618067" y="1303866"/>
          <a:ext cx="8128000" cy="2594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4229004104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3565221910"/>
                    </a:ext>
                  </a:extLst>
                </a:gridCol>
              </a:tblGrid>
              <a:tr h="385192">
                <a:tc>
                  <a:txBody>
                    <a:bodyPr/>
                    <a:lstStyle/>
                    <a:p>
                      <a:r>
                        <a:rPr kumimoji="1" lang="ja-JP" altLang="en-US"/>
                        <a:t>成分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/>
                        <a:t>仕様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8150734"/>
                  </a:ext>
                </a:extLst>
              </a:tr>
              <a:tr h="385192">
                <a:tc>
                  <a:txBody>
                    <a:bodyPr/>
                    <a:lstStyle/>
                    <a:p>
                      <a:r>
                        <a:rPr kumimoji="1" lang="en-US" altLang="ja-JP"/>
                        <a:t>NORMAL</a:t>
                      </a:r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/>
                        <a:t>通常通りの操作が可能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2394402"/>
                  </a:ext>
                </a:extLst>
              </a:tr>
              <a:tr h="669020">
                <a:tc>
                  <a:txBody>
                    <a:bodyPr/>
                    <a:lstStyle/>
                    <a:p>
                      <a:r>
                        <a:rPr kumimoji="1" lang="en-US" altLang="ja-JP"/>
                        <a:t>METAL</a:t>
                      </a:r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/>
                        <a:t>持ったままジャンプできない</a:t>
                      </a:r>
                      <a:endParaRPr kumimoji="1" lang="en-US" altLang="ja-JP"/>
                    </a:p>
                    <a:p>
                      <a:r>
                        <a:rPr kumimoji="1" lang="ja-JP" altLang="en-US"/>
                        <a:t>ダメージを受けず、壊せない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3340503"/>
                  </a:ext>
                </a:extLst>
              </a:tr>
              <a:tr h="385192"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9373966"/>
                  </a:ext>
                </a:extLst>
              </a:tr>
              <a:tr h="385192"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0929733"/>
                  </a:ext>
                </a:extLst>
              </a:tr>
              <a:tr h="385192"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01759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022647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734221BA-F224-46BA-9B98-521D85043890}"/>
              </a:ext>
            </a:extLst>
          </p:cNvPr>
          <p:cNvSpPr txBox="1"/>
          <p:nvPr/>
        </p:nvSpPr>
        <p:spPr>
          <a:xfrm>
            <a:off x="0" y="0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u="sng"/>
              <a:t>箱の壊れ方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5560138F-8B2B-4498-B4D4-C00A3D6625D8}"/>
              </a:ext>
            </a:extLst>
          </p:cNvPr>
          <p:cNvSpPr txBox="1"/>
          <p:nvPr/>
        </p:nvSpPr>
        <p:spPr>
          <a:xfrm>
            <a:off x="618067" y="863600"/>
            <a:ext cx="107611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/>
              <a:t>※</a:t>
            </a:r>
            <a:r>
              <a:rPr lang="ja-JP" altLang="en-US"/>
              <a:t>アイデアができ次第追加</a:t>
            </a:r>
            <a:endParaRPr lang="en-US" altLang="ja-JP"/>
          </a:p>
          <a:p>
            <a:endParaRPr kumimoji="1" lang="en-US" altLang="ja-JP"/>
          </a:p>
        </p:txBody>
      </p:sp>
      <p:graphicFrame>
        <p:nvGraphicFramePr>
          <p:cNvPr id="2" name="表 3">
            <a:extLst>
              <a:ext uri="{FF2B5EF4-FFF2-40B4-BE49-F238E27FC236}">
                <a16:creationId xmlns:a16="http://schemas.microsoft.com/office/drawing/2014/main" id="{8F1E1779-BE7D-4768-ADA7-5F2474B891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6064027"/>
              </p:ext>
            </p:extLst>
          </p:nvPr>
        </p:nvGraphicFramePr>
        <p:xfrm>
          <a:off x="618067" y="1303866"/>
          <a:ext cx="812800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4229004104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356522191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kumimoji="1" lang="ja-JP" altLang="en-US"/>
                        <a:t>成分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/>
                        <a:t>仕様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81507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/>
                        <a:t>NORMAL</a:t>
                      </a:r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/>
                        <a:t>普通に壊れる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23944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/>
                        <a:t>BOMB</a:t>
                      </a:r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/>
                        <a:t>周囲１箱分にダメージ判定がでる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33405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93739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09297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01759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507851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734221BA-F224-46BA-9B98-521D85043890}"/>
              </a:ext>
            </a:extLst>
          </p:cNvPr>
          <p:cNvSpPr txBox="1"/>
          <p:nvPr/>
        </p:nvSpPr>
        <p:spPr>
          <a:xfrm>
            <a:off x="0" y="0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u="sng"/>
              <a:t>木箱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5560138F-8B2B-4498-B4D4-C00A3D6625D8}"/>
              </a:ext>
            </a:extLst>
          </p:cNvPr>
          <p:cNvSpPr txBox="1"/>
          <p:nvPr/>
        </p:nvSpPr>
        <p:spPr>
          <a:xfrm>
            <a:off x="618067" y="863600"/>
            <a:ext cx="1076113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/>
              <a:t>普通の箱</a:t>
            </a:r>
            <a:endParaRPr lang="en-US" altLang="ja-JP"/>
          </a:p>
          <a:p>
            <a:endParaRPr kumimoji="1" lang="en-US" altLang="ja-JP"/>
          </a:p>
          <a:p>
            <a:r>
              <a:rPr lang="en-US" altLang="ja-JP"/>
              <a:t>HP</a:t>
            </a:r>
            <a:r>
              <a:rPr lang="ja-JP" altLang="en-US"/>
              <a:t>：</a:t>
            </a:r>
            <a:r>
              <a:rPr lang="en-US" altLang="ja-JP"/>
              <a:t>1</a:t>
            </a:r>
          </a:p>
          <a:p>
            <a:r>
              <a:rPr kumimoji="1" lang="ja-JP" altLang="en-US"/>
              <a:t>ぶつけた時のダメージ値：</a:t>
            </a:r>
            <a:r>
              <a:rPr kumimoji="1" lang="en-US" altLang="ja-JP"/>
              <a:t>1</a:t>
            </a:r>
          </a:p>
          <a:p>
            <a:r>
              <a:rPr lang="ja-JP" altLang="en-US"/>
              <a:t>成分：</a:t>
            </a:r>
            <a:r>
              <a:rPr lang="en-US" altLang="ja-JP"/>
              <a:t>NORMAL</a:t>
            </a:r>
          </a:p>
          <a:p>
            <a:r>
              <a:rPr kumimoji="1" lang="ja-JP" altLang="en-US"/>
              <a:t>壊れ方：</a:t>
            </a:r>
            <a:r>
              <a:rPr kumimoji="1" lang="en-US" altLang="ja-JP"/>
              <a:t>NORMAL</a:t>
            </a:r>
          </a:p>
        </p:txBody>
      </p:sp>
    </p:spTree>
    <p:extLst>
      <p:ext uri="{BB962C8B-B14F-4D97-AF65-F5344CB8AC3E}">
        <p14:creationId xmlns:p14="http://schemas.microsoft.com/office/powerpoint/2010/main" val="1283690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734221BA-F224-46BA-9B98-521D85043890}"/>
              </a:ext>
            </a:extLst>
          </p:cNvPr>
          <p:cNvSpPr txBox="1"/>
          <p:nvPr/>
        </p:nvSpPr>
        <p:spPr>
          <a:xfrm>
            <a:off x="0" y="0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u="sng"/>
              <a:t>鉄箱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5560138F-8B2B-4498-B4D4-C00A3D6625D8}"/>
              </a:ext>
            </a:extLst>
          </p:cNvPr>
          <p:cNvSpPr txBox="1"/>
          <p:nvPr/>
        </p:nvSpPr>
        <p:spPr>
          <a:xfrm>
            <a:off x="618067" y="863600"/>
            <a:ext cx="1076113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/>
              <a:t>重くてかたい箱</a:t>
            </a:r>
            <a:endParaRPr lang="en-US" altLang="ja-JP"/>
          </a:p>
          <a:p>
            <a:endParaRPr kumimoji="1" lang="en-US" altLang="ja-JP"/>
          </a:p>
          <a:p>
            <a:r>
              <a:rPr lang="en-US" altLang="ja-JP"/>
              <a:t>HP</a:t>
            </a:r>
            <a:r>
              <a:rPr lang="ja-JP" altLang="en-US"/>
              <a:t>：</a:t>
            </a:r>
            <a:r>
              <a:rPr lang="en-US" altLang="ja-JP"/>
              <a:t>1</a:t>
            </a:r>
          </a:p>
          <a:p>
            <a:r>
              <a:rPr kumimoji="1" lang="ja-JP" altLang="en-US"/>
              <a:t>ぶつけた時のダメージ値：</a:t>
            </a:r>
            <a:r>
              <a:rPr kumimoji="1" lang="en-US" altLang="ja-JP"/>
              <a:t>2</a:t>
            </a:r>
          </a:p>
          <a:p>
            <a:r>
              <a:rPr lang="ja-JP" altLang="en-US"/>
              <a:t>成分：</a:t>
            </a:r>
            <a:r>
              <a:rPr lang="en-US" altLang="ja-JP"/>
              <a:t>METAL</a:t>
            </a:r>
          </a:p>
          <a:p>
            <a:r>
              <a:rPr kumimoji="1" lang="ja-JP" altLang="en-US"/>
              <a:t>壊れ方：</a:t>
            </a:r>
            <a:r>
              <a:rPr kumimoji="1" lang="en-US" altLang="ja-JP"/>
              <a:t>NORMAL</a:t>
            </a:r>
            <a:r>
              <a:rPr kumimoji="1" lang="ja-JP" altLang="en-US"/>
              <a:t>（壊れない）</a:t>
            </a:r>
            <a:endParaRPr kumimoji="1" lang="en-US" altLang="ja-JP"/>
          </a:p>
        </p:txBody>
      </p:sp>
    </p:spTree>
    <p:extLst>
      <p:ext uri="{BB962C8B-B14F-4D97-AF65-F5344CB8AC3E}">
        <p14:creationId xmlns:p14="http://schemas.microsoft.com/office/powerpoint/2010/main" val="469162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734221BA-F224-46BA-9B98-521D85043890}"/>
              </a:ext>
            </a:extLst>
          </p:cNvPr>
          <p:cNvSpPr txBox="1"/>
          <p:nvPr/>
        </p:nvSpPr>
        <p:spPr>
          <a:xfrm>
            <a:off x="0" y="0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u="sng"/>
              <a:t>バクダン箱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5560138F-8B2B-4498-B4D4-C00A3D6625D8}"/>
              </a:ext>
            </a:extLst>
          </p:cNvPr>
          <p:cNvSpPr txBox="1"/>
          <p:nvPr/>
        </p:nvSpPr>
        <p:spPr>
          <a:xfrm>
            <a:off x="618067" y="863600"/>
            <a:ext cx="1076113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/>
              <a:t>爆発する箱</a:t>
            </a:r>
            <a:endParaRPr lang="en-US" altLang="ja-JP"/>
          </a:p>
          <a:p>
            <a:endParaRPr kumimoji="1" lang="en-US" altLang="ja-JP"/>
          </a:p>
          <a:p>
            <a:r>
              <a:rPr lang="en-US" altLang="ja-JP"/>
              <a:t>HP</a:t>
            </a:r>
            <a:r>
              <a:rPr lang="ja-JP" altLang="en-US"/>
              <a:t>：</a:t>
            </a:r>
            <a:r>
              <a:rPr lang="en-US" altLang="ja-JP"/>
              <a:t>1</a:t>
            </a:r>
          </a:p>
          <a:p>
            <a:r>
              <a:rPr kumimoji="1" lang="ja-JP" altLang="en-US"/>
              <a:t>ぶつけた時のダメージ値：</a:t>
            </a:r>
            <a:r>
              <a:rPr kumimoji="1" lang="en-US" altLang="ja-JP"/>
              <a:t>1</a:t>
            </a:r>
            <a:r>
              <a:rPr kumimoji="1" lang="ja-JP" altLang="en-US"/>
              <a:t>（後で爆発のダメージが入る）</a:t>
            </a:r>
            <a:endParaRPr kumimoji="1" lang="en-US" altLang="ja-JP"/>
          </a:p>
          <a:p>
            <a:r>
              <a:rPr lang="ja-JP" altLang="en-US"/>
              <a:t>成分：</a:t>
            </a:r>
            <a:r>
              <a:rPr lang="en-US" altLang="ja-JP"/>
              <a:t>NORMAL</a:t>
            </a:r>
          </a:p>
          <a:p>
            <a:r>
              <a:rPr kumimoji="1" lang="ja-JP" altLang="en-US"/>
              <a:t>壊れ方：</a:t>
            </a:r>
            <a:r>
              <a:rPr kumimoji="1" lang="en-US" altLang="ja-JP"/>
              <a:t>BOMB</a:t>
            </a:r>
          </a:p>
        </p:txBody>
      </p:sp>
    </p:spTree>
    <p:extLst>
      <p:ext uri="{BB962C8B-B14F-4D97-AF65-F5344CB8AC3E}">
        <p14:creationId xmlns:p14="http://schemas.microsoft.com/office/powerpoint/2010/main" val="22326390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734221BA-F224-46BA-9B98-521D85043890}"/>
              </a:ext>
            </a:extLst>
          </p:cNvPr>
          <p:cNvSpPr txBox="1"/>
          <p:nvPr/>
        </p:nvSpPr>
        <p:spPr>
          <a:xfrm>
            <a:off x="0" y="0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u="sng"/>
              <a:t>とげ箱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5560138F-8B2B-4498-B4D4-C00A3D6625D8}"/>
              </a:ext>
            </a:extLst>
          </p:cNvPr>
          <p:cNvSpPr txBox="1"/>
          <p:nvPr/>
        </p:nvSpPr>
        <p:spPr>
          <a:xfrm>
            <a:off x="618067" y="863600"/>
            <a:ext cx="10761133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/>
              <a:t>触っちゃダメなとげの箱</a:t>
            </a:r>
            <a:endParaRPr lang="en-US" altLang="ja-JP"/>
          </a:p>
          <a:p>
            <a:endParaRPr kumimoji="1" lang="en-US" altLang="ja-JP"/>
          </a:p>
          <a:p>
            <a:r>
              <a:rPr lang="en-US" altLang="ja-JP"/>
              <a:t>HP</a:t>
            </a:r>
            <a:r>
              <a:rPr lang="ja-JP" altLang="en-US"/>
              <a:t>：</a:t>
            </a:r>
            <a:r>
              <a:rPr lang="en-US" altLang="ja-JP"/>
              <a:t>1</a:t>
            </a:r>
          </a:p>
          <a:p>
            <a:r>
              <a:rPr kumimoji="1" lang="ja-JP" altLang="en-US"/>
              <a:t>ぶつけた時のダメージ値：</a:t>
            </a:r>
            <a:r>
              <a:rPr kumimoji="1" lang="en-US" altLang="ja-JP"/>
              <a:t>2</a:t>
            </a:r>
          </a:p>
          <a:p>
            <a:r>
              <a:rPr lang="ja-JP" altLang="en-US"/>
              <a:t>成分：</a:t>
            </a:r>
            <a:r>
              <a:rPr lang="en-US" altLang="ja-JP"/>
              <a:t>METAL</a:t>
            </a:r>
          </a:p>
          <a:p>
            <a:r>
              <a:rPr kumimoji="1" lang="ja-JP" altLang="en-US"/>
              <a:t>壊れ方：</a:t>
            </a:r>
            <a:r>
              <a:rPr kumimoji="1" lang="en-US" altLang="ja-JP"/>
              <a:t>NORMAL</a:t>
            </a:r>
          </a:p>
          <a:p>
            <a:endParaRPr lang="en-US" altLang="ja-JP"/>
          </a:p>
          <a:p>
            <a:r>
              <a:rPr kumimoji="1" lang="ja-JP" altLang="en-US"/>
              <a:t>触れたキャラクターにダメージを与える。</a:t>
            </a:r>
            <a:endParaRPr kumimoji="1" lang="en-US" altLang="ja-JP"/>
          </a:p>
          <a:p>
            <a:r>
              <a:rPr lang="ja-JP" altLang="en-US"/>
              <a:t>無敵状態であれば持ったり、押したりできる。</a:t>
            </a:r>
            <a:endParaRPr kumimoji="1" lang="en-US" altLang="ja-JP"/>
          </a:p>
        </p:txBody>
      </p:sp>
    </p:spTree>
    <p:extLst>
      <p:ext uri="{BB962C8B-B14F-4D97-AF65-F5344CB8AC3E}">
        <p14:creationId xmlns:p14="http://schemas.microsoft.com/office/powerpoint/2010/main" val="27821425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734221BA-F224-46BA-9B98-521D85043890}"/>
              </a:ext>
            </a:extLst>
          </p:cNvPr>
          <p:cNvSpPr txBox="1"/>
          <p:nvPr/>
        </p:nvSpPr>
        <p:spPr>
          <a:xfrm>
            <a:off x="0" y="0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u="sng"/>
              <a:t>ジェットパック箱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5560138F-8B2B-4498-B4D4-C00A3D6625D8}"/>
              </a:ext>
            </a:extLst>
          </p:cNvPr>
          <p:cNvSpPr txBox="1"/>
          <p:nvPr/>
        </p:nvSpPr>
        <p:spPr>
          <a:xfrm>
            <a:off x="618067" y="863600"/>
            <a:ext cx="10761133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/>
              <a:t>ジェットで飛んでいける箱</a:t>
            </a:r>
            <a:endParaRPr lang="en-US" altLang="ja-JP"/>
          </a:p>
          <a:p>
            <a:endParaRPr kumimoji="1" lang="en-US" altLang="ja-JP"/>
          </a:p>
          <a:p>
            <a:r>
              <a:rPr lang="en-US" altLang="ja-JP"/>
              <a:t>HP</a:t>
            </a:r>
            <a:r>
              <a:rPr lang="ja-JP" altLang="en-US"/>
              <a:t>：</a:t>
            </a:r>
            <a:r>
              <a:rPr lang="en-US" altLang="ja-JP"/>
              <a:t>1</a:t>
            </a:r>
          </a:p>
          <a:p>
            <a:r>
              <a:rPr kumimoji="1" lang="ja-JP" altLang="en-US"/>
              <a:t>ぶつけた時のダメージ値：</a:t>
            </a:r>
            <a:r>
              <a:rPr kumimoji="1" lang="en-US" altLang="ja-JP"/>
              <a:t>2</a:t>
            </a:r>
          </a:p>
          <a:p>
            <a:r>
              <a:rPr lang="ja-JP" altLang="en-US"/>
              <a:t>成分：</a:t>
            </a:r>
            <a:r>
              <a:rPr lang="en-US" altLang="ja-JP"/>
              <a:t>METAL</a:t>
            </a:r>
          </a:p>
          <a:p>
            <a:r>
              <a:rPr kumimoji="1" lang="ja-JP" altLang="en-US"/>
              <a:t>壊れ方：</a:t>
            </a:r>
            <a:r>
              <a:rPr kumimoji="1" lang="en-US" altLang="ja-JP"/>
              <a:t>NORMAL</a:t>
            </a:r>
          </a:p>
          <a:p>
            <a:endParaRPr lang="en-US" altLang="ja-JP"/>
          </a:p>
          <a:p>
            <a:r>
              <a:rPr kumimoji="1" lang="ja-JP" altLang="en-US"/>
              <a:t>持つとジェット噴射で飛ぶことができる箱。</a:t>
            </a:r>
            <a:endParaRPr kumimoji="1" lang="en-US" altLang="ja-JP"/>
          </a:p>
          <a:p>
            <a:r>
              <a:rPr lang="ja-JP" altLang="en-US"/>
              <a:t>飛んでいる最中は常に下降するが、ジャンプボタンで上昇できる。</a:t>
            </a:r>
            <a:endParaRPr lang="en-US" altLang="ja-JP"/>
          </a:p>
          <a:p>
            <a:r>
              <a:rPr kumimoji="1" lang="ja-JP" altLang="en-US"/>
              <a:t>投げると一直線に飛んでいく。何かに当たっても貫通する。</a:t>
            </a:r>
            <a:endParaRPr kumimoji="1" lang="en-US" altLang="ja-JP"/>
          </a:p>
        </p:txBody>
      </p:sp>
    </p:spTree>
    <p:extLst>
      <p:ext uri="{BB962C8B-B14F-4D97-AF65-F5344CB8AC3E}">
        <p14:creationId xmlns:p14="http://schemas.microsoft.com/office/powerpoint/2010/main" val="2632421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734221BA-F224-46BA-9B98-521D85043890}"/>
              </a:ext>
            </a:extLst>
          </p:cNvPr>
          <p:cNvSpPr txBox="1"/>
          <p:nvPr/>
        </p:nvSpPr>
        <p:spPr>
          <a:xfrm>
            <a:off x="0" y="0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u="sng"/>
              <a:t>吸盤木箱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5560138F-8B2B-4498-B4D4-C00A3D6625D8}"/>
              </a:ext>
            </a:extLst>
          </p:cNvPr>
          <p:cNvSpPr txBox="1"/>
          <p:nvPr/>
        </p:nvSpPr>
        <p:spPr>
          <a:xfrm>
            <a:off x="618067" y="863600"/>
            <a:ext cx="10761133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/>
              <a:t>あらゆるものにくっつく木箱</a:t>
            </a:r>
            <a:endParaRPr lang="en-US" altLang="ja-JP"/>
          </a:p>
          <a:p>
            <a:endParaRPr kumimoji="1" lang="en-US" altLang="ja-JP"/>
          </a:p>
          <a:p>
            <a:r>
              <a:rPr lang="en-US" altLang="ja-JP"/>
              <a:t>HP</a:t>
            </a:r>
            <a:r>
              <a:rPr lang="ja-JP" altLang="en-US"/>
              <a:t>：</a:t>
            </a:r>
            <a:r>
              <a:rPr lang="en-US" altLang="ja-JP"/>
              <a:t>1</a:t>
            </a:r>
          </a:p>
          <a:p>
            <a:r>
              <a:rPr kumimoji="1" lang="ja-JP" altLang="en-US"/>
              <a:t>ぶつけた時のダメージ値：</a:t>
            </a:r>
            <a:r>
              <a:rPr kumimoji="1" lang="en-US" altLang="ja-JP"/>
              <a:t>1</a:t>
            </a:r>
          </a:p>
          <a:p>
            <a:r>
              <a:rPr lang="ja-JP" altLang="en-US"/>
              <a:t>成分：</a:t>
            </a:r>
            <a:r>
              <a:rPr lang="en-US" altLang="ja-JP"/>
              <a:t>NORMAL</a:t>
            </a:r>
          </a:p>
          <a:p>
            <a:r>
              <a:rPr kumimoji="1" lang="ja-JP" altLang="en-US"/>
              <a:t>壊れ方：</a:t>
            </a:r>
            <a:r>
              <a:rPr kumimoji="1" lang="en-US" altLang="ja-JP"/>
              <a:t>NORMAL</a:t>
            </a:r>
          </a:p>
          <a:p>
            <a:endParaRPr lang="en-US" altLang="ja-JP"/>
          </a:p>
          <a:p>
            <a:r>
              <a:rPr lang="ja-JP" altLang="en-US"/>
              <a:t>持ったまま天井にくっつくことができる。</a:t>
            </a:r>
            <a:endParaRPr lang="en-US" altLang="ja-JP"/>
          </a:p>
          <a:p>
            <a:r>
              <a:rPr lang="ja-JP" altLang="en-US"/>
              <a:t>上に乗るとくっつくことができる。</a:t>
            </a:r>
            <a:endParaRPr lang="en-US" altLang="ja-JP"/>
          </a:p>
          <a:p>
            <a:r>
              <a:rPr lang="ja-JP" altLang="en-US"/>
              <a:t>ジャンプボタンでくっつき解除。</a:t>
            </a:r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3510441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734221BA-F224-46BA-9B98-521D85043890}"/>
              </a:ext>
            </a:extLst>
          </p:cNvPr>
          <p:cNvSpPr txBox="1"/>
          <p:nvPr/>
        </p:nvSpPr>
        <p:spPr>
          <a:xfrm>
            <a:off x="0" y="0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u="sng"/>
              <a:t>吸盤鉄箱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5560138F-8B2B-4498-B4D4-C00A3D6625D8}"/>
              </a:ext>
            </a:extLst>
          </p:cNvPr>
          <p:cNvSpPr txBox="1"/>
          <p:nvPr/>
        </p:nvSpPr>
        <p:spPr>
          <a:xfrm>
            <a:off x="618067" y="863600"/>
            <a:ext cx="10761133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/>
              <a:t>あらゆるものにくっつく鉄箱</a:t>
            </a:r>
            <a:endParaRPr lang="en-US" altLang="ja-JP"/>
          </a:p>
          <a:p>
            <a:endParaRPr kumimoji="1" lang="en-US" altLang="ja-JP"/>
          </a:p>
          <a:p>
            <a:r>
              <a:rPr lang="en-US" altLang="ja-JP"/>
              <a:t>HP</a:t>
            </a:r>
            <a:r>
              <a:rPr lang="ja-JP" altLang="en-US"/>
              <a:t>：</a:t>
            </a:r>
            <a:r>
              <a:rPr lang="en-US" altLang="ja-JP"/>
              <a:t>1</a:t>
            </a:r>
          </a:p>
          <a:p>
            <a:r>
              <a:rPr kumimoji="1" lang="ja-JP" altLang="en-US"/>
              <a:t>ぶつけた時のダメージ値：</a:t>
            </a:r>
            <a:r>
              <a:rPr kumimoji="1" lang="en-US" altLang="ja-JP"/>
              <a:t>2</a:t>
            </a:r>
          </a:p>
          <a:p>
            <a:r>
              <a:rPr lang="ja-JP" altLang="en-US"/>
              <a:t>成分：</a:t>
            </a:r>
            <a:r>
              <a:rPr lang="en-US" altLang="ja-JP"/>
              <a:t>METAL</a:t>
            </a:r>
          </a:p>
          <a:p>
            <a:r>
              <a:rPr kumimoji="1" lang="ja-JP" altLang="en-US"/>
              <a:t>壊れ方：</a:t>
            </a:r>
            <a:r>
              <a:rPr kumimoji="1" lang="en-US" altLang="ja-JP"/>
              <a:t>NORMAL</a:t>
            </a:r>
          </a:p>
          <a:p>
            <a:endParaRPr lang="en-US" altLang="ja-JP"/>
          </a:p>
          <a:p>
            <a:r>
              <a:rPr lang="ja-JP" altLang="en-US"/>
              <a:t>持ったまま天井にくっつくことができる。</a:t>
            </a:r>
            <a:endParaRPr lang="en-US" altLang="ja-JP"/>
          </a:p>
          <a:p>
            <a:r>
              <a:rPr lang="ja-JP" altLang="en-US"/>
              <a:t>上に乗るとくっつくことができる。</a:t>
            </a:r>
            <a:endParaRPr lang="en-US" altLang="ja-JP"/>
          </a:p>
          <a:p>
            <a:r>
              <a:rPr lang="ja-JP" altLang="en-US"/>
              <a:t>ジャンプボタンでくっつき解除。</a:t>
            </a:r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9627724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c0d4a769-b4b6-44f5-bafd-bfbeb89b0b0c">
      <Terms xmlns="http://schemas.microsoft.com/office/infopath/2007/PartnerControls"/>
    </lcf76f155ced4ddcb4097134ff3c332f>
    <TaxCatchAll xmlns="26553de7-2a3a-444c-a024-df4cb947fd03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5F0D9E193D28814892BA96752E68B42F" ma:contentTypeVersion="11" ma:contentTypeDescription="新しいドキュメントを作成します。" ma:contentTypeScope="" ma:versionID="7ef2c4f7c5cf37d6221d7b1dda883374">
  <xsd:schema xmlns:xsd="http://www.w3.org/2001/XMLSchema" xmlns:xs="http://www.w3.org/2001/XMLSchema" xmlns:p="http://schemas.microsoft.com/office/2006/metadata/properties" xmlns:ns2="c0d4a769-b4b6-44f5-bafd-bfbeb89b0b0c" xmlns:ns3="26553de7-2a3a-444c-a024-df4cb947fd03" targetNamespace="http://schemas.microsoft.com/office/2006/metadata/properties" ma:root="true" ma:fieldsID="725cefcd41332f88909580cd13155635" ns2:_="" ns3:_="">
    <xsd:import namespace="c0d4a769-b4b6-44f5-bafd-bfbeb89b0b0c"/>
    <xsd:import namespace="26553de7-2a3a-444c-a024-df4cb947fd0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0d4a769-b4b6-44f5-bafd-bfbeb89b0b0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画像タグ" ma:readOnly="false" ma:fieldId="{5cf76f15-5ced-4ddc-b409-7134ff3c332f}" ma:taxonomyMulti="true" ma:sspId="c7b788f1-635f-435b-a825-11a9aec0b64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6553de7-2a3a-444c-a024-df4cb947fd03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0001ad64-140f-4029-930f-4ba1abb62398}" ma:internalName="TaxCatchAll" ma:showField="CatchAllData" ma:web="26553de7-2a3a-444c-a024-df4cb947fd0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6A9E409-648A-4711-8F56-6293E456976A}">
  <ds:schemaRefs>
    <ds:schemaRef ds:uri="26553de7-2a3a-444c-a024-df4cb947fd03"/>
    <ds:schemaRef ds:uri="c0d4a769-b4b6-44f5-bafd-bfbeb89b0b0c"/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08BC451A-F826-4C0B-8E87-31F882E443E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98746B2-3387-43B7-8DC4-9A4D2D9BEBC5}">
  <ds:schemaRefs>
    <ds:schemaRef ds:uri="26553de7-2a3a-444c-a024-df4cb947fd03"/>
    <ds:schemaRef ds:uri="c0d4a769-b4b6-44f5-bafd-bfbeb89b0b0c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11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テーマ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情報北九州校 倉掛</dc:creator>
  <cp:revision>1</cp:revision>
  <dcterms:created xsi:type="dcterms:W3CDTF">2026-01-26T01:13:53Z</dcterms:created>
  <dcterms:modified xsi:type="dcterms:W3CDTF">2026-02-04T02:24:01Z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0x0101005F0D9E193D28814892BA96752E68B42F</vt:lpwstr>
  </property>
  <property fmtid="{D5CDD505-2E9C-101B-9397-08002B2CF9AE}" pid="3" name="MediaServiceImageTags">
    <vt:lpwstr/>
  </property>
</Properties>
</file>