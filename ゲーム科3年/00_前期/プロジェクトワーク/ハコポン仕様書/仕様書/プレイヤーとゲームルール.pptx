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11" Type="http://schemas.openxmlformats.org/officeDocument/2006/relationships/customXml" Target="../customXml/item3.xml"/><Relationship Id="rId5" Type="http://schemas.openxmlformats.org/officeDocument/2006/relationships/presProps" Target="presProps.xml"/><Relationship Id="rId10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0268D-74CB-414A-8B81-EE378D92F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62BB04D-E9E5-44D2-AA80-7C03CF994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A183CA1-80D1-4A20-B84A-B7E4D66A1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3CF7DB-A18B-4943-88DB-EC82A13C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4E4CBC-1209-4E6E-8C7B-BADD35E9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7613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74BE4-940D-4079-BCCA-DF01C72F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136420-1DF8-44E3-8D2A-D346E056C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27C241-5E32-44DF-AB69-11A994040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292FC97-B913-4839-820B-05F7FBA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DD6FF3-58FC-4B2C-BAE2-58DAE4F6B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376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572B55-42AE-408B-9EFE-CD5174865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E15DE06-3E3F-45F3-80EC-CEC393F60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22BEAD-8AF2-4E44-9A53-A3D0DC8F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01DCA1-DE76-4CAF-9570-F99CF9D9F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3E97D1-1B81-43B3-83D2-6AE2F9725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7469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4B108B-380C-4348-AA02-571A1DC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64F8C-739A-43E3-982E-95D08F236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0ECE98-3B5D-4776-80D5-DA1DB77F2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E8A7E3-48B1-446C-9277-476DEF71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1E5ABB5-C7B1-426D-8559-9DAA7D6E0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10F01C1-BFC0-4DD5-948C-5EAECC27E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505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C2D960-C605-4C34-82EA-90F4C26ED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E89974C-4BA5-4B66-AF3D-CCB74B6C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7CCD17-1092-46BC-989F-47D3918F9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152836E-721F-4F69-AF9A-8EBBC7C43A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C757E73-2609-4535-9147-D1DA34CD8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C84BAF-1CBD-434E-8A8B-F11D51F34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457A9D1-A52A-4480-AD4D-675F4F0F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AD1817F-78B5-4F3A-B340-FEC0DF5FD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9045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A71CFD-950C-4702-BF56-B1667DD5F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51BBA62-82E1-4464-8D0F-8B532F671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AFC4D2-FD0B-404B-8759-FF506A819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92C30FA-38F8-48B8-A11B-76714F95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2010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B1BA56-C568-45C0-AA42-27542CD3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51B9D-D5A6-4D99-A8FB-41F47A970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B1B699E-18DA-40AF-B499-97A6C699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46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97184-B0D6-4EEE-9086-0094CF376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494B41-EE1E-444B-A31D-DF8387354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25D8683-9A8F-4863-80E9-3502A9D465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2038D1-47DE-4951-8EA9-972E60324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29BF0F-0CA0-4B99-9AC7-AA42E1252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A6AA78-6A6A-4440-8195-1CB1E7E9B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488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D13703-F346-4539-B1B6-ED0CDC2D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A1CA911-BDA9-440F-9771-20ED61B79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FF4A5BB-2913-4FF4-BC28-49483F8E3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83140A-DFB5-49B1-A6FD-6984D583A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8EE96E8-61C7-4A4F-811A-8AB9BB8CE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C33BD9E-ABC6-4480-87FA-012123E7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05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6869B2-6753-4F67-871A-988BA46B3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8C696B2-02EE-4CEE-BF52-7E2A62FEB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4013E6-D163-4C0C-9A29-F81708D1E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3E5F35-A5F1-497F-9FA6-062C770A9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34CD61-926E-4F43-8F33-23E8C8A35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8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94DB330-F5F8-4312-B474-812CCBCEE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76E25B-EBD4-43F8-AD78-EB52C67AC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2753D3-FF98-47AF-887E-7E7C6F25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8A3779-636E-4D41-AB8B-42508B342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34355E0-DB3E-4008-A2F2-5F08B05A7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ED0B602-4E04-4BB1-9C0A-44CAA2447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965FC4F-7F79-4117-A4CB-7F0B958C0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66B16A-A01C-4F3D-9D8C-A0598AEF31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3C927-79DA-47DC-B759-D3ADBF797F3D}" type="datetimeFigureOut">
              <a:rPr kumimoji="1" lang="ja-JP" altLang="en-US" smtClean="0"/>
              <a:t>2026/1/26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1CE0F9-B4FA-40A3-8ECA-64AFFCC1F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C7023-2F0B-4D9D-A3C2-17052E585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2008C-8708-4B75-A275-9C15836BEA0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48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ゲームルール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60138F-8B2B-4498-B4D4-C00A3D6625D8}"/>
              </a:ext>
            </a:extLst>
          </p:cNvPr>
          <p:cNvSpPr txBox="1"/>
          <p:nvPr/>
        </p:nvSpPr>
        <p:spPr>
          <a:xfrm>
            <a:off x="618067" y="863600"/>
            <a:ext cx="1076113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随時追加</a:t>
            </a:r>
            <a:endParaRPr kumimoji="1" lang="en-US" altLang="ja-JP" dirty="0"/>
          </a:p>
          <a:p>
            <a:r>
              <a:rPr kumimoji="1" lang="ja-JP" altLang="en-US" dirty="0"/>
              <a:t>・ハコポンが同時に持てる箱は１つまで</a:t>
            </a:r>
            <a:endParaRPr kumimoji="1" lang="en-US" altLang="ja-JP" dirty="0"/>
          </a:p>
          <a:p>
            <a:r>
              <a:rPr kumimoji="1" lang="ja-JP" altLang="en-US" dirty="0"/>
              <a:t>・ハコポンの</a:t>
            </a:r>
            <a:r>
              <a:rPr lang="ja-JP" altLang="en-US" dirty="0"/>
              <a:t>最大</a:t>
            </a:r>
            <a:r>
              <a:rPr lang="en-US" altLang="ja-JP" dirty="0"/>
              <a:t>HP</a:t>
            </a:r>
            <a:r>
              <a:rPr lang="ja-JP" altLang="en-US" dirty="0"/>
              <a:t>は３で固定</a:t>
            </a:r>
            <a:endParaRPr lang="en-US" altLang="ja-JP" dirty="0"/>
          </a:p>
          <a:p>
            <a:r>
              <a:rPr kumimoji="1" lang="ja-JP" altLang="en-US" dirty="0"/>
              <a:t>・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になったらコース最初、もしくはチェックポイントからやり直し</a:t>
            </a:r>
            <a:endParaRPr kumimoji="1" lang="en-US" altLang="ja-JP" dirty="0"/>
          </a:p>
          <a:p>
            <a:r>
              <a:rPr lang="ja-JP" altLang="en-US" dirty="0"/>
              <a:t>・ゴールにたどり着いたら次のコースへ</a:t>
            </a:r>
            <a:endParaRPr lang="en-US" altLang="ja-JP" dirty="0"/>
          </a:p>
          <a:p>
            <a:r>
              <a:rPr kumimoji="1" lang="ja-JP" altLang="en-US" dirty="0"/>
              <a:t>・持っている箱が、ほかの箱に当たったら、投げ当てた時と同じ挙動をする</a:t>
            </a:r>
            <a:endParaRPr kumimoji="1" lang="en-US" altLang="ja-JP" dirty="0"/>
          </a:p>
          <a:p>
            <a:r>
              <a:rPr lang="ja-JP" altLang="en-US" dirty="0"/>
              <a:t>・置くときに目の前に置くスペースがない場合はハコポンが押し出される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80789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基本操作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0C9327B0-3092-451A-9D4E-CBDD3FE6D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444453"/>
              </p:ext>
            </p:extLst>
          </p:nvPr>
        </p:nvGraphicFramePr>
        <p:xfrm>
          <a:off x="491064" y="1454573"/>
          <a:ext cx="1093893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4069">
                  <a:extLst>
                    <a:ext uri="{9D8B030D-6E8A-4147-A177-3AD203B41FA5}">
                      <a16:colId xmlns:a16="http://schemas.microsoft.com/office/drawing/2014/main" val="151447466"/>
                    </a:ext>
                  </a:extLst>
                </a:gridCol>
                <a:gridCol w="2751667">
                  <a:extLst>
                    <a:ext uri="{9D8B030D-6E8A-4147-A177-3AD203B41FA5}">
                      <a16:colId xmlns:a16="http://schemas.microsoft.com/office/drawing/2014/main" val="3018547119"/>
                    </a:ext>
                  </a:extLst>
                </a:gridCol>
                <a:gridCol w="6553200">
                  <a:extLst>
                    <a:ext uri="{9D8B030D-6E8A-4147-A177-3AD203B41FA5}">
                      <a16:colId xmlns:a16="http://schemas.microsoft.com/office/drawing/2014/main" val="3006652804"/>
                    </a:ext>
                  </a:extLst>
                </a:gridCol>
              </a:tblGrid>
              <a:tr h="3230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キーボード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ゲームパッド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動作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052219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カーソルキー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十字キー、左スティック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移動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909912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Z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ジャンプ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519700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X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持ち上げ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投げ</a:t>
                      </a:r>
                      <a:r>
                        <a:rPr kumimoji="1" lang="en-US" altLang="ja-JP" dirty="0"/>
                        <a:t>/</a:t>
                      </a:r>
                      <a:r>
                        <a:rPr kumimoji="1" lang="ja-JP" altLang="en-US" dirty="0"/>
                        <a:t>置く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222039"/>
                  </a:ext>
                </a:extLst>
              </a:tr>
              <a:tr h="323003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C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B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押す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304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73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34221BA-F224-46BA-9B98-521D85043890}"/>
              </a:ext>
            </a:extLst>
          </p:cNvPr>
          <p:cNvSpPr txBox="1"/>
          <p:nvPr/>
        </p:nvSpPr>
        <p:spPr>
          <a:xfrm>
            <a:off x="0" y="0"/>
            <a:ext cx="38715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u="sng" dirty="0"/>
              <a:t>持ち上げ</a:t>
            </a:r>
            <a:r>
              <a:rPr kumimoji="1" lang="en-US" altLang="ja-JP" u="sng" dirty="0"/>
              <a:t>/</a:t>
            </a:r>
            <a:r>
              <a:rPr kumimoji="1" lang="ja-JP" altLang="en-US" u="sng" dirty="0"/>
              <a:t>投げ</a:t>
            </a:r>
            <a:r>
              <a:rPr kumimoji="1" lang="en-US" altLang="ja-JP" u="sng" dirty="0"/>
              <a:t>/</a:t>
            </a:r>
            <a:r>
              <a:rPr lang="ja-JP" altLang="en-US" u="sng" dirty="0"/>
              <a:t>置くボタンについて</a:t>
            </a:r>
            <a:endParaRPr kumimoji="1" lang="ja-JP" altLang="en-US" u="sng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406479A-103F-437D-82C9-525178225C9B}"/>
              </a:ext>
            </a:extLst>
          </p:cNvPr>
          <p:cNvSpPr txBox="1"/>
          <p:nvPr/>
        </p:nvSpPr>
        <p:spPr>
          <a:xfrm>
            <a:off x="618067" y="863600"/>
            <a:ext cx="107611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・ハコポンが何も持っていなければ、目の前の箱を持ち上げる</a:t>
            </a:r>
            <a:endParaRPr kumimoji="1" lang="en-US" altLang="ja-JP" dirty="0"/>
          </a:p>
          <a:p>
            <a:r>
              <a:rPr lang="ja-JP" altLang="en-US" dirty="0"/>
              <a:t>　・目の前に何もなければアニメーションだけする</a:t>
            </a:r>
            <a:endParaRPr lang="en-US" altLang="ja-JP" dirty="0"/>
          </a:p>
          <a:p>
            <a:r>
              <a:rPr lang="ja-JP" altLang="en-US" dirty="0"/>
              <a:t>・箱を持っているときにボタン長押し（</a:t>
            </a:r>
            <a:r>
              <a:rPr lang="en-US" altLang="ja-JP" dirty="0"/>
              <a:t>4f</a:t>
            </a:r>
            <a:r>
              <a:rPr lang="ja-JP" altLang="en-US" dirty="0"/>
              <a:t>以上）で投げる</a:t>
            </a:r>
            <a:endParaRPr lang="en-US" altLang="ja-JP" dirty="0"/>
          </a:p>
          <a:p>
            <a:r>
              <a:rPr lang="ja-JP" altLang="en-US" dirty="0"/>
              <a:t>・箱を持っているときにボタン短押し（</a:t>
            </a:r>
            <a:r>
              <a:rPr lang="en-US" altLang="ja-JP" dirty="0"/>
              <a:t>3f</a:t>
            </a:r>
            <a:r>
              <a:rPr lang="ja-JP" altLang="en-US" dirty="0"/>
              <a:t>以下）で投げる</a:t>
            </a:r>
            <a:endParaRPr lang="en-US" altLang="ja-JP" dirty="0"/>
          </a:p>
          <a:p>
            <a:r>
              <a:rPr lang="ja-JP" altLang="en-US" dirty="0"/>
              <a:t>長押し判定時間は要調整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52472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F0D9E193D28814892BA96752E68B42F" ma:contentTypeVersion="11" ma:contentTypeDescription="新しいドキュメントを作成します。" ma:contentTypeScope="" ma:versionID="7ef2c4f7c5cf37d6221d7b1dda883374">
  <xsd:schema xmlns:xsd="http://www.w3.org/2001/XMLSchema" xmlns:xs="http://www.w3.org/2001/XMLSchema" xmlns:p="http://schemas.microsoft.com/office/2006/metadata/properties" xmlns:ns2="c0d4a769-b4b6-44f5-bafd-bfbeb89b0b0c" xmlns:ns3="26553de7-2a3a-444c-a024-df4cb947fd03" targetNamespace="http://schemas.microsoft.com/office/2006/metadata/properties" ma:root="true" ma:fieldsID="725cefcd41332f88909580cd13155635" ns2:_="" ns3:_="">
    <xsd:import namespace="c0d4a769-b4b6-44f5-bafd-bfbeb89b0b0c"/>
    <xsd:import namespace="26553de7-2a3a-444c-a024-df4cb947fd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d4a769-b4b6-44f5-bafd-bfbeb89b0b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c7b788f1-635f-435b-a825-11a9aec0b6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53de7-2a3a-444c-a024-df4cb947fd0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001ad64-140f-4029-930f-4ba1abb62398}" ma:internalName="TaxCatchAll" ma:showField="CatchAllData" ma:web="26553de7-2a3a-444c-a024-df4cb947fd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d4a769-b4b6-44f5-bafd-bfbeb89b0b0c">
      <Terms xmlns="http://schemas.microsoft.com/office/infopath/2007/PartnerControls"/>
    </lcf76f155ced4ddcb4097134ff3c332f>
    <TaxCatchAll xmlns="26553de7-2a3a-444c-a024-df4cb947fd03" xsi:nil="true"/>
  </documentManagement>
</p:properties>
</file>

<file path=customXml/itemProps1.xml><?xml version="1.0" encoding="utf-8"?>
<ds:datastoreItem xmlns:ds="http://schemas.openxmlformats.org/officeDocument/2006/customXml" ds:itemID="{E61BFAB2-49EC-4563-8A86-FC2DABB7200B}"/>
</file>

<file path=customXml/itemProps2.xml><?xml version="1.0" encoding="utf-8"?>
<ds:datastoreItem xmlns:ds="http://schemas.openxmlformats.org/officeDocument/2006/customXml" ds:itemID="{73D5BA57-DB3E-462E-B0BB-947D4DF6704C}"/>
</file>

<file path=customXml/itemProps3.xml><?xml version="1.0" encoding="utf-8"?>
<ds:datastoreItem xmlns:ds="http://schemas.openxmlformats.org/officeDocument/2006/customXml" ds:itemID="{04F9BF7A-1AF2-4DE8-B218-27D3FDAD43FF}"/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180</Words>
  <Application>Microsoft Office PowerPoint</Application>
  <PresentationFormat>ワイド画面</PresentationFormat>
  <Paragraphs>30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情報北九州校 倉掛</dc:creator>
  <cp:lastModifiedBy>情報北九州校 倉掛</cp:lastModifiedBy>
  <cp:revision>11</cp:revision>
  <dcterms:created xsi:type="dcterms:W3CDTF">2026-01-26T01:13:53Z</dcterms:created>
  <dcterms:modified xsi:type="dcterms:W3CDTF">2026-01-26T02:32:26Z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0x0101005F0D9E193D28814892BA96752E68B42F</vt:lpwstr>
  </property>
</Properties>
</file>